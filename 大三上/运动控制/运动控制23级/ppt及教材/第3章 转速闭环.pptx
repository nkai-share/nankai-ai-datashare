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10.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xml" ContentType="application/inkml+xml"/>
  <Override PartName="/ppt/ink/ink20.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xml" ContentType="application/inkml+xml"/>
  <Override PartName="/ppt/ink/ink30.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xml" ContentType="application/inkml+xml"/>
  <Override PartName="/ppt/ink/ink40.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xml" ContentType="application/inkml+xml"/>
  <Override PartName="/ppt/ink/ink50.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xml" ContentType="application/inkml+xml"/>
  <Override PartName="/ppt/ink/ink60.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xml" ContentType="application/inkml+xml"/>
  <Override PartName="/ppt/ink/ink70.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Lst>
  <p:notesMasterIdLst>
    <p:notesMasterId r:id="rId32"/>
  </p:notesMasterIdLst>
  <p:sldIdLst>
    <p:sldId id="256" r:id="rId5"/>
    <p:sldId id="368" r:id="rId6"/>
    <p:sldId id="366" r:id="rId7"/>
    <p:sldId id="381" r:id="rId8"/>
    <p:sldId id="259" r:id="rId9"/>
    <p:sldId id="382" r:id="rId10"/>
    <p:sldId id="383" r:id="rId11"/>
    <p:sldId id="384" r:id="rId12"/>
    <p:sldId id="386" r:id="rId13"/>
    <p:sldId id="385" r:id="rId14"/>
    <p:sldId id="376" r:id="rId15"/>
    <p:sldId id="263" r:id="rId16"/>
    <p:sldId id="264" r:id="rId17"/>
    <p:sldId id="377" r:id="rId18"/>
    <p:sldId id="265" r:id="rId19"/>
    <p:sldId id="266" r:id="rId20"/>
    <p:sldId id="267" r:id="rId21"/>
    <p:sldId id="268" r:id="rId22"/>
    <p:sldId id="269" r:id="rId23"/>
    <p:sldId id="270" r:id="rId24"/>
    <p:sldId id="387" r:id="rId25"/>
    <p:sldId id="272" r:id="rId26"/>
    <p:sldId id="378" r:id="rId27"/>
    <p:sldId id="274" r:id="rId28"/>
    <p:sldId id="275" r:id="rId29"/>
    <p:sldId id="276" r:id="rId30"/>
    <p:sldId id="277" r:id="rId31"/>
    <p:sldId id="278" r:id="rId33"/>
    <p:sldId id="279" r:id="rId34"/>
    <p:sldId id="280" r:id="rId35"/>
    <p:sldId id="281" r:id="rId36"/>
    <p:sldId id="282" r:id="rId37"/>
    <p:sldId id="283" r:id="rId38"/>
    <p:sldId id="284" r:id="rId39"/>
    <p:sldId id="379" r:id="rId40"/>
    <p:sldId id="285" r:id="rId41"/>
    <p:sldId id="286" r:id="rId42"/>
    <p:sldId id="287" r:id="rId43"/>
    <p:sldId id="288" r:id="rId44"/>
    <p:sldId id="289" r:id="rId45"/>
    <p:sldId id="290" r:id="rId46"/>
    <p:sldId id="291" r:id="rId47"/>
    <p:sldId id="292" r:id="rId48"/>
    <p:sldId id="293" r:id="rId49"/>
    <p:sldId id="294" r:id="rId50"/>
    <p:sldId id="295" r:id="rId51"/>
    <p:sldId id="296" r:id="rId52"/>
    <p:sldId id="297" r:id="rId53"/>
    <p:sldId id="298" r:id="rId54"/>
    <p:sldId id="299" r:id="rId55"/>
    <p:sldId id="300" r:id="rId56"/>
    <p:sldId id="301" r:id="rId57"/>
    <p:sldId id="369" r:id="rId58"/>
    <p:sldId id="302" r:id="rId59"/>
    <p:sldId id="303" r:id="rId60"/>
    <p:sldId id="304" r:id="rId61"/>
    <p:sldId id="305" r:id="rId62"/>
    <p:sldId id="307" r:id="rId63"/>
    <p:sldId id="308" r:id="rId64"/>
    <p:sldId id="380" r:id="rId65"/>
    <p:sldId id="309" r:id="rId66"/>
    <p:sldId id="310" r:id="rId67"/>
    <p:sldId id="311" r:id="rId68"/>
    <p:sldId id="312" r:id="rId69"/>
    <p:sldId id="313" r:id="rId70"/>
    <p:sldId id="332" r:id="rId71"/>
    <p:sldId id="333" r:id="rId72"/>
    <p:sldId id="334" r:id="rId73"/>
    <p:sldId id="335" r:id="rId74"/>
    <p:sldId id="336" r:id="rId75"/>
    <p:sldId id="337" r:id="rId76"/>
    <p:sldId id="338" r:id="rId77"/>
    <p:sldId id="339" r:id="rId78"/>
    <p:sldId id="340" r:id="rId79"/>
    <p:sldId id="341" r:id="rId80"/>
    <p:sldId id="342" r:id="rId81"/>
    <p:sldId id="343" r:id="rId82"/>
    <p:sldId id="346" r:id="rId83"/>
    <p:sldId id="370" r:id="rId84"/>
    <p:sldId id="371" r:id="rId85"/>
    <p:sldId id="349" r:id="rId86"/>
    <p:sldId id="350" r:id="rId87"/>
    <p:sldId id="352" r:id="rId88"/>
    <p:sldId id="353" r:id="rId89"/>
    <p:sldId id="354" r:id="rId90"/>
    <p:sldId id="355" r:id="rId91"/>
    <p:sldId id="356" r:id="rId92"/>
    <p:sldId id="357" r:id="rId93"/>
    <p:sldId id="372" r:id="rId94"/>
    <p:sldId id="373" r:id="rId95"/>
    <p:sldId id="358" r:id="rId96"/>
    <p:sldId id="374" r:id="rId97"/>
    <p:sldId id="360" r:id="rId98"/>
    <p:sldId id="375" r:id="rId99"/>
    <p:sldId id="362" r:id="rId100"/>
    <p:sldId id="363" r:id="rId101"/>
    <p:sldId id="364" r:id="rId102"/>
    <p:sldId id="365" r:id="rId10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89" autoAdjust="0"/>
    <p:restoredTop sz="89439" autoAdjust="0"/>
  </p:normalViewPr>
  <p:slideViewPr>
    <p:cSldViewPr>
      <p:cViewPr varScale="1">
        <p:scale>
          <a:sx n="60" d="100"/>
          <a:sy n="60" d="100"/>
        </p:scale>
        <p:origin x="1532" y="44"/>
      </p:cViewPr>
      <p:guideLst>
        <p:guide orient="horz" pos="2160"/>
        <p:guide pos="2857"/>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4.xml"/><Relationship Id="rId98" Type="http://schemas.openxmlformats.org/officeDocument/2006/relationships/slide" Target="slides/slide93.xml"/><Relationship Id="rId97" Type="http://schemas.openxmlformats.org/officeDocument/2006/relationships/slide" Target="slides/slide92.xml"/><Relationship Id="rId96" Type="http://schemas.openxmlformats.org/officeDocument/2006/relationships/slide" Target="slides/slide91.xml"/><Relationship Id="rId95" Type="http://schemas.openxmlformats.org/officeDocument/2006/relationships/slide" Target="slides/slide90.xml"/><Relationship Id="rId94" Type="http://schemas.openxmlformats.org/officeDocument/2006/relationships/slide" Target="slides/slide89.xml"/><Relationship Id="rId93" Type="http://schemas.openxmlformats.org/officeDocument/2006/relationships/slide" Target="slides/slide88.xml"/><Relationship Id="rId92" Type="http://schemas.openxmlformats.org/officeDocument/2006/relationships/slide" Target="slides/slide87.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5.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4.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3.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2.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notesMaster" Target="notesMasters/notesMaster1.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6" Type="http://schemas.openxmlformats.org/officeDocument/2006/relationships/tableStyles" Target="tableStyles.xml"/><Relationship Id="rId105" Type="http://schemas.openxmlformats.org/officeDocument/2006/relationships/viewProps" Target="viewProps.xml"/><Relationship Id="rId104" Type="http://schemas.openxmlformats.org/officeDocument/2006/relationships/presProps" Target="presProps.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35.wmf"/><Relationship Id="rId1" Type="http://schemas.openxmlformats.org/officeDocument/2006/relationships/image" Target="../media/image134.wmf"/></Relationships>
</file>

<file path=ppt/drawings/_rels/vmlDrawing2.vml.rels><?xml version="1.0" encoding="UTF-8" standalone="yes"?>
<Relationships xmlns="http://schemas.openxmlformats.org/package/2006/relationships"><Relationship Id="rId6" Type="http://schemas.openxmlformats.org/officeDocument/2006/relationships/image" Target="../media/image141.wmf"/><Relationship Id="rId5" Type="http://schemas.openxmlformats.org/officeDocument/2006/relationships/image" Target="../media/image140.wmf"/><Relationship Id="rId4" Type="http://schemas.openxmlformats.org/officeDocument/2006/relationships/image" Target="../media/image139.wmf"/><Relationship Id="rId3" Type="http://schemas.openxmlformats.org/officeDocument/2006/relationships/image" Target="../media/image138.wmf"/><Relationship Id="rId2" Type="http://schemas.openxmlformats.org/officeDocument/2006/relationships/image" Target="../media/image137.wmf"/><Relationship Id="rId1" Type="http://schemas.openxmlformats.org/officeDocument/2006/relationships/image" Target="../media/image13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49.wmf"/><Relationship Id="rId2" Type="http://schemas.openxmlformats.org/officeDocument/2006/relationships/image" Target="../media/image148.wmf"/><Relationship Id="rId1" Type="http://schemas.openxmlformats.org/officeDocument/2006/relationships/image" Target="../media/image147.wmf"/></Relationships>
</file>

<file path=ppt/drawings/_rels/vmlDrawing4.vml.rels><?xml version="1.0" encoding="UTF-8" standalone="yes"?>
<Relationships xmlns="http://schemas.openxmlformats.org/package/2006/relationships"><Relationship Id="rId4" Type="http://schemas.openxmlformats.org/officeDocument/2006/relationships/image" Target="../media/image153.wmf"/><Relationship Id="rId3" Type="http://schemas.openxmlformats.org/officeDocument/2006/relationships/image" Target="../media/image152.wmf"/><Relationship Id="rId2" Type="http://schemas.openxmlformats.org/officeDocument/2006/relationships/image" Target="../media/image151.wmf"/><Relationship Id="rId1" Type="http://schemas.openxmlformats.org/officeDocument/2006/relationships/image" Target="../media/image150.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56.wmf"/><Relationship Id="rId2" Type="http://schemas.openxmlformats.org/officeDocument/2006/relationships/image" Target="../media/image155.wmf"/><Relationship Id="rId1" Type="http://schemas.openxmlformats.org/officeDocument/2006/relationships/image" Target="../media/image154.w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289.wmf"/><Relationship Id="rId3" Type="http://schemas.openxmlformats.org/officeDocument/2006/relationships/image" Target="../media/image288.wmf"/><Relationship Id="rId2" Type="http://schemas.openxmlformats.org/officeDocument/2006/relationships/image" Target="../media/image287.wmf"/><Relationship Id="rId1" Type="http://schemas.openxmlformats.org/officeDocument/2006/relationships/image" Target="../media/image28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90.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93.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98.wmf"/><Relationship Id="rId2" Type="http://schemas.openxmlformats.org/officeDocument/2006/relationships/image" Target="../media/image397.wmf"/><Relationship Id="rId1" Type="http://schemas.openxmlformats.org/officeDocument/2006/relationships/image" Target="../media/image396.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00.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03.wmf"/><Relationship Id="rId2" Type="http://schemas.openxmlformats.org/officeDocument/2006/relationships/image" Target="../media/image402.wmf"/><Relationship Id="rId1" Type="http://schemas.openxmlformats.org/officeDocument/2006/relationships/image" Target="../media/image401.wmf"/></Relationships>
</file>

<file path=ppt/drawings/_rels/vmlDrawing12.vml.rels><?xml version="1.0" encoding="UTF-8" standalone="yes"?>
<Relationships xmlns="http://schemas.openxmlformats.org/package/2006/relationships"><Relationship Id="rId5" Type="http://schemas.openxmlformats.org/officeDocument/2006/relationships/image" Target="../media/image452.wmf"/><Relationship Id="rId4" Type="http://schemas.openxmlformats.org/officeDocument/2006/relationships/image" Target="../media/image451.wmf"/><Relationship Id="rId3" Type="http://schemas.openxmlformats.org/officeDocument/2006/relationships/image" Target="../media/image450.wmf"/><Relationship Id="rId2" Type="http://schemas.openxmlformats.org/officeDocument/2006/relationships/image" Target="../media/image449.wmf"/><Relationship Id="rId1" Type="http://schemas.openxmlformats.org/officeDocument/2006/relationships/image" Target="../media/image448.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55.wmf"/><Relationship Id="rId2" Type="http://schemas.openxmlformats.org/officeDocument/2006/relationships/image" Target="../media/image454.wmf"/><Relationship Id="rId1" Type="http://schemas.openxmlformats.org/officeDocument/2006/relationships/image" Target="../media/image453.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97.wmf"/><Relationship Id="rId1" Type="http://schemas.openxmlformats.org/officeDocument/2006/relationships/image" Target="../media/image496.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98.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603.wmf"/><Relationship Id="rId1" Type="http://schemas.openxmlformats.org/officeDocument/2006/relationships/image" Target="../media/image602.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605.wmf"/><Relationship Id="rId1" Type="http://schemas.openxmlformats.org/officeDocument/2006/relationships/image" Target="../media/image604.wmf"/></Relationships>
</file>

<file path=ppt/drawings/_rels/vmlDrawing18.vml.rels><?xml version="1.0" encoding="UTF-8" standalone="yes"?>
<Relationships xmlns="http://schemas.openxmlformats.org/package/2006/relationships"><Relationship Id="rId4" Type="http://schemas.openxmlformats.org/officeDocument/2006/relationships/image" Target="../media/image609.wmf"/><Relationship Id="rId3" Type="http://schemas.openxmlformats.org/officeDocument/2006/relationships/image" Target="../media/image608.wmf"/><Relationship Id="rId2" Type="http://schemas.openxmlformats.org/officeDocument/2006/relationships/image" Target="../media/image607.wmf"/><Relationship Id="rId1" Type="http://schemas.openxmlformats.org/officeDocument/2006/relationships/image" Target="../media/image606.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612.wmf"/><Relationship Id="rId2" Type="http://schemas.openxmlformats.org/officeDocument/2006/relationships/image" Target="../media/image611.wmf"/><Relationship Id="rId1" Type="http://schemas.openxmlformats.org/officeDocument/2006/relationships/image" Target="../media/image610.wmf"/></Relationships>
</file>

<file path=ppt/drawings/_rels/vmlDrawing20.vml.rels><?xml version="1.0" encoding="UTF-8" standalone="yes"?>
<Relationships xmlns="http://schemas.openxmlformats.org/package/2006/relationships"><Relationship Id="rId5" Type="http://schemas.openxmlformats.org/officeDocument/2006/relationships/image" Target="../media/image762.wmf"/><Relationship Id="rId4" Type="http://schemas.openxmlformats.org/officeDocument/2006/relationships/image" Target="../media/image761.wmf"/><Relationship Id="rId3" Type="http://schemas.openxmlformats.org/officeDocument/2006/relationships/image" Target="../media/image760.wmf"/><Relationship Id="rId2" Type="http://schemas.openxmlformats.org/officeDocument/2006/relationships/image" Target="../media/image759.wmf"/><Relationship Id="rId1" Type="http://schemas.openxmlformats.org/officeDocument/2006/relationships/image" Target="../media/image758.wmf"/></Relationships>
</file>

<file path=ppt/drawings/_rels/vmlDrawing21.vml.rels><?xml version="1.0" encoding="UTF-8" standalone="yes"?>
<Relationships xmlns="http://schemas.openxmlformats.org/package/2006/relationships"><Relationship Id="rId6" Type="http://schemas.openxmlformats.org/officeDocument/2006/relationships/image" Target="../media/image768.wmf"/><Relationship Id="rId5" Type="http://schemas.openxmlformats.org/officeDocument/2006/relationships/image" Target="../media/image767.wmf"/><Relationship Id="rId4" Type="http://schemas.openxmlformats.org/officeDocument/2006/relationships/image" Target="../media/image766.wmf"/><Relationship Id="rId3" Type="http://schemas.openxmlformats.org/officeDocument/2006/relationships/image" Target="../media/image765.wmf"/><Relationship Id="rId2" Type="http://schemas.openxmlformats.org/officeDocument/2006/relationships/image" Target="../media/image764.wmf"/><Relationship Id="rId1" Type="http://schemas.openxmlformats.org/officeDocument/2006/relationships/image" Target="../media/image763.wmf"/></Relationships>
</file>

<file path=ppt/drawings/_rels/vmlDrawing22.vml.rels><?xml version="1.0" encoding="UTF-8" standalone="yes"?>
<Relationships xmlns="http://schemas.openxmlformats.org/package/2006/relationships"><Relationship Id="rId4" Type="http://schemas.openxmlformats.org/officeDocument/2006/relationships/image" Target="../media/image772.wmf"/><Relationship Id="rId3" Type="http://schemas.openxmlformats.org/officeDocument/2006/relationships/image" Target="../media/image771.wmf"/><Relationship Id="rId2" Type="http://schemas.openxmlformats.org/officeDocument/2006/relationships/image" Target="../media/image770.wmf"/><Relationship Id="rId1" Type="http://schemas.openxmlformats.org/officeDocument/2006/relationships/image" Target="../media/image769.wmf"/></Relationships>
</file>

<file path=ppt/drawings/_rels/vmlDrawing23.vml.rels><?xml version="1.0" encoding="UTF-8" standalone="yes"?>
<Relationships xmlns="http://schemas.openxmlformats.org/package/2006/relationships"><Relationship Id="rId5" Type="http://schemas.openxmlformats.org/officeDocument/2006/relationships/image" Target="../media/image775.wmf"/><Relationship Id="rId4" Type="http://schemas.openxmlformats.org/officeDocument/2006/relationships/image" Target="../media/image774.wmf"/><Relationship Id="rId3" Type="http://schemas.openxmlformats.org/officeDocument/2006/relationships/image" Target="../media/image773.wmf"/><Relationship Id="rId2" Type="http://schemas.openxmlformats.org/officeDocument/2006/relationships/image" Target="../media/image768.wmf"/><Relationship Id="rId1" Type="http://schemas.openxmlformats.org/officeDocument/2006/relationships/image" Target="../media/image767.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778.wmf"/><Relationship Id="rId2" Type="http://schemas.openxmlformats.org/officeDocument/2006/relationships/image" Target="../media/image777.wmf"/><Relationship Id="rId1" Type="http://schemas.openxmlformats.org/officeDocument/2006/relationships/image" Target="../media/image776.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779.e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807.wmf"/><Relationship Id="rId1" Type="http://schemas.openxmlformats.org/officeDocument/2006/relationships/image" Target="../media/image806.wmf"/></Relationships>
</file>

<file path=ppt/drawings/_rels/vmlDrawing27.vml.rels><?xml version="1.0" encoding="UTF-8" standalone="yes"?>
<Relationships xmlns="http://schemas.openxmlformats.org/package/2006/relationships"><Relationship Id="rId4" Type="http://schemas.openxmlformats.org/officeDocument/2006/relationships/image" Target="../media/image818.wmf"/><Relationship Id="rId3" Type="http://schemas.openxmlformats.org/officeDocument/2006/relationships/image" Target="../media/image817.wmf"/><Relationship Id="rId2" Type="http://schemas.openxmlformats.org/officeDocument/2006/relationships/image" Target="../media/image816.wmf"/><Relationship Id="rId1" Type="http://schemas.openxmlformats.org/officeDocument/2006/relationships/image" Target="../media/image815.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824.wmf"/><Relationship Id="rId1" Type="http://schemas.openxmlformats.org/officeDocument/2006/relationships/image" Target="../media/image823.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825.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828.wmf"/><Relationship Id="rId2" Type="http://schemas.openxmlformats.org/officeDocument/2006/relationships/image" Target="../media/image827.wmf"/><Relationship Id="rId1" Type="http://schemas.openxmlformats.org/officeDocument/2006/relationships/image" Target="../media/image826.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831.wmf"/><Relationship Id="rId1" Type="http://schemas.openxmlformats.org/officeDocument/2006/relationships/image" Target="../media/image830.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870.wmf"/><Relationship Id="rId2" Type="http://schemas.openxmlformats.org/officeDocument/2006/relationships/image" Target="../media/image869.wmf"/><Relationship Id="rId1" Type="http://schemas.openxmlformats.org/officeDocument/2006/relationships/image" Target="../media/image868.w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875.wmf"/><Relationship Id="rId1" Type="http://schemas.openxmlformats.org/officeDocument/2006/relationships/image" Target="../media/image874.w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878.wmf"/><Relationship Id="rId1" Type="http://schemas.openxmlformats.org/officeDocument/2006/relationships/image" Target="../media/image877.w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880.wmf"/><Relationship Id="rId1" Type="http://schemas.openxmlformats.org/officeDocument/2006/relationships/image" Target="../media/image879.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885.wmf"/><Relationship Id="rId2" Type="http://schemas.openxmlformats.org/officeDocument/2006/relationships/image" Target="../media/image884.wmf"/><Relationship Id="rId1" Type="http://schemas.openxmlformats.org/officeDocument/2006/relationships/image" Target="../media/image883.w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898.wmf"/><Relationship Id="rId1" Type="http://schemas.openxmlformats.org/officeDocument/2006/relationships/image" Target="../media/image897.wmf"/></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901.wmf"/><Relationship Id="rId1" Type="http://schemas.openxmlformats.org/officeDocument/2006/relationships/image" Target="../media/image900.wmf"/></Relationships>
</file>

<file path=ppt/ink/ink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2:59"/>
    </inkml:context>
    <inkml:brush xml:id="br0">
      <inkml:brushProperty name="width" value="0.017121808603406" units="cm"/>
      <inkml:brushProperty name="height" value="0.017121808603406" units="cm"/>
      <inkml:brushProperty name="color" value="#000000"/>
      <inkml:brushProperty name="ignorePressure" value="0"/>
    </inkml:brush>
  </inkml:definitions>
  <inkml:trace contextRef="#ctx0" brushRef="#br0">66750.000 38900.000 856,'-130.000'-75.000'0,"-9.000"0.000"-1,-10.000 0.000-1,-8.000 0.000 0,5.000 6.000 0,22.000 13.000 1,22.000 12.000 1,23.000 13.000 1,8.000 9.000 2,-3.000 6.000 0,-3.000 7.000 0,-2.000 6.000 2,-6.000 3.000 0,-6.000 0.000 0,-6.000 0.000 0,-6.000 0.000 0,-6.000 0.000-1,-2.000 0.000-3,-3.000 0.000-2,-3.000 0.000-2,-2.000 0.000-1,0.000 0.000-1,0.000 0.000 1,0.000 0.000-1,1.000-2.000 2,4.000-3.000 1,3.000-3.000 2,3.000-2.000 2,-2.000-5.000 1,-6.000-2.000 0,-6.000-3.000 0,-6.000-3.000-1,-1.000-2.000 1,7.000 0.000 0,6.000 0.000 0,7.000 0.000 1,2.000 0.000-1,1.000 0.000 0,-1.000 0.000-2,1.000 0.000-1,-4.000 1.000 0,-6.000 4.000 1,-6.000 3.000 1,-6.000 3.000 0,-2.000 4.000 1,3.000 7.000-1,3.000 6.000-1,4.000 7.000-1,1.000 4.000 0,0.000 3.000 0,0.000 3.000 0,0.000 4.000-1,-5.000 4.000 0,-9.000 6.000 1,-10.000 7.000-1,-8.000 6.000 0,-3.000 3.000 0,7.000 0.000 1,6.000 0.000 1,7.000 0.000-1,4.000 0.000 1,3.000 0.000-2,3.000 0.000 0,4.000 0.000-2,-3.000 0.000 0,-5.000 0.000 0,-7.000 0.000 0,-5.000 0.000 1,-1.000-2.000 0,6.000-3.000 1,7.000-3.000 0,6.000-2.000 0,4.000-1.000 1,4.000 3.000-1,3.000 3.000 1,3.000 4.000-1,1.000-1.000 0,1.000-3.000 1,-1.000-3.000 0,1.000-2.000-1,-1.000-3.000 1,1.000 1.000 0,-1.000-1.000 0,1.000 1.000 0,-1.000 1.000 0,1.000 3.000 0,-1.000 3.000 0,1.000 4.000 0,-1.000-1.000-1,1.000-3.000 1,-1.000-3.000 0,1.000-2.000-1,1.000-1.000 0,3.000 3.000 1,3.000 3.000-1,4.000 4.000 1,-1.000 2.000 0,-3.000 4.000 0,-3.000 3.000-1,-2.000 3.000 1,-1.000-1.000 0,3.000-2.000-1,3.000-3.000 1,4.000-3.000 0,2.000-2.000 0,4.000 0.000 0,3.000 0.000 0,3.000 0.000 0,1.000 1.000 0,1.000 4.000 0,-1.000 3.000 0,1.000 3.000 0,1.000 3.000 0,3.000 3.000 0,3.000 3.000 0,4.000 4.000 0,2.000 1.000-1,4.000 0.000 0,3.000 0.000-1,3.000 0.000-1,3.000 0.000 0,3.000 0.000 1,3.000 0.000 0,4.000 0.000 0,-1.000 0.000 1,-3.000 0.000-1,-3.000 0.000-1,-2.000 0.000 0,-1.000 0.000-1,3.000 0.000 1,3.000 0.000 0,4.000 0.000 2,1.000-2.000-1,0.000-3.000 0,0.000-3.000 0,0.000-2.000 1,1.000-3.000-1,4.000 1.000 0,3.000-1.000 0,3.000 1.000 0,1.000-3.000 0,1.000-2.000 1,-1.000-3.000 1,1.000-3.000 0,-1.000-1.000 1,1.000 4.000 0,-1.000 3.000 0,1.000 3.000 0,-1.000 1.000 1,1.000 1.000-2,-1.000-1.000 0,1.000 1.000 0,1.000-1.000 0,3.000 1.000 0,3.000-1.000 1,4.000 1.000 1,1.000-1.000 0,0.000 1.000 0,0.000-1.000-1,0.000 1.000 0,0.000-1.000-1,0.000 1.000 1,0.000-1.000-1,0.000 1.000 1,1.000-1.000 0,4.000 1.000 0,3.000-1.000 0,3.000 1.000-1,-1.000-1.000 1,-2.000 1.000-1,-3.000-1.000 0,-3.000 1.000 1,-2.000-1.000-1,0.000 1.000 0,0.000-1.000 0,0.000 1.000 0,1.000-3.000 0,4.000-2.000 0,3.000-3.000 0,3.000-3.000 1,1.000-1.000-1,1.000 4.000 0,-1.000 3.000 0,1.000 3.000 0,-3.000-1.000-1,-2.000-2.000 1,-3.000-3.000 0,-3.000-3.000 0,-2.000-2.000 0,0.000 0.000 0,0.000 0.000 0,0.000 0.000 1,0.000-2.000-1,0.000-3.000 0,0.000-3.000 0,0.000-2.000 0,0.000-1.000 0,0.000 3.000 0,0.000 3.000 1,0.000 4.000-1,-2.000-3.000 0,-3.000-5.000 1,-3.000-7.000-1,-2.000-5.000 0,-1.000-3.000 0,3.000 4.000 1,3.000 3.000-1,4.000 3.000 1,-1.000 1.000 0,-3.000 1.000 0,-3.000-1.000-1,-2.000 1.000 1,-1.000-3.000 0,3.000-2.000 0,3.000-3.000 0,4.000-3.000-1,2.000-2.000 1,4.000 0.000-1,3.000 0.000 0,3.000 0.000 0,-1.000 1.000 1,-2.000 4.000-1,-3.000 3.000 0,-3.000 3.000 1,-1.000-1.000-1,4.000-2.000 0,3.000-3.000 0,3.000-3.000 0,1.000 1.000 0,1.000 6.000 0,-1.000 7.000 0,1.000 6.000 0,-3.000 3.000 0,-2.000 0.000-1,-3.000 0.000 1,-3.000 0.000-1,-2.000 1.000 0,0.000 4.000 0,0.000 3.000 1,0.000 3.000-1,1.000 1.000 0,4.000 1.000 1,3.000-1.000 0,3.000 1.000-1,-2.000-1.000 1,-6.000 1.000 0,-6.000-1.000-1,-6.000 1.000 1,-2.000 1.000-1,3.000 3.000 1,3.000 3.000-1,4.000 4.000 1,-1.000 1.000 0,-3.000 0.000-1,-3.000 0.000 1,-2.000 0.000 0,-3.000 0.000 0,1.000 0.000 0,-1.000 0.000 0,1.000 0.000 0,1.000 0.000 0,3.000 0.000 0,3.000 0.000 0,4.000 0.000 0,1.000-2.000 0,0.000-3.000 0,0.000-3.000 0,0.000-2.000 0,1.000 0.000 0,4.000 7.000 0,3.000 6.000 0,3.000 7.000 0,1.000 0.000 1,1.000-2.000-1,-1.000-3.000 0,1.000-3.000 0,-1.000-2.000 0,1.000 0.000 0,-1.000 0.000 0,1.000 0.000 0,-1.000 0.000 0,1.000 0.000 1,-1.000 0.000-1,1.000 0.000 0,1.000 0.000 0,3.000 0.000 0,3.000 0.000 0,4.000 0.000 0,-1.000 0.000 0,-3.000 0.000-1,-3.000 0.000 1,-2.000 0.000-1,-3.000 0.000 1,1.000 0.000-1,-1.000 0.000 1,1.000 0.000 0,1.000 1.000 0,3.000 4.000-1,3.000 3.000 1,4.000 3.000 0,-1.000 1.000 0,-3.000 1.000 0,-3.000-1.000 0,-2.000 1.000-1,-3.000-1.000 1,1.000 1.000 0,-1.000-1.000 0,1.000 1.000 0,1.000-4.000-1,3.000-6.000 1,3.000-6.000 0,4.000-6.000 0,1.000-2.000 0,0.000 3.000 0,0.000 3.000 0,0.000 4.000 0,1.000-1.000 0,4.000-3.000 0,3.000-3.000 0,3.000-2.000 0,3.000-5.000 0,3.000-2.000 0,3.000-3.000 0,4.000-3.000 0,1.000-1.000 0,0.000 4.000 0,0.000 3.000 0,0.000 3.000 0,1.000-1.000 0,4.000-2.000 0,3.000-3.000 0,3.000-3.000 0,1.000-2.000 0,1.000 0.000 0,-1.000 0.000 0,1.000 0.000 0,-1.000 0.000 0,1.000 0.000 0,-1.000 0.000 0,1.000 0.000 0,-1.000 0.000 0,1.000 0.000 0,-1.000 0.000 0,1.000 0.000 0,-1.000-2.000 0,1.000-3.000 0,-1.000-3.000 0,1.000-2.000-1,-1.000-3.000 0,1.000 1.000 1,-1.000-1.000-1,1.000 1.000 1,1.000-1.000 0,3.000 1.000 0,3.000-1.000-1,4.000 1.000 1,-1.000-1.000-1,-3.000 1.000 1,-3.000-1.000 0,-2.000 1.000-1,-3.000-1.000 1,1.000 1.000 0,-1.000-1.000-1,1.000 1.000 1,1.000-3.000 0,3.000-2.000-1,3.000-3.000 1,4.000-3.000-1,-1.000-2.000 1,-3.000 0.000 0,-3.000 0.000-1,-2.000 0.000 0,-1.000 1.000 1,3.000 4.000-1,3.000 3.000 1,4.000 3.000-1,-1.000 1.000 1,-3.000 1.000-1,-3.000-1.000 1,-2.000 1.000-1,-3.000-1.000 1,1.000 1.000-1,-1.000-1.000 1,1.000 1.000 0,-3.000 1.000 1,-2.000 3.000-1,-3.000 3.000 0,-3.000 4.000-1,-2.000 1.000 1,0.000 0.000 0,0.000 0.000 0,0.000 0.000 1,1.000 0.000-1,4.000 0.000 0,3.000 0.000 0,3.000 0.000 0,-1.000 0.000 0,-2.000 0.000 0,-3.000 0.000 0,-3.000 0.000 0,-2.000-2.000 0,0.000-3.000 0,0.000-3.000 0,0.000-2.000 0,1.000-5.000 1,4.000-2.000-1,3.000-3.000 0,3.000-3.000 1,1.000-1.000-1,1.000 4.000 1,-1.000 3.000-1,1.000 3.000 0,1.000-1.000 0,3.000-2.000 1,3.000-3.000-1,4.000-3.000 1,-1.000-4.000-1,-3.000-3.000 1,-3.000-3.000-1,-2.000-2.000 1,0.000-1.000 0,7.000 3.000-1,6.000 3.000 1,7.000 4.000-1,-1.000-1.000 0,-6.000-3.000 1,-6.000-3.000-1,-6.000-2.000 0,-1.000-1.000 0,7.000 3.000 0,6.000 3.000 0,7.000 4.000 0,0.000-1.000 0,-2.000-3.000 0,-3.000-3.000 0,-3.000-2.000 0,-2.000-1.000 0,0.000 3.000 0,0.000 3.000 0,0.000 4.000 0,-2.000-1.000 0,-3.000-3.000 0,-3.000-3.000 0,-2.000-2.000 0,0.000-1.000 0,7.000 3.000 0,6.000 3.000 0,7.000 4.000 0,0.000 2.000 0,-2.000 4.000 1,-3.000 3.000 0,-3.000 3.000 0,-1.000-1.000 1,4.000-2.000-1,3.000-3.000 0,3.000-3.000 0,1.000-1.000-1,1.000 4.000 1,-1.000 3.000 1,1.000 3.000 0,-1.000 1.000-1,1.000 1.000 1,-1.000-1.000-1,1.000 1.000-1,-1.000-1.000 1,1.000 1.000-1,-1.000-1.000 1,1.000 1.000 0,-1.000-3.000-1,1.000-2.000 0,-1.000-3.000 0,1.000-3.000 0,-3.000-1.000 0,-2.000 4.000 0,-3.000 3.000 0,-3.000 3.000 0,-1.000-1.000 1,4.000-2.000-1,3.000-3.000 0,3.000-3.000 0,1.000-2.000 0,1.000 0.000 0,-1.000 0.000 0,1.000 0.000 0,1.000 0.000 0,3.000 0.000 0,3.000 0.000 1,4.000 0.000-1,1.000 1.000 0,0.000 4.000 0,0.000 3.000 0,0.000 3.000 1,0.000-1.000-1,0.000-2.000 0,0.000-3.000 1,0.000-3.000-1,0.000-2.000 0,0.000 0.000 1,0.000 0.000-1,0.000 0.000 1,0.000 0.000-1,0.000 0.000 1,0.000 0.000-1,0.000 0.000 1,1.000 0.000-1,4.000 0.000 0,3.000 0.000 0,3.000 0.000 0,-1.000-2.000 0,-2.000-3.000 0,-3.000-3.000 0,-3.000-2.000 0,-1.000-3.000 0,4.000 1.000 0,3.000-1.000 1,3.000 1.000-1,1.000-1.000 0,1.000 1.000 0,-1.000-1.000 0,1.000 1.000 0,-1.000-3.000 0,1.000-2.000 0,-1.000-3.000-1,1.000-3.000 0,1.000-1.000 0,3.000 4.000 0,3.000 3.000 0,4.000 3.000 0,1.000-1.000 0,0.000-2.000 0,0.000-3.000 0,0.000-3.000 0,0.000-1.000 1,0.000 4.000-1,0.000 3.000 0,0.000 3.000-1,0.000 1.000 1,0.000 1.000 0,0.000-1.000 0,0.000 1.000 0,0.000-1.000 0,0.000 1.000 0,0.000-1.000 0,0.000 1.000 0,0.000-1.000 0,0.000 1.000-1,0.000-1.000 1,0.000 1.000 1,-2.000 2.000-1,-3.000 7.000 1,-3.000 6.000-1,-2.000 7.000 2,-1.000 2.000-1,3.000 1.000 0,3.000-1.000 0,4.000 1.000-1,-1.000-1.000 1,-3.000 1.000-1,-3.000-1.000 1,-2.000 1.000 0,-1.000-1.000 0,3.000 1.000 0,3.000-1.000 0,4.000 1.000 0,-1.000-3.000 0,-3.000-2.000 0,-3.000-3.000 0,-2.000-3.000 0,-3.000-1.000-1,1.000 4.000 1,-1.000 3.000 0,1.000 3.000 0,-1.000-2.000 0,1.000-6.000 0,-1.000-6.000 0,1.000-6.000 0,-1.000-1.000 0,1.000 7.000 0,-1.000 6.000 0,1.000 7.000 0,1.000 2.000 0,3.000 1.000 0,3.000-1.000 0,4.000 1.000 0,-1.000-1.000 0,-3.000 1.000 0,-3.000-1.000 0,-2.000 1.000-1,0.000-1.000 0,7.000 1.000 0,6.000-1.000 1,7.000 1.000 0,-1.000-3.000-1,-6.000-2.000 0,-6.000-3.000 1,-6.000-3.000-1,-4.000-2.000-1,1.000 0.000 1,-1.000 0.000-1,1.000 0.000 0,1.000-2.000 0,3.000-3.000 0,3.000-3.000 0,4.000-2.000 0,-3.000-5.000 0,-5.000-2.000 1,-7.000-3.000 0,-5.000-3.000 0,-3.000-4.000 0,4.000-3.000 0,3.000-3.000 0,3.000-2.000 0,3.000-5.000 0,3.000-2.000 1,3.000-3.000 0,4.000-3.000 0,-3.000-1.000 1,-5.000 4.000-1,-7.000 3.000 0,-5.000 3.000-1,-3.000-1.000 1,4.000-2.000 0,3.000-3.000 0,3.000-3.000 1,1.000-2.000-1,1.000 0.000 1,-1.000 0.000-1,1.000 0.000 0,-1.000 1.000 0,1.000 4.000 0,-1.000 3.000 0,1.000 3.000 0,-3.000-1.000 1,-2.000-2.000-1,-3.000-3.000 1,-3.000-3.000-1,-1.000-1.000 0,4.000 4.000 1,3.000 3.000 0,3.000 3.000 0,1.000 1.000 0,1.000 1.000 1,-1.000-1.000 0,1.000 1.000 0,-3.000-1.000 1,-2.000 1.000-1,-3.000-1.000-1,-3.000 1.000 0,-2.000-1.000 1,0.000 1.000 0,0.000-1.000 1,0.000 1.000 1,1.000 1.000 0,4.000 3.000-1,3.000 3.000 0,3.000 4.000-1,-1.000-1.000 0,-2.000-3.000 0,-3.000-3.000 1,-3.000-2.000-1,-1.000-3.000 1,4.000 1.000 0,3.000-1.000-1,3.000 1.000 0,1.000 1.000 0,1.000 3.000-1,-1.000 3.000 1,1.000 4.000-1,-1.000-1.000 0,1.000-3.000 0,-1.000-3.000 1,1.000-2.000 0,-3.000-1.000-1,-2.000 3.000 1,-3.000 3.000-1,-3.000 4.000 0,-1.000 1.000 0,4.000 0.000 0,3.000 0.000 0,3.000 0.000-1,1.000 0.000 1,1.000 0.000 0,-1.000 0.000 0,1.000 0.000 0,-3.000 0.000 0,-2.000 0.000 0,-3.000 0.000-1,-3.000 0.000-1,-1.000 0.000 1,4.000 0.000-1,3.000 0.000 1,3.000 0.000 1,1.000 1.000-1,1.000 4.000 0,-1.000 3.000 1,1.000 3.000-1,-4.000-1.000 0,-6.000-2.000 0,-6.000-3.000 0,-6.000-3.000 0,-2.000-2.000 1,3.000 0.000-1,3.000 0.000 0,4.000 0.000 0,1.000 0.000 0,0.000 0.000 0,0.000 0.000 1,0.000 0.000 0,0.000 0.000 0,0.000 0.000 0,0.000 0.000 0,0.000 0.000-1,0.000-2.000 1,0.000-3.000 1,0.000-3.000-1,0.000-2.000 2,1.000-3.000-1,4.000 1.000 0,3.000-1.000 0,3.000 1.000-1,-1.000 1.000 0,-2.000 3.000 1,-3.000 3.000 0,-3.000 4.000 1,-2.000-1.000-1,0.000-3.000 0,0.000-3.000 0,0.000-2.000-1,1.000-1.000 1,4.000 3.000 0,3.000 3.000 0,3.000 4.000-1,-2.000 1.000 1,-6.000 0.000 0,-6.000 0.000 0,-6.000 0.000 0,-2.000-2.000-1,3.000-3.000 0,3.000-3.000 0,4.000-2.000-1,2.000-1.000 0,4.000 3.000 0,3.000 3.000-1,3.000 4.000 1,-2.000 1.000 0,-6.000 0.000 1,-6.000 0.000-1,-6.000 0.000 1,-4.000 0.000 0,1.000 0.000-1,-1.000 0.000-1,1.000 0.000 0,-1.000 0.000 0,1.000 0.000 0,-1.000 0.000 1,1.000 0.000 0,-1.000 0.000 0,1.000 0.000 0,-1.000 0.000-1,1.000 0.000 0,-3.000-4.000 1,-2.000-5.000-1,-3.000-7.000 0,-3.000-5.000 1,-1.000-4.000 0,4.000 0.000 0,3.000 0.000 0,3.000 0.000 1,-1.000 0.000-1,-2.000 0.000 0,-3.000 0.000 0,-3.000 0.000 0,-1.000-4.000 0,4.000-5.000 0,3.000-7.000 0,3.000-5.000 0,3.000-4.000 0,3.000 0.000 0,3.000 0.000 1,4.000 0.000-1,-1.000 1.000 1,-3.000 4.000-1,-3.000 3.000 1,-2.000 3.000-1,-3.000-1.000 0,1.000-2.000 0,-1.000-3.000 0,1.000-3.000 1,1.000-1.000-1,3.000 4.000 0,3.000 3.000 0,4.000 3.000 0,-3.000 1.000 1,-5.000 1.000-1,-7.000-1.000 1,-5.000 1.000 0,-4.000-3.000 0,0.000-2.000 0,0.000-3.000 0,0.000-3.000 0,1.000-2.000-1,4.000 0.000 1,3.000 0.000 0,3.000 0.000 0,-2.000 0.000 0,-6.000 0.000 1,-6.000 0.000-2,-6.000 0.000 1,-2.000 0.000 0,3.000 0.000 0,3.000 0.000-1,4.000 0.000 1,-1.000-2.000-1,-3.000-3.000 1,-3.000-3.000-1,-2.000-2.000-1,-3.000-3.000 1,1.000 1.000 0,-1.000-1.000 0,1.000 1.000 1,-1.000 1.000-1,1.000 3.000 0,-1.000 3.000 0,1.000 4.000 0,-1.000 1.000 0,1.000 0.000 0,-1.000 0.000 1,1.000 0.000-1,-3.000 1.000 0,-2.000 4.000 0,-3.000 3.000-1,-3.000 3.000-1,-1.000-1.000 1,4.000-2.000-1,3.000-3.000 1,3.000-3.000 1,1.000-4.000-1,1.000-3.000 1,-1.000-3.000 0,1.000-2.000-1,-1.000-1.000 1,1.000 3.000 0,-1.000 3.000-1,1.000 4.000 1,-3.000 1.000 0,-2.000 0.000 0,-3.000 0.000 0,-3.000 0.000 0,-2.000-2.000 0,0.000-3.000-1,0.000-3.000 1,0.000-2.000 0,0.000-1.000 0,0.000 3.000 1,0.000 3.000-1,0.000 4.000 1,0.000 1.000 1,0.000 0.000-1,0.000 0.000 1,0.000 0.000-1,0.000-2.000 1,0.000-3.000-1,0.000-3.000 0,0.000-2.000 0,0.000-3.000 0,0.000 1.000-1,0.000-1.000 1,0.000 1.000 0,-2.000-3.000 0,-3.000-2.000 0,-3.000-3.000-1,-2.000-3.000 1,-3.000-6.000 0,1.000-5.000 0,-1.000-7.000-1,1.000-5.000 1,-3.000-4.000 0,-2.000 0.000 0,-3.000 0.000 0,-3.000 0.000 0,-1.000 0.000-1,4.000 0.000 1,3.000 0.000-1,3.000 0.000 0,1.000 0.000-1,1.000 0.000 1,-1.000 0.000 0,1.000 0.000 1,-1.000 1.000-1,1.000 4.000 0,-1.000 3.000 0,1.000 3.000-1,-1.000 3.000 1,1.000 3.000-1,-1.000 3.000 0,1.000 4.000 1,1.000 2.000-1,3.000 4.000 1,3.000 3.000-1,4.000 3.000 1,-1.000 4.000 0,-3.000 7.000 0,-3.000 6.000 0,-2.000 7.000 0,-3.000 2.000 0,1.000 1.000 0,-1.000-1.000 0,1.000 1.000 0,-1.000-1.000 0,1.000 1.000 0,-1.000-1.000 0,1.000 1.000-1,-3.000-1.000 1,-2.000 1.000 0,-3.000-1.000 0,-3.000 1.000 0,-1.000-1.000 1,4.000 1.000 0,3.000-1.000 1,3.000 1.000 1,-1.000-3.000 0,-2.000-2.000-1,-3.000-3.000 0,-3.000-3.000-1,-2.000-4.000 0,0.000-3.000 1,0.000-3.000-1,0.000-2.000 0,0.000-5.000-1,0.000-2.000 1,0.000-3.000 0,0.000-3.000-1,0.000-2.000 1,0.000 0.000-1,0.000 0.000 1,0.000 0.000 0,-2.000 0.000-1,-3.000 0.000 1,-3.000 0.000-1,-2.000 0.000 1,-3.000-2.000-1,1.000-3.000 0,-1.000-3.000 1,1.000-2.000-1,1.000-5.000 0,3.000-2.000 1,3.000-3.000-2,4.000-3.000 1,-1.000-1.000-1,-3.000 4.000 0,-3.000 3.000 1,-2.000 3.000 0,-3.000 3.000 0,1.000 3.000-1,-1.000 3.000 1,1.000 4.000-1,-1.000 2.000 1,1.000 4.000-1,-1.000 3.000 1,1.000 3.000-1,1.000 4.000 1,3.000 7.000 0,3.000 6.000 0,4.000 7.000 0,-1.000 2.000 0,-3.000 1.000 0,-3.000-1.000-1,-2.000 1.000 1,-3.000-1.000 0,1.000 1.000 0,-1.000-1.000 0,1.000 1.000 0,-1.000-3.000 0,1.000-2.000 0,-1.000-3.000 0,1.000-3.000 0,-3.000-2.000 0,-2.000 0.000 0,-3.000 0.000 0,-3.000 0.000 0,-1.000-2.000 0,4.000-3.000 0,3.000-3.000 0,3.000-2.000 0,-1.000-3.000 0,-2.000 1.000 0,-3.000-1.000 0,-3.000 1.000 0,-2.000-4.000 0,0.000-6.000 0,0.000-6.000-1,0.000-6.000 1,0.000-4.000-1,0.000 1.000 0,0.000-1.000 0,0.000 1.000 0,0.000 1.000 0,0.000 3.000 0,0.000 3.000 0,0.000 4.000 0,0.000 2.000 1,0.000 4.000-1,0.000 3.000 0,0.000 3.000 0,-2.000-1.000-1,-3.000-2.000 1,-3.000-3.000 0,-2.000-3.000 0,-1.000 1.000 1,3.000 6.000-1,3.000 7.000 1,4.000 6.000-1,-1.000 3.000 1,-3.000 0.000-1,-3.000 0.000 1,-2.000 0.000-1,-3.000 0.000 1,1.000 0.000-1,-1.000 0.000 1,1.000 0.000 0,-1.000 0.000-1,1.000 0.000 1,-1.000 0.000 0,1.000 0.000-1,-3.000 1.000 1,-2.000 4.000 0,-3.000 3.000 0,-3.000 3.000 0,-1.000-1.000 1,4.000-2.000 0,3.000-3.000-1,3.000-3.000 1,3.000-1.000-1,3.000 4.000 1,3.000 3.000-1,4.000 3.000 0,1.000 1.000 0,0.000 1.000 0,0.000-1.000 0,0.000 1.000 0,-2.000-3.000 1,-3.000-2.000-1,-3.000-3.000 0,-2.000-3.000 0,-3.000-2.000 0,1.000 0.000 0,-1.000 0.000 0,1.000 0.000 1,-1.000 1.000-1,1.000 4.000 0,-1.000 3.000 0,1.000 3.000 0,-1.000-1.000 0,1.000-2.000 0,-1.000-3.000 0,1.000-3.000 0,-3.000-2.000 0,-2.000 0.000 0,-3.000 0.000 0,-3.000 0.000 0,-1.000 1.000 1,4.000 4.000-1,3.000 3.000 0,3.000 3.000 0,-1.000-1.000 1,-2.000-2.000-1,-3.000-3.000 0,-3.000-3.000 0,-1.000-1.000 0,4.000 4.000 0,3.000 3.000 0,3.000 3.000 0,-2.000-1.000 1,-6.000-2.000-1,-6.000-3.000 0,-6.000-3.000 0,-2.000-1.000 0,3.000 4.000 0,3.000 3.000 0,4.000 3.000 0,1.000 1.000 0,0.000 1.000-1,0.000-1.000 0,0.000 1.000 0,-2.000-1.000 0,-3.000 1.000 1,-3.000-1.000-1,-2.000 1.000 1,-1.000-1.000-1,3.000 1.000 1,3.000-1.000-1,4.000 1.000 0,1.000-1.000 0,0.000 1.000 0,0.000-1.000 1,0.000 1.000-1,0.000 1.000 1,0.000 3.000-1,0.000 3.000 0,0.000 4.000-1,0.000-1.000 1,0.000-3.000-1,0.000-3.000 1,0.000-2.000 0,-2.000-1.000 0,-3.000 3.000 0,-3.000 3.000 0,-2.000 4.000 1,-1.000-1.000-1,3.000-3.000 1,3.000-3.000-1,4.000-2.000 2,-1.000-1.000-1,-3.000 3.000 0,-3.000 3.000 0,-2.000 4.000-1,-3.000-1.000 1,1.000-3.000 0,-1.000-3.000 1,1.000-2.000 0,-3.000-3.000 0,-2.000 1.000-1,-3.000-1.000 1,-3.000 1.000-1,-1.000-3.000 0,4.000-2.000 0,3.000-3.000 1,3.000-3.000-1,1.000-1.000 1,1.000 4.000 0,-1.000 3.000-1,1.000 3.000 0,-3.000-1.000 1,-2.000-2.000-1,-3.000-3.000 0,-3.000-3.000 1,-1.000-1.000-1,4.000 4.000 0,3.000 3.000 1,3.000 3.000-1,1.000-1.000 0,1.000-2.000 0,-1.000-3.000 0,1.000-3.000 0,-1.000-1.000 0,1.000 4.000 0,-1.000 3.000 0,1.000 3.000-1,-1.000 1.000 0,1.000 1.000 1,-1.000-1.000 0,1.000 1.000 0,-1.000-3.000 0,1.000-2.000-1,-1.000-3.000 1,1.000-3.000 0,-3.000-4.000 0,-2.000-3.000 0,-3.000-3.000 0,-3.000-2.000 0,-1.000-1.000-1,4.000 3.000 1,3.000 3.000-1,3.000 4.000-1,1.000 1.000 1,1.000 0.000 0,-1.000 0.000 0,1.000 0.000 0,-3.000 0.000 1,-2.000 0.000-1,-3.000 0.000 1,-3.000 0.000 0,-1.000 3.000 0,4.000 6.000-1,3.000 7.000 1,3.000 6.000 0,1.000 3.000 0,1.000 0.000-1,-1.000 0.000 1,1.000 0.000-1,-3.000 0.000 1,-2.000 0.000-1,-3.000 0.000 1,-3.000 0.000 0,-1.000 1.000-1,4.000 4.000 1,3.000 3.000-1,3.000 3.000 1,1.000-1.000-1,1.000-2.000 1,-1.000-3.000 0,1.000-3.000-1,-3.000-1.000 1,-2.000 4.000-1,-3.000 3.000 1,-3.000 3.000-1,1.000 1.000 1,6.000 1.000 0,7.000-1.000-1,6.000 1.000 1,1.000-3.000-1,-3.000-2.000 1,-3.000-3.000 0,-2.000-3.000-1,-3.000-2.000 1,1.000 0.000 0,-1.000 0.000 0,1.000 0.000 0,1.000 1.000 0,3.000 4.000 0,3.000 3.000 0,4.000 3.000 0,1.000-1.000 0,0.000-2.000 0,0.000-3.000 0,0.000-3.000 0,-2.000-2.000 0,-3.000 0.000 0,-3.000 0.000 0,-2.000 0.000 1,-3.000 1.000-1,1.000 4.000 0,-1.000 3.000 0,1.000 3.000 0,-1.000-1.000 0,1.000-2.000 0,-1.000-3.000 0,1.000-3.000 0,-3.000-1.000 0,-2.000 4.000 0,-3.000 3.000 0,-3.000 3.000 0,-1.000 1.000 0,4.000 1.000 0,3.000-1.000-1,3.000 1.000 1,-2.000-1.000 0,-6.000 1.000 0,-6.000-1.000-1,-6.000 1.000 1,-2.000-1.000 0,3.000 1.000 0,3.000-1.000 0,4.000 1.000-1,-1.000 1.000 0,-3.000 3.000 1,-3.000 3.000-1,-2.000 4.000 0,-3.000-1.000 0,1.000-3.000 0,-1.000-3.000 1,1.000-2.000-1,-1.000-3.000 1,1.000 1.000-1,-1.000-1.000 0,1.000 1.000 0,-1.000-1.000 0,1.000 1.000 0,-1.000-1.000 0,1.000 1.000 0,1.000-1.000 1,3.000 1.000-1,3.000-1.000 1,4.000 1.000 0,-1.000-1.000 1,-3.000 1.000-1,-3.000-1.000-1,-2.000 1.000 1,-1.000-1.000 0,3.000 1.000-1,3.000-1.000 1,4.000 1.000 0,-1.000-1.000-1,-3.000 1.000 1,-3.000-1.000-1,-2.000 1.000 1,-5.000-1.000-1,-2.000 1.000-1,-3.000-1.000 0,-3.000 1.000-2,-1.000 1.000 0,4.000 3.000 1,3.000 3.000 1,3.000 4.000 0,-1.000 4.000 0,-2.000 6.000-3,-3.000 7.000-1,-3.000 6.000-3,-2.000 3.000-1,0.000 0.000 0,0.000 0.000-1,0.000 0.000-1,9.000-2.000 1,19.000-3.000 1,19.000-3.000 1,19.000-2.000 2,7.000-3.000-2,-3.000 1.000-5,-3.000-1.000-5,-2.000 1.000-6</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3:39"/>
    </inkml:context>
    <inkml:brush xml:id="br0">
      <inkml:brushProperty name="width" value="0.017808934673667" units="cm"/>
      <inkml:brushProperty name="height" value="0.017808934673667" units="cm"/>
      <inkml:brushProperty name="color" value="#000000"/>
      <inkml:brushProperty name="ignorePressure" value="0"/>
    </inkml:brush>
  </inkml:definitions>
  <inkml:trace contextRef="#ctx0" brushRef="#br0">53613.000 45261.000 823,'-66.000'-32.000'3,"-26.000"-10.000"6,-25.000-10.000 5,-26.000-11.000 7,-3.000-1.000 2,16.000 7.000 0,17.000 6.000-1,17.000 7.000 0,8.000 6.000-6,1.000 2.000-13,-1.000 4.000-13,0.000 4.000-13,1.000 1.000-4,2.000 0.000 4,2.000 0.000 5,1.000 0.000 4,-1.000 0.000 2,-6.000 0.000 3,-5.000 0.000 2,-4.000 0.000 2,-6.000-2.000 2,-5.000-3.000 0,-4.000-3.000 1,-6.000-4.000 0,-1.000-2.000 2,4.000-2.000 0,3.000-2.000 0,3.000-1.000 1,0.000-1.000 1,-6.000 2.000 1,-4.000 2.000 0,-6.000 2.000 2,-4.000 1.000 0,-3.000-1.000 0,-3.000 1.000 1,-4.000-1.000 0,0.000 3.000 0,3.000 2.000 0,4.000 4.000 1,3.000 3.000 0,0.000 3.000 0,-3.000-1.000 0,-3.000 0.000 0,-4.000 0.000 1,-3.000 0.000 0,-1.000 0.000 0,-2.000 0.000 0,-1.000 0.000 0,0.000 1.000 0,4.000 4.000-1,3.000 4.000-1,3.000 3.000-1,0.000 2.000-1,-5.000 2.000-2,-6.000 2.000 0,-4.000 1.000-1,-4.000 2.000-1,1.000-1.000-1,0.000 0.000 1,0.000 0.000-1,1.000 1.000 0,1.000 2.000 0,2.000 2.000-1,2.000 1.000 1,-1.000 2.000-1,-3.000 1.000 1,-4.000 2.000-1,-3.000 2.000 1,-4.000 4.000 0,-3.000 4.000 0,-3.000 5.000 1,-3.000 6.000-1,0.000 3.000 1,5.000 1.000-1,5.000 2.000 1,6.000 2.000-1,0.000 2.000-1,-3.000 1.000 2,-4.000 2.000-1,-3.000 2.000 0,0.000 3.000 1,0.000 5.000-1,3.000 5.000 1,1.000 5.000 0,3.000 2.000 0,4.000-2.000 0,2.000-2.000 0,4.000-1.000 0,2.000 0.000 0,-1.000 1.000 0,1.000 3.000 0,0.000 0.000 0,0.000 5.000 0,2.000 4.000 0,2.000 5.000 0,2.000 6.000-1,2.000 2.000 1,3.000-1.000 0,4.000 1.000 0,3.000 0.000 0,2.000 3.000 0,0.000 4.000 0,0.000 6.000-1,0.000 4.000 1,0.000 5.000-1,3.000 3.000 1,1.000 4.000-1,2.000 3.000 1,1.000 2.000-1,2.000 3.000 1,2.000 0.000-1,2.000 3.000 1,1.000 2.000-1,2.000 4.000 1,1.000 2.000 0,3.000 5.000-1,0.000 4.000 1,0.000 7.000-1,0.000 6.000 0,0.000 8.000-1,1.000 2.000 0,2.000-2.000 0,1.000-1.000 1,2.000-2.000 0,3.000 0.000 0,2.000 1.000 0,5.000 3.000-1,2.000 1.000 0,4.000 2.000 0,0.000 4.000-1,3.000 3.000-1,1.000 4.000 0,3.000 0.000-1,3.000-4.000 1,4.000-3.000 1,2.000-4.000 1,4.000 0.000 0,1.000 1.000 1,2.000 2.000-1,1.000 2.000 1,4.000 4.000 0,5.000 7.000 0,5.000 6.000-1,5.000 7.000 1,6.000 2.000-1,6.000-7.000 2,8.000-4.000 1,6.000-5.000 2,4.000 1.000-1,2.000 6.000 0,2.000 8.000-1,2.000 6.000-2,1.000 2.000 2,1.000-1.000 0,3.000-2.000 2,1.000-2.000 0,2.000 1.000 1,1.000 1.000 0,3.000 1.000-2,1.000 3.000 0,2.000-1.000-1,4.000-1.000 1,3.000-2.000-1,4.000-1.000-1,1.000-2.000 1,0.000 1.000 0,0.000-1.000-1,0.000 1.000 1,2.000-1.000 0,4.000 1.000-1,2.000 0.000 1,4.000-1.000 0,2.000 0.000 0,0.000-2.000-1,-1.000-2.000 0,1.000-1.000-1,1.000-3.000 0,1.000-3.000 0,2.000-4.000 1,2.000-3.000 0,2.000-2.000 1,3.000 1.000-2,4.000-1.000 1,3.000 0.000 0,3.000 2.000-1,2.000 0.000 1,1.000 3.000 0,2.000 1.000-1,3.000 1.000 2,5.000 0.000 2,5.000 0.000 2,6.000 1.000 3,4.000-3.000 0,6.000-3.000 0,4.000-3.000-2,6.000-4.000 0,4.000-4.000 0,3.000-5.000-2,4.000-5.000 0,3.000-5.000-1,2.000-7.000-1,2.000-8.000 0,2.000-9.000-1,2.000-8.000-1,2.000-9.000 1,3.000-8.000 0,4.000-8.000 0,3.000-9.000 1,1.000-6.000 0,-2.000-3.000-3,-1.000-4.000 0,-2.000-2.000-2,1.000-6.000-1,3.000-4.000 0,4.000-5.000-1,3.000-5.000 0,2.000-6.000-1,2.000-4.000 0,2.000-5.000 0,1.000-6.000-1,4.000-2.000 1,2.000 0.000 0,4.000 0.000 2,3.000 0.000 2,3.000-1.000 0,1.000-1.000 0,2.000-3.000 1,2.000-1.000 0,2.000-2.000 1,4.000-4.000-1,3.000-3.000-1,3.000-4.000 0,2.000-1.000 1,0.000 0.000 1,0.000 0.000 2,0.000-1.000 1,2.000-1.000 0,3.000-6.000 0,4.000-5.000 0,3.000-5.000 0,3.000-6.000-1,3.000-7.000-1,4.000-6.000 1,4.000-7.000-2,1.000-7.000 1,0.000-6.000-1,0.000-8.000 0,0.000-6.000 1,2.000-7.000-1,3.000-10.000 1,3.000-7.000-1,4.000-9.000 1,2.000-5.000-1,3.000-2.000-3,0.000-1.000-3,3.000-2.000-2,2.000-3.000 0,3.000-3.000 0,4.000-3.000 1,3.000-4.000 1,2.000 0.000-1,3.000 1.000-1,1.000 2.000-2,1.000 1.000-3,0.000 3.000 1,-3.000 0.000 0,-4.000 3.000 1,-4.000 1.000 2,-3.000 0.000-1,-6.000-4.000 1,-4.000-4.000 0,-6.000-2.000 0,-4.000-2.000 0,-3.000 2.000 2,-4.000 2.000 2,-3.000 2.000 1,-3.000-1.000 1,-4.000-1.000 1,-3.000-2.000 0,-4.000-1.000 1,-3.000-4.000 0,-6.000-5.000 3,-5.000-5.000 1,-5.000-5.000 3,-5.000-5.000 0,-5.000-6.000 1,-5.000-4.000 0,-5.000-5.000 0,-6.000-6.000 0,-7.000-7.000 0,-6.000-7.000 1,-7.000-6.000-1,-6.000-8.000 0,-2.000-6.000 0,-5.000-6.000-1,-2.000-8.000 0,-3.000-2.000-1,-1.000 2.000-1,-3.000 2.000 0,-1.000 1.000-1,-2.000 1.000 0,-4.000 0.000 0,-4.000 0.000-1,-2.000-1.000 0,-4.000 4.000 1,-4.000 4.000-1,-2.000 6.000 0,-5.000 5.000 0,-2.000 4.000 0,-4.000 6.000 0,-3.000 5.000 1,-4.000 5.000 0,-4.000 4.000 0,-8.000 4.000-1,-6.000 2.000 0,-7.000 5.000-1,-6.000 1.000 0,-5.000 3.000-1,-5.000 1.000-1,-5.000 2.000 0,-3.000-1.000 0,-2.000 0.000 0,-2.000-3.000 1,-1.000-1.000 0,-6.000-2.000 0,-11.000-2.000-1,-9.000-1.000-1,-11.000-2.000-1,-6.000-3.000-1,-4.000-3.000 2,-3.000-3.000 0,-4.000-3.000 2,-4.000-3.000-1,-8.000 1.000-1,-6.000 0.000-2,-7.000-1.000-2,-4.000-2.000 1,-1.000-5.000 0,-3.000-4.000 2,-1.000-7.000 1,-3.000-1.000 1,-6.000-1.000 1,-4.000 1.000 2,-6.000-1.000 0,-3.000 1.000 1,-2.000-1.000 0,-1.000 1.000 1,-2.000-1.000 0,-2.000 2.000 0,-1.000 4.000 1,-2.000 3.000 1,-2.000 3.000-1,-3.000 3.000 1,-6.000 4.000-1,-4.000 4.000 1,-5.000 2.000-1,-1.000 6.000 0,3.000 7.000 0,3.000 6.000-2,4.000 7.000 1,1.000 6.000-1,-2.000 5.000-1,-1.000 5.000 1,-3.000 5.000 0,0.000 3.000-1,0.000-1.000 1,0.000 1.000 0,0.000 0.000 1,2.000 3.000-2,6.000 10.000-5,4.000 7.000-3,6.000 9.000-5,3.000 6.000-2,1.000 1.000 2,3.000 1.000 2,1.000 2.000 0,6.000 6.000-3,10.000 7.000-12,10.000 9.000-10,10.000 9.000-11</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3:39"/>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54045.000 47446.000 999,'-156.000'-2.000'-6,"39.000"-3.000"-12,39.000-3.000-12,38.000-4.000-12</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3:41"/>
    </inkml:context>
    <inkml:brush xml:id="br0">
      <inkml:brushProperty name="width" value="0.0225927084684372" units="cm"/>
      <inkml:brushProperty name="height" value="0.0225927084684372" units="cm"/>
      <inkml:brushProperty name="color" value="#000000"/>
      <inkml:brushProperty name="ignorePressure" value="0"/>
    </inkml:brush>
  </inkml:definitions>
  <inkml:trace contextRef="#ctx0" brushRef="#br0">40369.000 40487.000 649,'-26.000'-27.000'2,"-1.000"0.000"6,0.000 0.000 5,0.000 0.000 6,4.000 7.000 3,9.000 13.000 2,8.000 14.000 3,8.000 13.000 2,5.000 8.000 0,0.000 4.000-4,-1.000 4.000-2,1.000 3.000-4,1.000 3.000-2,1.000 3.000-2,2.000 4.000-2,2.000 3.000-2,0.000 4.000-1,1.000 3.000-1,-1.000 3.000-2,1.000 4.000 0,0.000 5.000-1,2.000 7.000-1,2.000 6.000-1,1.000 7.000-2,1.000 6.000-1,0.000 5.000 1,1.000 5.000-1,-1.000 5.000 0,0.000 5.000-2,0.000 5.000 0,1.000 6.000-1,-1.000 4.000-2,0.000 2.000 0,0.000-2.000 2,0.000-1.000 1,1.000-2.000 2,-2.000-4.000-1,-1.000-7.000-4,-2.000-7.000-3,-2.000-6.000-3,-2.000-9.000-2,-4.000-7.000 1,-3.000-9.000 2,-3.000-8.000 1,-1.000-12.000 0,1.000-12.000-4,3.000-15.000-2,1.000-12.000-3,0.000-17.000-3,-2.000-19.000-4,-2.000-17.000-2,-1.000-20.000-4,-1.000-4.000-3,0.000 8.000-3,0.000 8.000-3,0.000 9.000-4</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3:42"/>
    </inkml:context>
    <inkml:brush xml:id="br0">
      <inkml:brushProperty name="width" value="0.0189062803983688" units="cm"/>
      <inkml:brushProperty name="height" value="0.0189062803983688" units="cm"/>
      <inkml:brushProperty name="color" value="#000000"/>
      <inkml:brushProperty name="ignorePressure" value="0"/>
    </inkml:brush>
  </inkml:definitions>
  <inkml:trace contextRef="#ctx0" brushRef="#br0">40612.000 40001.000 775,'14.000'25.000'2,"-1.000"-3.000"5,1.000-3.000 4,-1.000-4.000 4,0.000-1.000 2,-2.000 2.000-1,-2.000 2.000 0,-1.000 2.000-1,-1.000-1.000 1,3.000-1.000-1,0.000-2.000-1,3.000-2.000 1,1.000 0.000-1,-1.000 2.000 0,1.000 2.000-2,-1.000 1.000-1,1.000 1.000-3,2.000-3.000-3,2.000-1.000-3,1.000-1.000-5,2.000-2.000-1,-1.000 1.000-1,0.000-1.000-1,0.000 1.000 0,1.000-1.000 0,-1.000 1.000 1,0.000-1.000 1,0.000 1.000 0,1.000-1.000 0,-1.000 1.000-3,0.000-1.000-2,0.000 1.000-2,0.000 0.000 0,-3.000 2.000 2,-1.000 2.000 1,-1.000 1.000 2,-3.000 0.000 1,-1.000-1.000 0,-1.000-2.000 0,-3.000-1.000-1,-1.000 0.000 1,-2.000 3.000 1,-1.000 4.000 0,-2.000 3.000 1,-2.000 2.000 0,-2.000 0.000 2,-1.000 0.000 2,-2.000 0.000 1,-2.000 2.000 0,-4.000 3.000-1,-3.000 3.000-1,-4.000 4.000-1,-3.000 3.000 1,-3.000 4.000 0,-4.000 3.000 2,-3.000 3.000 2,-2.000 2.000 0,-2.000 0.000-1,-2.000 0.000 0,-2.000 0.000 0,-1.000 1.000 0,1.000 1.000-1,0.000 2.000 0,-1.000 2.000 0,1.000 1.000-1,-1.000-1.000 1,1.000 1.000-2,-1.000 0.000 1,2.000-2.000 0,4.000-4.000-1,3.000-2.000 1,3.000-4.000 1,4.000-4.000-2,3.000-3.000-2,4.000-3.000-2,2.000-4.000-1,5.000-3.000-2,2.000-6.000 1,4.000-5.000 1,4.000-5.000 1,2.000-5.000-1,4.000-5.000-4,4.000-5.000-2,2.000-6.000-4,4.000-2.000-4,1.000-3.000-6,2.000 0.000-6,1.000-3.000-6</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3:42"/>
    </inkml:context>
    <inkml:brush xml:id="br0">
      <inkml:brushProperty name="width" value="0.0261395834386349" units="cm"/>
      <inkml:brushProperty name="height" value="0.0261395834386349" units="cm"/>
      <inkml:brushProperty name="color" value="#000000"/>
      <inkml:brushProperty name="ignorePressure" value="0"/>
    </inkml:brush>
  </inkml:definitions>
  <inkml:trace contextRef="#ctx0" brushRef="#br0">42258.000 40783.000 561,'-51.000'0.000'0,"7.000"0.000"0,7.000 0.000 0,7.000 0.000 0,4.000 0.000 2,5.000 0.000 4,2.000 0.000 5,4.000 0.000 4,6.000 2.000 4,11.000 3.000 4,10.000 4.000 5,10.000 2.000 3,2.000 3.000 0,-4.000-1.000-7,-6.000 1.000-5,-5.000-1.000-7,-1.000 2.000-3,1.000 4.000-3,2.000 3.000-3,2.000 3.000-1,1.000 4.000-1,2.000 3.000 0,2.000 3.000 1,1.000 4.000 0,1.000 2.000 0,-3.000 2.000-4,-1.000 2.000-2,-1.000 1.000-3,-2.000 3.000 0,1.000 4.000 0,-1.000 2.000 2,1.000 4.000 1,-1.000 1.000 0,1.000-2.000 0,-1.000-1.000 0,0.000-3.000-1,1.000-1.000 0,-1.000-4.000 0,1.000-4.000 2,-1.000-3.000 0,1.000-3.000 0,-1.000-4.000 1,1.000-3.000 1,-1.000-3.000 0,2.000-4.000 0,1.000-6.000 1,1.000-5.000-1,3.000-4.000 0,-1.000-7.000 0,-1.000-6.000 0,-2.000-8.000 0,-2.000-5.000 1,0.000-8.000-1,-1.000-6.000 1,1.000-7.000-1,-1.000-7.000 0,2.000-6.000 0,1.000-5.000 0,1.000-5.000 1,3.000-5.000 0,-1.000-3.000-1,-1.000-2.000-1,-2.000-1.000-3,-2.000-3.000-2,0.000 1.000 0,-1.000 1.000-1,1.000 2.000-1,-1.000 2.000 1,0.000 0.000-1,-2.000-2.000 1,-2.000-2.000-1,-2.000-1.000 1,1.000 1.000 0,1.000 6.000 3,2.000 4.000 0,2.000 6.000 2,0.000 4.000 2,-2.000 6.000-1,-2.000 4.000 0,-2.000 6.000 1,0.000 4.000 0,0.000 4.000 1,0.000 2.000 1,-1.000 4.000 1,2.000 7.000 1,1.000 10.000-1,2.000 10.000 0,2.000 10.000 0,-1.000 7.000-1,-1.000 4.000 1,-1.000 2.000-2,-3.000 4.000 0,0.000 3.000 1,0.000 1.000 2,0.000 2.000 1,-1.000 2.000 3,2.000 3.000-1,1.000 5.000 1,2.000 5.000-1,2.000 5.000 0,1.000 2.000 0,2.000-2.000 0,2.000-2.000 1,1.000-1.000 0,1.000-1.000 1,-3.000 0.000 1,-1.000 0.000 0,-1.000 0.000 2,-1.000-2.000-1,2.000-3.000 0,2.000-3.000-1,1.000-4.000-1,1.000-3.000 0,0.000-4.000 3,1.000-3.000 2,-1.000-3.000 3,0.000-5.000 0,0.000-5.000-1,1.000-4.000-2,-1.000-6.000 0,0.000-3.000-1,0.000-2.000 0,1.000-1.000-1,-1.000-2.000 1,0.000-5.000-1,0.000-6.000-1,0.000-7.000-1,1.000-6.000 0,-2.000-6.000-3,-1.000-3.000 0,-2.000-3.000-2,-2.000-4.000-2,0.000-4.000 0,2.000-5.000 1,2.000-5.000 2,2.000-6.000 1,-1.000 0.000-2,-1.000 0.000-3,-2.000 3.000-3,-2.000 1.000-4,-1.000 1.000-1,-2.000 0.000-1,-2.000 0.000 1,-2.000 0.000 0,0.000 0.000-1,0.000 0.000 0,0.000 1.000-2,-1.000-1.000 0,0.000 0.000-2,-1.000 3.000 0,-3.000 1.000-2,-1.000 2.000-1,-2.000 3.000 0,-1.000 3.000 2,-3.000 3.000 2,-1.000 3.000 2,0.000 3.000-1,-1.000-1.000-3,0.000 0.000-3,0.000 1.000-3,1.000 1.000 0,-1.000 3.000 2,0.000 4.000 2,0.000 3.000 2,2.000 3.000-4,4.000 4.000-10,2.000 3.000-9,4.000 4.000-10</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3:42"/>
    </inkml:context>
    <inkml:brush xml:id="br0">
      <inkml:brushProperty name="width" value="0.0184827819466591" units="cm"/>
      <inkml:brushProperty name="height" value="0.0184827819466591" units="cm"/>
      <inkml:brushProperty name="color" value="#000000"/>
      <inkml:brushProperty name="ignorePressure" value="0"/>
    </inkml:brush>
  </inkml:definitions>
  <inkml:trace contextRef="#ctx0" brushRef="#br0">44874.000 40352.000 793,'0.000'-41.000'0,"0.000"1.000"0,0.000-1.000 0,0.000 1.000 0,0.000 3.000 2,0.000 7.000 4,0.000 6.000 4,0.000 7.000 5,0.000 11.000 4,0.000 15.000 4,0.000 16.000 6,0.000 15.000 5,-1.000 3.000-2,-1.000-6.000-11,-3.000-6.000-8,0.000-8.000-11,-2.000 1.000-4,0.000 6.000-1,0.000 7.000 0,1.000 7.000-1,-1.000 5.000 0,0.000 3.000 0,0.000 4.000-1,1.000 3.000 1,-2.000 3.000-2,-1.000 1.000 0,-2.000 2.000-1,-2.000 1.000 0,0.000 1.000-2,-1.000-2.000-2,1.000-2.000-2,-1.000-1.000-2,0.000-1.000 0,-2.000 2.000 1,-2.000 2.000 0,-1.000 2.000 3,-1.000-2.000-1,-1.000-5.000 0,1.000-6.000-1,0.000-4.000-1,2.000-7.000 1,6.000-8.000 0,4.000-9.000 2,5.000-9.000-1,4.000-6.000 0,2.000-8.000-4,1.000-6.000-3,2.000-8.000-3</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3:43"/>
    </inkml:context>
    <inkml:brush xml:id="br0">
      <inkml:brushProperty name="width" value="0.0234230235219002" units="cm"/>
      <inkml:brushProperty name="height" value="0.0234230235219002" units="cm"/>
      <inkml:brushProperty name="color" value="#000000"/>
      <inkml:brushProperty name="ignorePressure" value="0"/>
    </inkml:brush>
  </inkml:definitions>
  <inkml:trace contextRef="#ctx0" brushRef="#br0">45036.000 40271.000 626,'13.000'-44.000'-14,"-2.000"20.000"11,-2.000 21.000 10,-2.000 20.000 11,0.000 12.000 4,0.000 3.000-2,0.000 3.000-3,-1.000 4.000-2,1.000 1.000-2,0.000 1.000-1,0.000-1.000-1,-1.000 1.000-1,2.000 0.000-1,1.000 2.000-2,2.000 2.000-2,2.000 1.000-2,-1.000 1.000-1,-1.000 0.000 2,-1.000 1.000 1,-3.000-1.000 1,2.000 0.000-1,2.000 0.000-1,5.000 0.000-3,2.000 1.000-1,2.000-2.000-1,-3.000-1.000 1,-1.000-2.000 0,-1.000-2.000 2,-3.000-3.000-1,-1.000-5.000 0,-2.000-5.000 0,-1.000-6.000 0,0.000-5.000 0,1.000-7.000 2,2.000-6.000 1,2.000-8.000 1,-1.000-8.000 0,-1.000-9.000-1,-2.000-11.000-3,-1.000-11.000-1,-1.000-4.000-2,-1.000 0.000 0,1.000 0.000-1,0.000 0.000-1,1.000-2.000 1,1.000-4.000 0,2.000-2.000 1,1.000-4.000 0,2.000-3.000 0,-1.000-1.000-4,1.000-2.000-4,-1.000-1.000-2,2.000-3.000-2,1.000-1.000 3,1.000-1.000 0,3.000-3.000 2,-1.000 1.000 1,-1.000 1.000-2,-2.000 2.000-1,-2.000 2.000-1,1.000 1.000 0,1.000-1.000 0,1.000 1.000 0,3.000-1.000 2,-2.000 6.000 0,-3.000 10.000 3,-3.000 10.000 3,-3.000 10.000 2,-2.000 8.000 2,2.000 7.000 0,2.000 7.000 1,2.000 7.000 1,-1.000 5.000 0,-4.000 6.000 0,-3.000 4.000 1,-3.000 6.000 0,-1.000 4.000 0,1.000 3.000 1,3.000 4.000 0,1.000 3.000 1,-1.000 3.000 1,0.000 4.000-2,-3.000 3.000 1,-1.000 4.000-1,0.000 2.000 2,1.000 2.000 4,3.000 1.000 4,1.000 2.000 3,-1.000 0.000 2,0.000-1.000-3,-3.000-3.000-1,-1.000-1.000-2,0.000 0.000 0,1.000-1.000 2,3.000 0.000 3,0.000 0.000 2,3.000 0.000 0,1.000 1.000-1,2.000-1.000-1,2.000 0.000-2,0.000-1.000-2,-2.000-1.000 0,-2.000-2.000 0,-2.000-2.000-1,0.000-1.000-2,0.000-2.000-5,0.000-2.000-2,-1.000-1.000-5,1.000-3.000-1,0.000-4.000 1,0.000-2.000 1,-1.000-4.000 2,2.000-5.000-1,1.000-4.000-4,2.000-5.000-3,2.000-6.000-3,0.000-3.000-13,1.000-1.000-21,-1.000-3.000-22,1.000 0.000-21</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3:43"/>
    </inkml:context>
    <inkml:brush xml:id="br0">
      <inkml:brushProperty name="width" value="0.0218680575489998" units="cm"/>
      <inkml:brushProperty name="height" value="0.0218680575489998" units="cm"/>
      <inkml:brushProperty name="color" value="#000000"/>
      <inkml:brushProperty name="ignorePressure" value="0"/>
    </inkml:brush>
  </inkml:definitions>
  <inkml:trace contextRef="#ctx0" brushRef="#br0">47571.000 37762.000 670,'-12.000'-11.000'1,"1.000"5.000"1,2.000 6.000 0,1.000 4.000 3,0.000 6.000 0,-1.000 7.000 3,-2.000 6.000 1,-2.000 8.000 2,0.000 6.000 1,0.000 7.000-1,-1.000 6.000-1,1.000 8.000-1,-2.000 8.000 0,-1.000 13.000 1,-2.000 11.000-1,-1.000 12.000 1,-1.000 11.000 0,0.000 10.000 0,-1.000 10.000 0,1.000 10.000-1,0.000 8.000 0,0.000 5.000 0,-1.000 5.000 0,1.000 5.000 0,0.000 4.000-1,0.000 4.000 0,0.000 3.000 1,-1.000 3.000-1,0.000 4.000 0,-1.000 3.000 0,-3.000 4.000 0,-1.000 3.000 0,1.000-3.000 0,3.000-8.000 0,3.000-9.000 0,4.000-7.000 0,1.000-9.000 0,-2.000-6.000-1,-2.000-7.000-1,-1.000-7.000 0,0.000-7.000-2,4.000-9.000-2,3.000-8.000 0,4.000-9.000-3,2.000-10.000 0,2.000-11.000-1,1.000-13.000 0,2.000-11.000-1,3.000-9.000-2,3.000-7.000-7,3.000-7.000-6,4.000-7.000-6,2.000-6.000-2,-1.000-4.000 5,1.000-6.000 3,-1.000-5.000 3,1.000-4.000 0,2.000-6.000-7,2.000-5.000-6,1.000-5.000-6,1.000-5.000-1,-2.000-5.000 4,-2.000-5.000 3,-2.000-5.000 5,-1.000-2.000 2,1.000 1.000 1,-1.000 3.000 1,1.000 1.000 2</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3:44"/>
    </inkml:context>
    <inkml:brush xml:id="br0">
      <inkml:brushProperty name="width" value="0.0205622650682926" units="cm"/>
      <inkml:brushProperty name="height" value="0.0205622650682926" units="cm"/>
      <inkml:brushProperty name="color" value="#000000"/>
      <inkml:brushProperty name="ignorePressure" value="0"/>
    </inkml:brush>
  </inkml:definitions>
  <inkml:trace contextRef="#ctx0" brushRef="#br0">47787.000 39731.000 713,'-10.000'-81.000'-1,"7.000"28.000"-3,6.000 26.000-1,7.000 27.000-3,5.000 16.000 1,1.000 5.000 1,1.000 5.000 3,3.000 5.000 1,0.000 4.000 2,0.000 4.000 0,0.000 3.000 1,1.000 4.000 0,-1.000 4.000 1,0.000 8.000-1,0.000 6.000 1,0.000 7.000-1,2.000 4.000 1,0.000 5.000-2,3.000 2.000 0,1.000 4.000-1,1.000 4.000 0,0.000 2.000 1,0.000 4.000 0,0.000 4.000 0,0.000 0.000 2,0.000-1.000 1,0.000-2.000 1,0.000-2.000 2,0.000-3.000 0,0.000-5.000 1,0.000-6.000 2,0.000-4.000-1,-1.000-9.000 2,-2.000-11.000-1,-1.000-12.000 1,-2.000-13.000 0,-1.000-8.000 1,0.000-7.000-1,1.000-7.000 1,-1.000-7.000-1,0.000-5.000 1,0.000-6.000 1,1.000-4.000 0,-1.000-6.000 1,-2.000-6.000 0,-2.000-6.000-1,-5.000-7.000 1,-2.000-7.000-1,-2.000-6.000-1,3.000-4.000 0,1.000-6.000-1,1.000-5.000-1,2.000-5.000-1,-1.000-5.000-1,1.000-5.000-2,-1.000-5.000-1,1.000-2.000-1,-1.000 2.000 2,1.000 1.000 1,-1.000 2.000 1,0.000 2.000-3,-2.000-1.000-4,-2.000 0.000-5,-1.000 0.000-5,-3.000-1.000-2,0.000-1.000 1,-3.000-3.000 0,-1.000 0.000 1,-1.000 0.000-1,0.000 6.000 0,0.000 5.000-1,0.000 5.000-1,0.000 5.000-1,0.000 2.000-1,0.000 4.000-1,0.000 4.000 0,0.000 2.000-1,0.000 1.000 0,0.000 2.000 1,0.000 2.000 1,2.000 5.000-3,3.000 9.000-2,3.000 8.000-3,4.000 8.000-3,2.000 5.000-1,-1.000 2.000 4,0.000 2.000 2,1.000 2.000 3</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3:44"/>
    </inkml:context>
    <inkml:brush xml:id="br0">
      <inkml:brushProperty name="width" value="0.0208013039082289" units="cm"/>
      <inkml:brushProperty name="height" value="0.0208013039082289" units="cm"/>
      <inkml:brushProperty name="color" value="#000000"/>
      <inkml:brushProperty name="ignorePressure" value="0"/>
    </inkml:brush>
  </inkml:definitions>
  <inkml:trace contextRef="#ctx0" brushRef="#br0">49648.000 40379.000 705,'26.000'-13.000'102,"-1.000"2.000"-24,-2.000 2.000-23,-2.000 1.000-25,-1.000 1.000-14,0.000-3.000-7,0.000-1.000-4,1.000-1.000-7,0.000-2.000-2,2.000-2.000 2,1.000-2.000 0,2.000-2.000 2,2.000-1.000-1,1.000-1.000-4,3.000-3.000-4,0.000-1.000-2,2.000-1.000-2,0.000 0.000 3,0.000 0.000 2,-1.000 0.000 3,-1.000 2.000-8,-3.000 3.000-19,-4.000 3.000-18,-3.000 4.000-18</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3:44"/>
    </inkml:context>
    <inkml:brush xml:id="br0">
      <inkml:brushProperty name="width" value="0.0181786641478539" units="cm"/>
      <inkml:brushProperty name="height" value="0.0181786641478539" units="cm"/>
      <inkml:brushProperty name="color" value="#000000"/>
      <inkml:brushProperty name="ignorePressure" value="0"/>
    </inkml:brush>
  </inkml:definitions>
  <inkml:trace contextRef="#ctx0" brushRef="#br0">50646.000 39812.000 806,'0.000'-109.000'-1,"0.000"23.000"-2,0.000 23.000-2,0.000 25.000-3,1.000 11.000 3,2.000 3.000 5,1.000 1.000 6,2.000 2.000 6,1.000 3.000 4,-1.000 3.000 2,1.000 3.000 2,0.000 3.000 2,0.000 3.000 0,3.000-1.000-4,1.000 0.000-3,1.000 0.000-3,3.000 3.000-3,1.000 5.000 0,1.000 5.000-2,3.000 5.000 0,-3.000 3.000-1,-4.000 2.000-1,-5.000 2.000-1,-6.000 1.000 0,-2.000 3.000-2,0.000 3.000 0,0.000 4.000-3,0.000 3.000-1,0.000 4.000-1,0.000 2.000 2,0.000 4.000 1,0.000 4.000 0,-1.000 1.000 1,-1.000 0.000-2,-2.000 1.000-1,-2.000-1.000-2,-1.000 0.000 0,0.000 0.000-2,1.000 0.000 1,-1.000 1.000-1,-2.000 0.000 0,-2.000 5.000-1,-5.000 2.000 1,-2.000 4.000-1,-2.000 0.000 1,3.000-3.000 1,1.000-4.000 1,1.000-3.000 1,1.000-2.000 1,-2.000 1.000-1,-2.000-1.000 1,-1.000 0.000 0,0.000-1.000 0,1.000-1.000 1,2.000-2.000 1,1.000-2.000 0,2.000-3.000 1,0.000-5.000 0,-1.000-5.000-1,1.000-5.000 0,2.000-12.000-7,5.000-16.000-11,5.000-16.000-11,5.000-18.000-13,4.000-6.000-2,1.000 5.000 6,2.000 6.000 7,2.000 4.000 5</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3:45"/>
    </inkml:context>
    <inkml:brush xml:id="br0">
      <inkml:brushProperty name="width" value="0.0214234311133623" units="cm"/>
      <inkml:brushProperty name="height" value="0.0214234311133623" units="cm"/>
      <inkml:brushProperty name="color" value="#000000"/>
      <inkml:brushProperty name="ignorePressure" value="0"/>
    </inkml:brush>
  </inkml:definitions>
  <inkml:trace contextRef="#ctx0" brushRef="#br0">50889.000 39650.000 684,'1.000'-37.000'0,"2.000"7.000"0,1.000 6.000 0,2.000 8.000 0,0.000 5.000 1,1.000 5.000 2,0.000 5.000 2,0.000 5.000 2,-1.000 5.000 1,-2.000 2.000 0,-2.000 5.000 2,-1.000 2.000 0,0.000 4.000 1,1.000 3.000 0,3.000 4.000 0,1.000 3.000 0,1.000 2.000 0,2.000-1.000-1,2.000 1.000 0,2.000 0.000-2,0.000 1.000 1,-2.000 4.000-1,-2.000 3.000 0,-2.000 4.000 0,1.000 1.000 0,1.000 0.000-3,2.000 0.000-3,2.000 0.000-1,0.000 1.000-1,-2.000-1.000 1,-2.000 0.000 1,-2.000 0.000 0,1.000 0.000 1,1.000-3.000-3,2.000-1.000-2,2.000-1.000-1,0.000-3.000-2,-3.000-1.000 0,0.000-2.000 0,-3.000-1.000 0,0.000-4.000 0,0.000-5.000 1,0.000-5.000 0,-1.000-5.000 0,1.000-7.000 0,0.000-11.000 2,0.000-10.000 0,-1.000-10.000 2,1.000-4.000 0,0.000 2.000 0,0.000 1.000 1,-1.000 2.000-1,1.000-3.000 1,0.000-9.000-1,-1.000-9.000 1,1.000-7.000-1,2.000-10.000 0,2.000-10.000-3,5.000-11.000-3,2.000-9.000-3,1.000 3.000 1,-4.000 17.000 1,-3.000 17.000 2,-4.000 16.000 2,-1.000 3.000 0,0.000-11.000-2,-1.000-13.000-3,1.000-11.000-2,1.000-5.000 0,1.000 1.000 1,2.000 2.000 3,2.000 2.000 1,0.000 2.000 1,1.000 4.000 0,-1.000 3.000 1,1.000 3.000 0,-1.000 4.000 1,0.000 3.000 3,1.000 3.000 2,-1.000 4.000 3,1.000 6.000 0,-1.000 8.000-1,1.000 9.000-1,-1.000 8.000-1,1.000 6.000 0,-1.000 3.000 1,1.000 4.000 0,-1.000 3.000 1,0.000 4.000 0,-2.000 5.000 0,-2.000 6.000-2,-1.000 4.000 0,-1.000 6.000 2,-1.000 4.000 3,1.000 6.000 4,0.000 4.000 5,0.000 4.000 0,3.000-1.000 0,1.000 0.000-2,1.000 0.000 0,3.000 2.000-2,1.000 3.000 0,1.000 4.000-1,3.000 3.000-1,-1.000-1.000-1,-1.000-5.000 0,-2.000-5.000-2,-2.000-5.000-1,0.000-1.000 0,-1.000 1.000-1,1.000 1.000 1,-1.000 3.000-1,1.000-1.000-1,-1.000-1.000-3,0.000-2.000-2,1.000-2.000-2,0.000-3.000-3,2.000-5.000 1,2.000-5.000-1,1.000-6.000 0,1.000-3.000-2,-2.000-4.000-2,-2.000-3.000-4,-2.000-4.000-1</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3:47"/>
    </inkml:context>
    <inkml:brush xml:id="br0">
      <inkml:brushProperty name="width" value="0.019965086132288" units="cm"/>
      <inkml:brushProperty name="height" value="0.019965086132288" units="cm"/>
      <inkml:brushProperty name="color" value="#000000"/>
      <inkml:brushProperty name="ignorePressure" value="0"/>
    </inkml:brush>
  </inkml:definitions>
  <inkml:trace contextRef="#ctx0" brushRef="#br0">77107.000 41296.000 734,'-41.000'56.000'25,"25.000"-21.000"3,25.000-22.000 2,26.000-23.000 2,14.000-12.000-1,3.000-6.000-5,4.000-5.000-5,3.000-5.000-6,1.000-3.000-2,1.000-2.000-1,0.000-2.000-1,-1.000-1.000-1,4.000-3.000-2,4.000-4.000-5,5.000-2.000-3,6.000-4.000-4,0.000-2.000-1,-3.000 0.000 1,-4.000 1.000 1,-3.000-1.000 1,-2.000 3.000 0,-2.000 5.000 0,-2.000 5.000-2,-1.000 5.000 0,-3.000 3.000-1,0.000 2.000 2,-3.000 2.000 1,-1.000 1.000 1,-4.000 3.000 0,-4.000 4.000-2,-6.000 2.000 0,-5.000 4.000-3,-3.000 3.000 0,-2.000 1.000-1,-1.000 2.000 0,-2.000 2.000-1,-2.000 1.000 0,-2.000 2.000 0,-1.000 2.000 0,-2.000 2.000-1,-2.000 0.000 1,-4.000 0.000 0,-4.000 0.000 1,-2.000 1.000 0,-2.000-1.000-6,-1.000 0.000-12,1.000 0.000-13,0.000 1.000-13</inkml:trace>
</inkml:ink>
</file>

<file path=ppt/ink/ink1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3:47"/>
    </inkml:context>
    <inkml:brush xml:id="br0">
      <inkml:brushProperty name="width" value="0.0196777805685997" units="cm"/>
      <inkml:brushProperty name="height" value="0.0196777805685997" units="cm"/>
      <inkml:brushProperty name="color" value="#000000"/>
      <inkml:brushProperty name="ignorePressure" value="0"/>
    </inkml:brush>
  </inkml:definitions>
  <inkml:trace contextRef="#ctx0" brushRef="#br0">78753.000 39516.000 745,'61.000'0.000'72,"-11.000"0.000"-17,-12.000 0.000-17,-12.000 0.000-17,-5.000 0.000-9,2.000 0.000-1,1.000 0.000 0,2.000 0.000-1,1.000 0.000-2,0.000 0.000-2,0.000 0.000-3,0.000 0.000-3,0.000 0.000 0,0.000 0.000 1,0.000 0.000 1,0.000 0.000 1,0.000 0.000-1,0.000 0.000-4,0.000 0.000-3,0.000 0.000-3,0.000 0.000-2,0.000 0.000 1,0.000 0.000-1,0.000 0.000 1,-2.000 0.000 0,-3.000 3.000 1,-3.000 1.000-1,-4.000 2.000 2,-2.000 2.000 0,-2.000 1.000 1,-2.000 2.000 0,-2.000 2.000 2,-1.000 2.000 1,-1.000 3.000 0,-3.000 4.000 1,-1.000 3.000 0,-3.000 4.000 1,-3.000 3.000 0,-3.000 4.000 1,-4.000 2.000 0,-3.000 4.000 1,-4.000 1.000-1,-3.000 1.000 0,-3.000 3.000 0,-4.000 1.000-1,-3.000 1.000 1,-3.000 3.000-2,-4.000 1.000 1,0.000 1.000-1,4.000 0.000 1,3.000 0.000 0,3.000 0.000 1,2.000-2.000-1,0.000-3.000-3,0.000-4.000-2,0.000-2.000-2,2.000-5.000-4,3.000-2.000-1,4.000-4.000-3,2.000-4.000-3,6.000-2.000-3,4.000-4.000-5,5.000-4.000-4,5.000-3.000-4</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3:47"/>
    </inkml:context>
    <inkml:brush xml:id="br0">
      <inkml:brushProperty name="width" value="0.0183280352503061" units="cm"/>
      <inkml:brushProperty name="height" value="0.0183280352503061" units="cm"/>
      <inkml:brushProperty name="color" value="#000000"/>
      <inkml:brushProperty name="ignorePressure" value="0"/>
    </inkml:brush>
  </inkml:definitions>
  <inkml:trace contextRef="#ctx0" brushRef="#br0">80074.000 39327.000 800,'-23.000'-96.000'-1,"6.000"23.000"-3,7.000 24.000-1,6.000 24.000-2,5.000 12.000 4,2.000 2.000 12,1.000 2.000 11,2.000 2.000 12,1.000 3.000 3,-1.000 8.000-8,1.000 6.000-6,0.000 7.000-7,0.000 4.000-5,-1.000 1.000-1,1.000 3.000-1,0.000 1.000-1,0.000 2.000-1,3.000 1.000 1,1.000 2.000 0,1.000 2.000 1,1.000 2.000-2,-2.000 1.000-3,-2.000 2.000-2,-1.000 2.000-4,-2.000 1.000 0,-2.000 2.000 1,-2.000 2.000 1,-1.000 1.000 2,0.000 0.000-1,2.000-1.000-4,1.000-2.000-3,2.000-2.000-3,0.000-1.000-1,-2.000-2.000 1,-2.000-2.000 2,-1.000-1.000 2,-1.000-2.000 0,0.000 1.000-1,0.000 0.000 0,0.000 0.000 0,0.000-2.000-1,0.000-4.000 0,0.000-2.000 1,0.000-5.000 0,-1.000-5.000-5,-4.000-8.000-7,-4.000-9.000-10,-3.000-8.000-8,1.000-5.000-1,2.000-2.000 8,4.000-2.000 7,3.000-1.000 7,1.000-2.000 5,-1.000 1.000 3,-2.000 0.000 3,-2.000 0.000 2</inkml:trace>
</inkml:ink>
</file>

<file path=ppt/ink/ink1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3:47"/>
    </inkml:context>
    <inkml:brush xml:id="br0">
      <inkml:brushProperty name="width" value="0.0203758422285318" units="cm"/>
      <inkml:brushProperty name="height" value="0.0203758422285318" units="cm"/>
      <inkml:brushProperty name="color" value="#000000"/>
      <inkml:brushProperty name="ignorePressure" value="0"/>
    </inkml:brush>
  </inkml:definitions>
  <inkml:trace contextRef="#ctx0" brushRef="#br0">80263.000 38626.000 719,'13.000'-37.000'2,"-2.000"9.000"4,-2.000 9.000 4,-1.000 8.000 3,-1.000 6.000 3,3.000 3.000 1,1.000 4.000 0,1.000 3.000 2,2.000 3.000-2,-1.000 1.000-1,1.000 2.000-2,-1.000 2.000-2,1.000-1.000-2,2.000-1.000 1,2.000-2.000-1,2.000-1.000 1,0.000-2.000-2,0.000-2.000 0,0.000-1.000-2,0.000-2.000-1,2.000-1.000-1,4.000 0.000 1,2.000 0.000 1,4.000 0.000 0,1.000 0.000 1,-2.000 0.000-3,-1.000 0.000 0,-2.000 0.000-3,0.000-2.000 0,1.000-3.000-1,2.000-4.000 0,2.000-2.000-2,0.000-3.000 0,-2.000 1.000-4,-1.000-1.000-2,-3.000 1.000-3,0.000-1.000 0,0.000 1.000 1,0.000-1.000 2,0.000 1.000 2,-1.000 0.000 0,-1.000 2.000-1,-2.000 2.000 0,-2.000 1.000 0,-2.000 2.000-1,-1.000 2.000 1,-2.000 2.000 1,-2.000 1.000 0,-1.000 3.000 1,-2.000 6.000 1,-2.000 4.000 1,-1.000 6.000 3,-2.000 4.000 0,-2.000 3.000 0,-2.000 4.000 1,-1.000 3.000 0,-2.000 3.000 0,-1.000 4.000 1,-2.000 3.000 0,-2.000 4.000 1,-1.000 0.000 1,0.000-1.000-1,0.000-2.000 1,1.000-2.000 1,-1.000 1.000-1,0.000 1.000-1,0.000 1.000-2,1.000 3.000-1,0.000 0.000 0,2.000 0.000 0,1.000 0.000 1,2.000 0.000 0,1.000 0.000-2,0.000-3.000-5,0.000-1.000-6,0.000-1.000-4,0.000-3.000-2,0.000-1.000 2,0.000-2.000 2,0.000-1.000 2,0.000-3.000-2,0.000-3.000-6,0.000-4.000-6,0.000-3.000-5,-2.000-6.000-2,-6.000-8.000-1,-5.000-9.000 0,-4.000-9.000 1</inkml:trace>
</inkml:ink>
</file>

<file path=ppt/ink/ink1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3:48"/>
    </inkml:context>
    <inkml:brush xml:id="br0">
      <inkml:brushProperty name="width" value="0.0210371073335409" units="cm"/>
      <inkml:brushProperty name="height" value="0.0210371073335409" units="cm"/>
      <inkml:brushProperty name="color" value="#000000"/>
      <inkml:brushProperty name="ignorePressure" value="0"/>
    </inkml:brush>
  </inkml:definitions>
  <inkml:trace contextRef="#ctx0" brushRef="#br0">80263.000 39300.000 697,'-12.000'13.000'1,"4.000"1.000"3,3.000-1.000 3,3.000 1.000 2,5.000-2.000 2,4.000-4.000-1,6.000-3.000-1,5.000-3.000-1,3.000-2.000 0,2.000 0.000-1,1.000 0.000-1,2.000 0.000-1,1.000-1.000-3,0.000-2.000-3,0.000-1.000-5,0.000-2.000-3,1.000-1.000-3,1.000-3.000 1,3.000-1.000 0,0.000-1.000 0,3.000-2.000 0,1.000 1.000 1,2.000-1.000 2,2.000 1.000 0,-1.000-1.000-1,-1.000 1.000-1,-1.000-1.000-2,-3.000 1.000-2,-2.000 1.000 0,-3.000 4.000 2,-4.000 3.000 0,-3.000 3.000 2,-3.000 2.000 1,-1.000 0.000-1,-2.000 0.000 1,-2.000 0.000 0,-2.000 2.000 0,-3.000 3.000 3,-4.000 3.000 1,-4.000 4.000 2,-3.000 3.000 2,-6.000 4.000-1,-4.000 3.000 1,-6.000 3.000 1,-4.000 3.000 0,-3.000 1.000 2,-4.000 2.000 2,-3.000 2.000 2,-3.000 2.000 0,-1.000 1.000 0,-2.000 2.000 0,-1.000 2.000-1,-3.000 0.000 1,-1.000 0.000 1,-1.000 1.000 3,-3.000-1.000 1,2.000 0.000 0,3.000-2.000-1,3.000-2.000-1,4.000-1.000-1,-1.000 0.000 2,-3.000 4.000 7,-3.000 3.000 5,-3.000 4.000 6,2.000-4.000 3,8.000-10.000-1,9.000-10.000-2,8.000-10.000-1,8.000-7.000 0,7.000 0.000-2,6.000-3.000 1,7.000-1.000-1,4.000-1.000-3,-1.000 0.000-4,1.000 0.000-6,-1.000 0.000-3,3.000-3.000-5,5.000-4.000-2,5.000-6.000-2,6.000-4.000-3,1.000-4.000-1,1.000 1.000 1,0.000 0.000 0,0.000 0.000 2,0.000-1.000-4,2.000 1.000-6,2.000 0.000-7,2.000 0.000-7,0.000-1.000-1,-3.000-2.000 4,0.000-2.000 4,-3.000-1.000 4,0.000-1.000 0,0.000 0.000-1,-1.000 0.000-3,1.000 0.000-1,-1.000 1.000 0,-2.000 2.000 1,-1.000 1.000 1,-3.000 2.000 2,-1.000 1.000-2,-4.000 0.000-3,-4.000-1.000-5,-3.000 1.000-4</inkml:trace>
</inkml:ink>
</file>

<file path=ppt/ink/ink1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3:48"/>
    </inkml:context>
    <inkml:brush xml:id="br0">
      <inkml:brushProperty name="width" value="0.0221773572266102" units="cm"/>
      <inkml:brushProperty name="height" value="0.0221773572266102" units="cm"/>
      <inkml:brushProperty name="color" value="#000000"/>
      <inkml:brushProperty name="ignorePressure" value="0"/>
    </inkml:brush>
  </inkml:definitions>
  <inkml:trace contextRef="#ctx0" brushRef="#br0">80722.000 38329.000 661,'-59.000'-108.000'0,"17.000"27.000"-1,16.000 27.000 0,18.000 27.000 0,9.000 18.000 1,1.000 8.000 4,3.000 9.000 5,0.000 8.000 3,2.000 5.000 0,0.000 1.000-2,0.000 3.000-4,-1.000 1.000-3,1.000 2.000-2,0.000 1.000 2,0.000 2.000-1,-1.000 2.000 2,2.000 5.000 0,1.000 9.000 1,2.000 7.000 1,2.000 10.000 0,-1.000-2.000 0,-4.000-10.000-1,-3.000-10.000-3,-3.000-10.000-1,-1.000-1.000 0,1.000 6.000 1,2.000 7.000 1,2.000 6.000 1,0.000 5.000 1,-2.000 2.000-2,-1.000 1.000 0,-2.000 2.000-1,-1.000 1.000 0,0.000 2.000-1,0.000 2.000 0,0.000 2.000 0,-1.000 1.000 0,-2.000 2.000 1,-1.000 2.000 0,-2.000 1.000 1,-1.000 1.000 1,-3.000 0.000-1,-1.000 1.000 1,-1.000-1.000-1,-1.000-2.000 1,2.000-3.000 1,2.000-3.000 0,1.000-4.000 1,2.000-1.000 0,-1.000 0.000 0,0.000 0.000-1,0.000-1.000-1,2.000-4.000 1,4.000-11.000 2,2.000-9.000 1,4.000-11.000 1,4.000-6.000 2,3.000-1.000-1,3.000-2.000 1,3.000-1.000 0,4.000-4.000-1,4.000-2.000 0,2.000-4.000-2,4.000-4.000 1,1.000-1.000-2,-2.000-3.000-2,-1.000-1.000-1,-2.000-2.000-1,-1.000-2.000 0,0.000-4.000 0,0.000-3.000 1,-1.000-4.000 2,1.000-1.000-2,0.000 0.000-2,0.000-1.000-3,0.000 1.000-3,-1.000 0.000 0,-1.000 0.000 0,-2.000-1.000 2,-2.000 1.000 0,-2.000 0.000 0,-1.000 0.000-2,-2.000 0.000-2,-2.000-1.000-2,0.000 2.000 0,-1.000 1.000 0,1.000 2.000 1,-1.000 2.000 1,0.000 0.000-4,-2.000 1.000-8,-2.000-1.000-10,-1.000 1.000-8,-2.000-1.000-4,-2.000 1.000 2,-2.000-1.000 0,-1.000 1.000 2,0.000 0.000 2,2.000 2.000 2,1.000 2.000 4,2.000 2.000 3</inkml:trace>
</inkml:ink>
</file>

<file path=ppt/ink/ink2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3:48"/>
    </inkml:context>
    <inkml:brush xml:id="br0">
      <inkml:brushProperty name="width" value="0.0200721193104982" units="cm"/>
      <inkml:brushProperty name="height" value="0.0200721193104982" units="cm"/>
      <inkml:brushProperty name="color" value="#000000"/>
      <inkml:brushProperty name="ignorePressure" value="0"/>
    </inkml:brush>
  </inkml:definitions>
  <inkml:trace contextRef="#ctx0" brushRef="#br0">81963.000 38895.000 730,'-97.000'0.000'2,"25.000"0.000"2,23.000 0.000 4,24.000 0.000 3,15.000 0.000 4,6.000 0.000 4,8.000 0.000 5,6.000 0.000 4,4.000 0.000 0,2.000 0.000-5,2.000 0.000-4,1.000 0.000-6,2.000-1.000-2,2.000-5.000-1,2.000-2.000-2,1.000-4.000-1,1.000-1.000-1,0.000-1.000 2,0.000 1.000 0,0.000-1.000 1,0.000 1.000-3,-1.000-1.000-3,1.000 1.000-6,0.000-1.000-5,0.000 1.000-1,0.000-1.000 2,0.000 1.000 2,0.000-1.000 2,1.000 0.000-4,2.000-2.000-6,1.000-2.000-9,2.000-1.000-7,-1.000 0.000-3,-4.000 1.000 5,-2.000 2.000 5,-4.000 2.000 3,-3.000 1.000 0,-1.000 2.000-4,-2.000 2.000-4,-2.000 1.000-5,0.000 1.000 1,-1.000-3.000 4,1.000-1.000 6,-1.000-1.000 4</inkml:trace>
</inkml:ink>
</file>

<file path=ppt/ink/ink2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3:49"/>
    </inkml:context>
    <inkml:brush xml:id="br0">
      <inkml:brushProperty name="width" value="0.0159838031977415" units="cm"/>
      <inkml:brushProperty name="height" value="0.0159838031977415" units="cm"/>
      <inkml:brushProperty name="color" value="#000000"/>
      <inkml:brushProperty name="ignorePressure" value="0"/>
    </inkml:brush>
  </inkml:definitions>
  <inkml:trace contextRef="#ctx0" brushRef="#br0">82097.000 38356.000 917,'-12.000'-37.000'-2,"1.000"6.000"-5,2.000 8.000-3,1.000 6.000-6,3.000 3.000 2,3.000 1.000 7,4.000-1.000 6,3.000 1.000 7,3.000 2.000 4,4.000 5.000 3,3.000 5.000 2,4.000 5.000 2,-1.000 6.000 1,-2.000 4.000-2,-5.000 5.000-3,-2.000 6.000-1,-2.000 9.000-3,3.000 16.000-2,1.000 15.000-4,1.000 15.000-3,0.000 2.000-1,-3.000-12.000 0,-4.000-12.000-1,-4.000-12.000 0,0.000 0.000 0,2.000 10.000-2,1.000 9.000-1,2.000 11.000-2,0.000 7.000 1,-2.000 3.000 0,-2.000 3.000 0,-1.000 4.000 2,-1.000 0.000 0,0.000-4.000 2,0.000-3.000 1,0.000-4.000 2,0.000-2.000 0,0.000-4.000 0,0.000-4.000 0,0.000-3.000 0,0.000-4.000 0,0.000-5.000 2,0.000-5.000 2,0.000-6.000 2,0.000-5.000 0,0.000-7.000-2,0.000-6.000-1,0.000-8.000-2,-1.000-3.000-1,-1.000-3.000-3,-2.000-1.000-1,-2.000-1.000-3,-1.000-4.000-2,0.000-5.000-3,1.000-6.000-4,-1.000-4.000-4,0.000-3.000 0,0.000 1.000 4,1.000-1.000 2,-1.000 0.000 4,0.000 1.000-1,0.000-1.000-6,1.000 0.000-7,-1.000 0.000-5</inkml:trace>
</inkml:ink>
</file>

<file path=ppt/ink/ink2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3:49"/>
    </inkml:context>
    <inkml:brush xml:id="br0">
      <inkml:brushProperty name="width" value="0.0173470415174961" units="cm"/>
      <inkml:brushProperty name="height" value="0.0173470415174961" units="cm"/>
      <inkml:brushProperty name="color" value="#000000"/>
      <inkml:brushProperty name="ignorePressure" value="0"/>
    </inkml:brush>
  </inkml:definitions>
  <inkml:trace contextRef="#ctx0" brushRef="#br0">81936.000 39381.000 845,'-25.000'1.000'-3,"6.000"5.000"1,4.000 2.000 2,6.000 4.000 3,2.000 2.000-1,-3.000 2.000 1,-1.000 2.000-1,-1.000 1.000 0,-1.000 1.000 0,2.000-3.000-1,2.000-1.000-1,1.000-1.000 1,1.000 0.000-1,-3.000 3.000 0,-1.000 4.000 0,-1.000 4.000 0,-2.000 0.000 1,1.000-2.000 1,-1.000-1.000 1,1.000-2.000 1,-1.000-1.000 0,1.000 0.000-3,-1.000 1.000-1,1.000-1.000-2,-1.000-1.000-1,1.000-1.000 2,-1.000-2.000 2,1.000-2.000 0,3.000-3.000-3,6.000-5.000-11,8.000-5.000-9,6.000-5.000-10,5.000-5.000-3,4.000-2.000 6,3.000-5.000 4,3.000-2.000 6,2.000-4.000 4,0.000-3.000 3,0.000-4.000 4,0.000-3.000 3,1.000-1.000 2,1.000 2.000 1,2.000 1.000 0,2.000 3.000 1,2.000-1.000 1,1.000-2.000-1,2.000-1.000 1,1.000-2.000 0,0.000 1.000 0,-3.000 3.000 3,-4.000 4.000 2,-4.000 3.000 2,-1.000 2.000-1,0.000 0.000-1,0.000 0.000-3,0.000-1.000-1,-1.000 2.000 2,-1.000 1.000 7,-2.000 2.000 8,-2.000 2.000 6,-2.000 2.000 4,-1.000 4.000-4,-2.000 3.000-2,-2.000 3.000-3,0.000 2.000 1,-1.000 0.000 3,1.000 0.000 4,-1.000 0.000 4,0.000 1.000-2,-2.000 1.000-6,-2.000 3.000-6,-2.000 0.000-7,0.000 2.000-8,0.000 0.000-13,0.000 0.000-10,-1.000-1.000-12,1.000 1.000-6,0.000 0.000-2,0.000 0.000-1,-1.000-1.000-1</inkml:trace>
</inkml:ink>
</file>

<file path=ppt/ink/ink2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3:49"/>
    </inkml:context>
    <inkml:brush xml:id="br0">
      <inkml:brushProperty name="width" value="0.0169875025749207" units="cm"/>
      <inkml:brushProperty name="height" value="0.0169875025749207" units="cm"/>
      <inkml:brushProperty name="color" value="#000000"/>
      <inkml:brushProperty name="ignorePressure" value="0"/>
    </inkml:brush>
  </inkml:definitions>
  <inkml:trace contextRef="#ctx0" brushRef="#br0">82907.000 38518.000 863,'-12.000'-10.000'3,"3.000"9.000"6,4.000 9.000 7,4.000 8.000 6,1.000 4.000 1,0.000 1.000-4,0.000-1.000-2,0.000 0.000-5,0.000 1.000-3,0.000 2.000-4,0.000 1.000-4,0.000 2.000-3,0.000 3.000-4,0.000 3.000 0,0.000 4.000-1,0.000 2.000 0,-1.000 3.000-1,-2.000-1.000 1,-1.000 1.000-1,-2.000-1.000 1,-1.000 2.000 0,-3.000 4.000 1,-1.000 3.000 1,-1.000 3.000 0,-2.000 1.000 1,1.000-2.000 1,-1.000-1.000 0,1.000-2.000 1,-1.000-1.000 2,1.000 1.000 0,-1.000-1.000 1,1.000 0.000 1,-2.000-1.000 0,-1.000-1.000 0,-1.000-2.000-1,-3.000-2.000-1,1.000-2.000 1,1.000-3.000 0,2.000-4.000 0,2.000-4.000 1,0.000-3.000-1,1.000-6.000 1,0.000-5.000-1,-1.000-4.000 0,5.000-11.000-4,8.000-15.000-5,9.000-15.000-6,7.000-16.000-7,4.000-2.000-2,-4.000 11.000 1,-3.000 9.000 0,-4.000 10.000 0,0.000 4.000 2,1.000-3.000-1,2.000-4.000 2,2.000-4.000 0</inkml:trace>
</inkml:ink>
</file>

<file path=ppt/ink/ink2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3:49"/>
    </inkml:context>
    <inkml:brush xml:id="br0">
      <inkml:brushProperty name="width" value="0.0217898804694414" units="cm"/>
      <inkml:brushProperty name="height" value="0.0217898804694414" units="cm"/>
      <inkml:brushProperty name="color" value="#000000"/>
      <inkml:brushProperty name="ignorePressure" value="0"/>
    </inkml:brush>
  </inkml:definitions>
  <inkml:trace contextRef="#ctx0" brushRef="#br0">83203.000 38733.000 673,'13.000'-22.000'2,"-2.000"11.000"4,-2.000 9.000 5,-1.000 10.000 5,-1.000 7.000 0,-1.000 1.000-1,1.000 1.000-2,0.000 3.000-2,-1.000 2.000-2,-2.000 3.000-2,-2.000 4.000-3,-1.000 3.000-1,-1.000 1.000-2,0.000 1.000 1,0.000 0.000 1,0.000 0.000 0,1.000 0.000 1,2.000 2.000 0,1.000 2.000 1,2.000 2.000 0,0.000 2.000 0,-2.000 4.000 0,-2.000 3.000-1,-1.000 3.000-1,0.000 0.000-1,2.000-3.000 0,1.000-4.000 0,2.000-2.000-1,1.000-4.000 1,3.000-1.000 2,1.000-2.000 1,1.000-1.000 2,2.000-2.000 0,-1.000-2.000 0,1.000-1.000-1,-1.000-3.000 0,1.000-3.000 0,3.000-7.000 2,0.000-7.000 2,3.000-7.000 2,1.000-4.000 0,1.000-1.000-1,3.000-2.000-2,1.000-2.000-1,2.000-4.000-1,1.000-7.000-1,2.000-7.000 0,2.000-6.000-1,1.000-6.000-1,0.000-2.000 1,0.000-4.000-1,-1.000-4.000-1,0.000-2.000-1,-2.000-2.000-2,-1.000-1.000-2,-2.000-2.000-3,-1.000-3.000-2,0.000-3.000-1,0.000-3.000-2,-1.000-4.000-1,1.000 0.000-1,-3.000 4.000 3,-1.000 3.000 1,-2.000 3.000 2,-2.000 2.000-3,-1.000 0.000-6,-2.000 0.000-6,-2.000 0.000-8,-2.000 0.000 0,-3.000 1.000 2,-4.000-1.000 4,-4.000 0.000 4,-1.000 3.000 0,0.000 7.000-1,0.000 7.000-1,0.000 7.000-2,1.000 3.000-1,2.000 0.000 1,1.000 0.000 1,2.000 0.000 0</inkml:trace>
</inkml:ink>
</file>

<file path=ppt/ink/ink2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06"/>
    </inkml:context>
    <inkml:brush xml:id="br0">
      <inkml:brushProperty name="width" value="0.0245629586279392" units="cm"/>
      <inkml:brushProperty name="height" value="0.0245629586279392" units="cm"/>
      <inkml:brushProperty name="color" value="#000000"/>
      <inkml:brushProperty name="ignorePressure" value="0"/>
    </inkml:brush>
  </inkml:definitions>
  <inkml:trace contextRef="#ctx0" brushRef="#br0">53669.000 14039.000 597,'19.000'18.000'4,"-2.000"-6.000"2,-4.000-4.000 2,-1.000-5.000 2,-3.000-3.000 2,-1.000 2.000-2,-1.000 1.000 1,-1.000 1.000-1,-1.000 1.000-1,2.000-2.000 0,1.000-1.000 0,1.000-1.000-1,2.000-1.000 0,-2.000 0.000-1,2.000 0.000 1,-1.000 0.000 0,0.000 0.000-1,2.000 0.000 1,1.000 0.000 0,2.000 0.000 0,0.000-1.000-1,0.000-1.000 0,0.000-1.000-1,-1.000-2.000-1,1.000 1.000 0,0.000 1.000 0,1.000 1.000 1,-1.000 2.000 0,0.000-1.000 1,2.000-1.000-3,1.000-1.000 0,1.000-2.000-1,1.000 1.000-1,1.000 1.000 1,-1.000 1.000 1,0.000 2.000 1,0.000-1.000-1,2.000-1.000 0,1.000-1.000-2,1.000-1.000-1,1.000-2.000 0,0.000 1.000 0,0.000 1.000 0,0.000-1.000 1,0.000 0.000 1,-2.000 2.000-1,-1.000 1.000 2,-1.000 1.000-1,-1.000 1.000 0,2.000-2.000-1,1.000-1.000-2,1.000-1.000 0,1.000-1.000-1,-2.000 2.000 1,-1.000 1.000 1,-1.000 2.000 1,-1.000 0.000 0,2.000 0.000 0,1.000 0.000-1,2.000 0.000 0,-1.000-1.000-1,-1.000-1.000 1,-1.000-1.000 1,-2.000-2.000 0,0.000 1.000 0,1.000 1.000 0,-1.000 1.000-1,-1.000 2.000 1,1.000 0.000-1,1.000 0.000 1,-1.000 0.000 0,0.000 0.000 0,-1.000 0.000 0,-1.000 0.000-1,-1.000 0.000 1,-2.000 0.000-1,2.000 0.000 1,2.000 2.000-1,2.000 1.000 1,3.000 1.000 0,-1.000 1.000 0,-2.000-2.000 0,-2.000-1.000 0,-2.000-1.000 0,-2.000-1.000-1,2.000 2.000 1,1.000 1.000 0,2.000 2.000 0,-1.000-1.000-1,1.000-1.000 1,1.000-1.000 1,-1.000-2.000-1,0.000 0.000 0,0.000 0.000 0,-1.000 0.000 0,2.000 0.000 0,-2.000 0.000 0,-1.000 0.000 0,-1.000 0.000-1,-1.000 0.000 1,0.000 0.000 0,2.000 0.000 0,4.000 0.000 0,2.000 0.000 0,-1.000 0.000-1,-1.000 0.000 1,-4.000 0.000 0,-2.000 0.000 0,1.000 0.000 0,2.000 0.000-1,2.000 0.000 0,2.000 0.000 0,2.000 0.000-1,-2.000 0.000 0,-1.000 0.000 0,-1.000 0.000 0,-1.000 0.000 0,2.000 0.000 0,1.000 0.000 0,2.000 0.000 1,-1.000 0.000 0,-1.000 0.000 0,-1.000 0.000-1,-2.000 0.000 0,1.000 0.000 0,1.000 0.000 1,1.000 0.000-1,2.000 0.000 1,0.000 0.000 0,0.000 0.000-1,0.000 0.000 0,0.000 0.000-1,-1.000 0.000-1,-1.000 0.000 2,-1.000 0.000-1,-2.000 0.000 1,0.000 0.000 1,1.000 0.000-1,-1.000 0.000 1,0.000 0.000 1,-1.000 0.000-1,1.000 0.000 0,1.000 0.000 0,-1.000 0.000 0,0.000 0.000-1,2.000 0.000-1,1.000 0.000-1,1.000 0.000-2,1.000 0.000 0,-2.000 0.000 1,-1.000 0.000 2,-1.000 0.000 0,-2.000 0.000 1,-1.000 0.000 0,-1.000 0.000 0,-1.000 0.000 0,-1.000 0.000 0,2.000 0.000 0,1.000 0.000 0,2.000 0.000 1,-1.000 0.000-1,-1.000 0.000 0,-1.000 0.000 0,-2.000 0.000 0,0.000 1.000 1,1.000 1.000-1,-2.000 1.000 1,2.000 2.000 0,-1.000-1.000 1,0.000-1.000-1,0.000-1.000 0,-1.000-2.000-1,1.000 0.000 0,0.000 0.000 0,1.000 0.000 1,-1.000 0.000-1,0.000 0.000 0,-1.000 0.000 2,2.000 0.000 0,-1.000 0.000 1,-1.000 0.000 0,-1.000 0.000 0,-1.000 0.000-1,-1.000 0.000-1,-4.000 0.000 0,-4.000 0.000 0,-6.000 0.000 1,-4.000 0.000-1,-4.000 0.000-1,2.000 0.000-5,-2.000 0.000-4,1.000 0.000-5,0.000 0.000 0,1.000 0.000 0,-2.000 0.000 3,2.000 0.000 1,-1.000 0.000-9,0.000-2.000-18,0.000-1.000-18,-1.000-1.000-19</inkml:trace>
</inkml:ink>
</file>

<file path=ppt/ink/ink2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06"/>
    </inkml:context>
    <inkml:brush xml:id="br0">
      <inkml:brushProperty name="width" value="0.0227279532700777" units="cm"/>
      <inkml:brushProperty name="height" value="0.0227279532700777" units="cm"/>
      <inkml:brushProperty name="color" value="#000000"/>
      <inkml:brushProperty name="ignorePressure" value="0"/>
    </inkml:brush>
  </inkml:definitions>
  <inkml:trace contextRef="#ctx0" brushRef="#br0">57950.000 13280.000 645,'-29.000'-37.000'-5,"5.000"8.000"3,3.000 8.000 2,5.000 8.000 3,1.000 4.000 1,0.000 2.000 0,-1.000 4.000 1,2.000 2.000 1,-2.000 1.000 0,2.000 0.000 1,-2.000 0.000 0,1.000 0.000 0,-1.000 0.000 1,-3.000 0.000 0,-2.000 0.000-1,-2.000 0.000 1,-2.000 0.000-1,2.000 0.000 0,1.000 0.000 0,1.000 0.000-1,2.000 1.000 0,-2.000 3.000 1,2.000 2.000 0,-2.000 3.000 0,1.000 1.000 0,-2.000 2.000-1,-1.000 1.000-1,-1.000 2.000 0,-1.000-1.000-1,2.000 2.000 1,1.000-1.000 1,2.000-1.000 0,0.000 1.000 0,2.000 0.000-2,1.000 1.000-1,1.000-1.000-1,1.000 1.000-1,-2.000 3.000 0,-1.000 2.000 1,-2.000 3.000 0,2.000 1.000 0,2.000 2.000-1,2.000 1.000-1,3.000 1.000-1,0.000 2.000 0,2.000 1.000 2,-2.000 1.000 0,1.000 1.000 2,0.000 3.000-1,-2.000 1.000 1,-1.000 4.000 0,-2.000 2.000-1,2.000 1.000 0,1.000 0.000 0,4.000-1.000 1,2.000 2.000-1,1.000 0.000 1,0.000 3.000 0,-1.000 2.000-1,2.000 3.000 1,-1.000 1.000 0,2.000-1.000 1,1.000 2.000 1,2.000-1.000 1,0.000-2.000 0,0.000-4.000 0,0.000-3.000-1,0.000-5.000-1,2.000-2.000 0,6.000-2.000-1,4.000-4.000 0,5.000-1.000 0,4.000-2.000 0,1.000-1.000 0,1.000 2.000 0,2.000-1.000 1,0.000-2.000-1,0.000-4.000-1,0.000-3.000-2,0.000-5.000-1,1.000-1.000 0,3.000-2.000 1,2.000-1.000 1,3.000-2.000 0,0.000 1.000 2,2.000-2.000-1,-2.000 2.000-1,1.000-1.000 1,1.000-2.000-1,-2.000-1.000-1,2.000-4.000 1,-1.000-1.000 0,0.000-2.000-1,0.000 0.000 1,0.000 0.000 0,-1.000 0.000 0,1.000 0.000 0,-2.000 0.000 0,-1.000 0.000 0,-1.000 0.000-1,-1.000-2.000 0,0.000-1.000 0,-1.000-4.000 0,1.000-1.000 1,0.000-3.000 0,-2.000-1.000-1,-1.000-1.000-1,-1.000-1.000 0,-1.000-1.000 0,2.000 0.000 0,1.000-1.000 1,1.000 2.000 1,0.000-3.000-1,-2.000-2.000-1,-4.000-2.000-1,-2.000-3.000-2,0.000 0.000 1,1.000 1.000 0,1.000 1.000 1,2.000 2.000 1,-1.000-1.000 0,-1.000-1.000-1,-1.000-1.000-3,-2.000-2.000 0,0.000 0.000-1,1.000-2.000 0,-1.000-1.000 0,0.000-1.000 1,-2.000-1.000 0,-1.000 0.000 0,-4.000-1.000 2,-1.000 2.000 0,-2.000-3.000 1,2.000-4.000 0,1.000-3.000 1,2.000-4.000 1,-2.000-2.000 0,-4.000 2.000-1,-3.000 1.000 0,-5.000 1.000-1,0.000 0.000 2,1.000-5.000 1,1.000-3.000 2,2.000-4.000 2,-1.000-3.000 1,-1.000 1.000-1,-1.000 1.000-1,-1.000-1.000-1,-3.000 0.000 1,-1.000 2.000 1,-4.000 1.000 1,-2.000 1.000 1,-1.000 3.000 1,-2.000 2.000 0,-1.000 2.000-2,-2.000 2.000 0,0.000 3.000 0,-2.000 1.000-1,-1.000 1.000 0,-2.000 1.000-1,0.000 4.000 0,-2.000 4.000 0,-1.000 6.000-2,-1.000 4.000-1,-3.000 5.000 1,-1.000 4.000-1,-4.000 3.000 1,-1.000 5.000 1,-4.000 2.000-2,-1.000 3.000-2,-4.000 2.000-3,-1.000 3.000-3,-2.000 2.000-1,2.000 2.000-1,1.000 4.000 0,2.000 1.000 0,-2.000 3.000-2,-2.000 1.000-3,-2.000 1.000-3,-2.000 2.000-3,-2.000 0.000 0,2.000 0.000 1,1.000 0.000 2,2.000 0.000 1,1.000-1.000 1,5.000-1.000-3,3.000-1.000-3,5.000-2.000-1,2.000 0.000-1,2.000-2.000 2,4.000-1.000 1,2.000-2.000 1,2.000 0.000 0,3.000-2.000-2,2.000-1.000-3,3.000-2.000-2</inkml:trace>
</inkml:ink>
</file>

<file path=ppt/ink/ink2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10"/>
    </inkml:context>
    <inkml:brush xml:id="br0">
      <inkml:brushProperty name="width" value="0.0243914574384689" units="cm"/>
      <inkml:brushProperty name="height" value="0.0243914574384689" units="cm"/>
      <inkml:brushProperty name="color" value="#000000"/>
      <inkml:brushProperty name="ignorePressure" value="0"/>
    </inkml:brush>
  </inkml:definitions>
  <inkml:trace contextRef="#ctx0" brushRef="#br0">56450.000 13260.000 601,'-44.000'28.000'16,"13.000"-2.000"3,12.000-2.000 3,13.000-2.000 3,7.000-4.000 0,5.000-2.000-2,3.000-2.000-2,5.000-3.000-3,2.000 0.000-1,2.000 1.000-2,4.000 1.000-2,2.000 1.000-1,1.000 1.000-1,0.000-2.000 0,0.000-1.000 0,0.000-2.000 0,0.000 1.000 0,0.000-2.000-2,0.000 2.000 0,0.000-1.000-1,0.000 0.000 0,2.000 0.000-1,1.000-1.000 0,1.000 2.000-1,1.000-2.000-1,-2.000 1.000 1,-1.000 0.000 0,-1.000 0.000-1,-2.000 1.000 1,-1.000 1.000-1,-1.000 1.000 1,-2.000 1.000-1,0.000 1.000-1,1.000-2.000 0,-1.000-1.000-1,0.000-2.000 0,-1.000 2.000-1,-1.000 1.000-1,-1.000 4.000 1,-2.000 2.000-1,0.000 0.000-2,-2.000 1.000-2,-1.000 1.000-3,-2.000-1.000-3,-1.000 0.000-2,-2.000 2.000 1,-4.000 1.000-1,-2.000 1.000 0,-1.000 0.000 1,-2.000-5.000 0,-1.000-3.000 0,-1.000-5.000 1,-3.000 0.000 1,-2.000 1.000-1,-2.000 1.000 1,-3.000 1.000-1,0.000 0.000 2,-2.000-3.000 1,2.000-2.000 1,-1.000-2.000 2,0.000-2.000 1,0.000 2.000-1,0.000 1.000 1,-1.000 2.000-2,1.000 0.000 2,-2.000 0.000 0,-1.000-1.000 1,-1.000 2.000 1,-1.000-1.000 0,0.000 2.000 1,-1.000 1.000 0,1.000 2.000 1,0.000 0.000 0,-2.000 0.000 0,-1.000 0.000 2,-1.000 0.000 0,-2.000 1.000 0,-1.000 2.000-1,-1.000 4.000-1,-2.000 1.000 0,1.000 2.000-2,1.000 0.000-2,1.000 0.000-2,2.000 0.000-2,0.000 0.000 0,0.000 0.000 1,0.000 0.000 2,0.000 0.000 1,1.000 0.000-2,3.000 0.000-7,2.000 0.000-7,3.000 0.000-6,2.000-2.000-1,2.000-6.000 4,4.000-4.000 4,1.000-5.000 4,2.000-3.000-3,1.000 0.000-7,-1.000-1.000-8,-1.000 1.000-8</inkml:trace>
</inkml:ink>
</file>

<file path=ppt/ink/ink2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12"/>
    </inkml:context>
    <inkml:brush xml:id="br0">
      <inkml:brushProperty name="width" value="0.0202094931155443" units="cm"/>
      <inkml:brushProperty name="height" value="0.0202094931155443" units="cm"/>
      <inkml:brushProperty name="color" value="#000000"/>
      <inkml:brushProperty name="ignorePressure" value="0"/>
    </inkml:brush>
  </inkml:definitions>
  <inkml:trace contextRef="#ctx0" brushRef="#br0">57310.000 14280.000 725,'-25.000'-9.000'18,"12.000"2.000"4,11.000 4.000 3,12.000 2.000 4,6.000 1.000 0,2.000 0.000-3,4.000 0.000-3,2.000 0.000-4,1.000-1.000-2,2.000-1.000-2,1.000-1.000-1,1.000-1.000-2,1.000-1.000-2,-2.000 2.000-2,-1.000 1.000-3,-1.000 1.000-3,0.000 0.000-2,3.000-3.000-1,2.000-2.000-2,3.000-3.000-2,0.000 0.000 0,-1.000 1.000 1,-1.000 1.000 2,-1.000 1.000 2,-1.000 1.000-2,-1.000-2.000-1,1.000-1.000-3,1.000-1.000-2,-2.000-1.000-2,-1.000-1.000 2,-1.000 1.000 0,-1.000 0.000 1,-1.000 0.000-2,0.000-2.000-5,0.000-1.000-4,0.000-2.000-5,-2.000 1.000-1,-1.000 1.000 2,-4.000 1.000 4,-2.000 1.000 2,-1.000 2.000-2,-2.000 1.000-7,-1.000 1.000-6,-2.000 1.000-6</inkml:trace>
</inkml:ink>
</file>

<file path=ppt/ink/ink2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12"/>
    </inkml:context>
    <inkml:brush xml:id="br0">
      <inkml:brushProperty name="width" value="0.0194181520491838" units="cm"/>
      <inkml:brushProperty name="height" value="0.0194181520491838" units="cm"/>
      <inkml:brushProperty name="color" value="#000000"/>
      <inkml:brushProperty name="ignorePressure" value="0"/>
    </inkml:brush>
  </inkml:definitions>
  <inkml:trace contextRef="#ctx0" brushRef="#br0">57789.000 13480.000 755,'-17.000'-16.000'21,"5.000"9.000"0,4.000 9.000-1,6.000 8.000 0,2.000 7.000-1,0.000 2.000-2,0.000 2.000-2,0.000 3.000-2,0.000 2.000 0,2.000 5.000 0,1.000 3.000 2,2.000 5.000 0,0.000 2.000-1,-1.000 2.000-4,2.000 4.000-2,-1.000 2.000-3,0.000 2.000-2,2.000 5.000-1,1.000 3.000-1,2.000 4.000-2,-1.000 2.000-1,-1.000 0.000-4,-1.000 1.000-2,-2.000-1.000-4,1.000 0.000-1,-1.000 0.000 0,0.000 0.000 0,0.000 0.000 1,0.000-6.000-2,-1.000-9.000 0,2.000-9.000-1,-1.000-12.000-2,0.000-3.000-4,-1.000 1.000-9,1.000 1.000-8,1.000 2.000-9</inkml:trace>
</inkml:ink>
</file>

<file path=ppt/ink/ink3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15"/>
    </inkml:context>
    <inkml:brush xml:id="br0">
      <inkml:brushProperty name="width" value="0.0197605974972248" units="cm"/>
      <inkml:brushProperty name="height" value="0.0197605974972248" units="cm"/>
      <inkml:brushProperty name="color" value="#000000"/>
      <inkml:brushProperty name="ignorePressure" value="0"/>
    </inkml:brush>
  </inkml:definitions>
  <inkml:trace contextRef="#ctx0" brushRef="#br0">58850.000 14100.000 742,'-16.000'18.000'1,"9.000"-4.000"2,9.000-3.000 3,8.000-4.000 1,6.000-3.000 2,1.000-1.000-2,1.000-1.000-1,2.000-1.000-1,0.000-1.000-1,2.000 0.000 0,1.000 0.000 0,2.000 0.000 0,0.000-1.000-1,2.000-1.000-1,1.000-1.000-1,2.000-1.000 0,0.000-2.000 0,2.000 1.000 0,1.000 1.000 2,1.000-1.000 1,2.000 0.000 0,-2.000 0.000-2,2.000-1.000 0,-1.000 2.000-2,-1.000-1.000 0,-1.000 2.000 2,-1.000 1.000 0,-1.000 2.000 1,-1.000-1.000 0,-1.000-1.000 0,2.000-1.000-1,-1.000-2.000-1,0.000 1.000 0,2.000 1.000 0,1.000 1.000 1,2.000 2.000 1,-1.000-1.000 0,-1.000-1.000-2,-1.000-1.000 0,-2.000-2.000-1,1.000 1.000 0,1.000 1.000-1,1.000 1.000-1,1.000 2.000 0,3.000-1.000 0,1.000-1.000 1,4.000-1.000 0,2.000-1.000 2,0.000-2.000 0,-1.000 1.000 0,-1.000 1.000 1,-1.000-1.000-1,-1.000 0.000 0,-1.000 2.000 1,2.000 1.000-1,-1.000 1.000 1,-1.000 1.000-1,2.000 0.000 1,-2.000 0.000 0,1.000 0.000 1,0.000 0.000-1,1.000 0.000 0,-2.000 0.000 0,2.000 0.000 0,-2.000 0.000-1,-1.000 0.000 1,-1.000 0.000 1,-1.000 0.000-1,-1.000 0.000 1,2.000 0.000 0,1.000 0.000-1,2.000 0.000 0,-2.000 1.000 0,-1.000 1.000 0,-4.000 1.000 1,-2.000 2.000-1,0.000 0.000 0,-2.000-1.000 0,2.000 1.000-1,-2.000 1.000 0,2.000-2.000 0,1.000-1.000 0,1.000-1.000 0,1.000-1.000 1,1.000-1.000 0,0.000 0.000-2,1.000 0.000 0,-1.000 0.000-2,0.000-1.000 1,2.000-1.000 0,1.000-1.000 1,2.000-1.000 0,-1.000-1.000 0,2.000 2.000 0,-2.000 1.000-1,1.000 1.000 0,0.000 1.000-1,-2.000-2.000 1,-1.000-1.000 1,-2.000-1.000 0,0.000-1.000 0,0.000 0.000 0,1.000-1.000 0,-1.000 2.000 0,-1.000-1.000 0,-1.000 2.000 0,-1.000 1.000 2,-2.000 2.000 0,1.000 0.000 0,-1.000 0.000 0,0.000 0.000-1,0.000 0.000 0,0.000 0.000 0,2.000 0.000 2,1.000 0.000 1,1.000 0.000 1,0.000 0.000 0,-3.000 0.000 0,-2.000 0.000-2,-2.000 0.000 0,-2.000 0.000 0,2.000 2.000 1,1.000 1.000 0,1.000 2.000 2,2.000-1.000 0,1.000-1.000 0,1.000-1.000-2,2.000-2.000 0,-2.000 0.000-1,-1.000 0.000 0,-4.000 0.000-2,-2.000 0.000 0,0.000 0.000 0,1.000 0.000 0,1.000 0.000 1,2.000 0.000 0,0.000-1.000 0,2.000-3.000-1,1.000-2.000-2,2.000-2.000 0,-2.000-2.000-1,-1.000 2.000 1,-4.000 1.000 1,-1.000 1.000 0,-2.000 1.000 1,0.000 1.000-2,0.000-1.000 0,0.000 0.000-2,-1.000-1.000 0,-1.000-1.000 0,-1.000-1.000 1,-2.000-2.000 0,0.000 2.000 1,-2.000 2.000 0,-1.000 2.000 1,-2.000 3.000-1,0.000 0.000 1,0.000-1.000-1,1.000-1.000 0,-1.000-2.000 0,0.000 1.000 0,-1.000 1.000 0,2.000 1.000 0,-1.000 2.000 0,0.000-1.000 1,0.000-1.000 1,-1.000-1.000 1,1.000-2.000 1,1.000 1.000 1,-1.000 1.000-1,-1.000 1.000 0,2.000 2.000 0,-2.000 0.000 0,-1.000 0.000-2,-1.000 0.000 1,-1.000 0.000-2,-2.000-1.000 0,2.000-1.000 1,-1.000-1.000-1,-1.000-1.000 1,2.000-2.000 0,1.000 1.000-1,1.000 1.000 1,1.000-1.000-1,1.000 0.000 0,-2.000 0.000 1,-1.000-1.000-1,-2.000 2.000 1,1.000-1.000-1,-2.000 2.000 0,2.000 1.000 0,-1.000 2.000-1,0.000 0.000 0,0.000 0.000-1,-1.000 0.000 0,2.000 0.000-1</inkml:trace>
</inkml:ink>
</file>

<file path=ppt/ink/ink3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15"/>
    </inkml:context>
    <inkml:brush xml:id="br0">
      <inkml:brushProperty name="width" value="0.0189660154283047" units="cm"/>
      <inkml:brushProperty name="height" value="0.0189660154283047" units="cm"/>
      <inkml:brushProperty name="color" value="#000000"/>
      <inkml:brushProperty name="ignorePressure" value="0"/>
    </inkml:brush>
  </inkml:definitions>
  <inkml:trace contextRef="#ctx0" brushRef="#br0">63889.000 13380.000 773,'12.000'10.000'26,"1.000"0.000"-4,4.000-1.000-5,2.000 1.000-4,0.000 1.000-1,1.000-2.000-1,0.000 2.000 0,1.000-1.000-1,0.000 0.000 0,3.000 0.000 0,2.000-1.000-2,3.000 2.000-1,1.000-1.000-1,2.000 2.000 2,1.000 1.000-1,2.000 2.000 2,-1.000-1.000-1,-1.000-1.000-1,-1.000-1.000-2,-2.000-1.000-2,0.000-1.000 0,-2.000 2.000-1,-1.000 1.000 0,-1.000 2.000-1,-2.000-1.000 0,-1.000-1.000 1,-1.000-1.000 0,-2.000-1.000 0,0.000-2.000-1,-2.000 1.000-1,-1.000 0.000-2,-1.000 0.000-2,-3.000 1.000 0,-1.000-1.000 0,-4.000 0.000 1,-1.000 0.000 1,-4.000 0.000-1,-1.000 2.000-2,-4.000 1.000-2,-1.000 2.000-3,-3.000-1.000 0,-1.000 2.000 1,-1.000-1.000 1,-2.000-1.000 2,-1.000 1.000-1,-2.000 0.000-2,-4.000 1.000-2,-1.000-1.000-1,-4.000 0.000-2,-2.000 2.000 2,-2.000 1.000 1,-2.000 1.000 1,-3.000 1.000 1,-1.000 1.000-2,-1.000-1.000-1,-1.000 0.000-1,1.000-2.000 0,5.000-1.000 2,6.000-4.000 1,5.000-1.000 3,1.000-2.000-3,-1.000 0.000-6,-1.000-1.000-5,-1.000 2.000-7</inkml:trace>
</inkml:ink>
</file>

<file path=ppt/ink/ink3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18"/>
    </inkml:context>
    <inkml:brush xml:id="br0">
      <inkml:brushProperty name="width" value="0.0184144824743271" units="cm"/>
      <inkml:brushProperty name="height" value="0.0184144824743271" units="cm"/>
      <inkml:brushProperty name="color" value="#000000"/>
      <inkml:brushProperty name="ignorePressure" value="0"/>
    </inkml:brush>
  </inkml:definitions>
  <inkml:trace contextRef="#ctx0" brushRef="#br0">64930.000 12640.000 796,'0.000'-34.000'4,"0.000"15.000"7,0.000 13.000 7,0.000 15.000 7,0.000 6.000 1,0.000 2.000-6,0.000 1.000-5,0.000 1.000-7,1.000 2.000-4,3.000 1.000 0,2.000 1.000-2,3.000 2.000-1,0.000 1.000-1,-1.000 3.000-1,-1.000 2.000 1,-1.000 2.000-1,-2.000 3.000 0,1.000 1.000 0,0.000 1.000-1,1.000 1.000 1,-1.000 3.000 0,0.000 4.000 1,0.000 3.000 2,-1.000 5.000 2,2.000 3.000 0,-2.000 6.000-3,1.000 4.000-2,0.000 5.000-1,0.000 4.000-2,1.000 1.000 2,-1.000 1.000-1,0.000 2.000 1,-1.000 1.000 1,-1.000 2.000 1,-1.000 4.000 2,-2.000 1.000 1,0.000 2.000 0,-2.000-2.000 0,-1.000-1.000-1,-1.000-2.000 1,-2.000-1.000-1,-1.000-5.000 2,-1.000-3.000 1,-1.000-4.000 2,-1.000-4.000-1,2.000-2.000 0,1.000-2.000-1,2.000-3.000-1,-1.000-3.000-1,1.000-5.000 1,0.000-6.000-1,1.000-5.000 0,-1.000-4.000 0,2.000-5.000-2,1.000-6.000 0,1.000-4.000-1,1.000-5.000 0,0.000-2.000 1,0.000-2.000 0,0.000-3.000 1,2.000-2.000-4,4.000-5.000-12,3.000-3.000-10,5.000-4.000-12,-1.000-4.000-2,-4.000-2.000 6,-3.000-2.000 5,-4.000-3.000 6,-2.000 0.000 4,2.000-1.000 2,1.000 0.000 2,1.000 0.000 1,1.000-1.000-1,1.000-1.000-3,-1.000-1.000-3,0.000-1.000-4</inkml:trace>
</inkml:ink>
</file>

<file path=ppt/ink/ink3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18"/>
    </inkml:context>
    <inkml:brush xml:id="br0">
      <inkml:brushProperty name="width" value="0.0182163249701262" units="cm"/>
      <inkml:brushProperty name="height" value="0.0182163249701262" units="cm"/>
      <inkml:brushProperty name="color" value="#000000"/>
      <inkml:brushProperty name="ignorePressure" value="0"/>
    </inkml:brush>
  </inkml:definitions>
  <inkml:trace contextRef="#ctx0" brushRef="#br0">65069.000 12500.000 805,'47.000'0.000'11,"-6.000"0.000"-2,-7.000 0.000-2,-6.000 0.000-2,-2.000 0.000 0,1.000 0.000 0,1.000 0.000 2,2.000 0.000 0,0.000 0.000 1,2.000 0.000-2,1.000 0.000-1,2.000 0.000-1,0.000 0.000 0,2.000 0.000-1,1.000 0.000 1,2.000 0.000 1,0.000 0.000-2,2.000 0.000-1,1.000 0.000-2,2.000 0.000-1,1.000 0.000-1,3.000 0.000 1,2.000 0.000 2,3.000 0.000 0,0.000 0.000 2,1.000 2.000-1,0.000 1.000-1,1.000 1.000 0,-1.000 1.000 1,0.000-2.000-1,0.000-1.000 1,-1.000-2.000 0,3.000 0.000 0,2.000 0.000 0,2.000 0.000-1,3.000 0.000 0,1.000 0.000-1,2.000-2.000-1,1.000-1.000 1,2.000-2.000-1,-2.000 1.000-1,-4.000-1.000 0,-3.000-1.000 0,-4.000 2.000-1,-3.000-2.000 0,1.000-1.000-1,0.000-1.000-1,1.000-2.000-2,-2.000 1.000 1,-1.000 1.000 1,-1.000 1.000 2,-1.000 2.000 1,-3.000 0.000 0,-1.000 2.000 1,-4.000 1.000 0,-2.000 1.000 0,-1.000 1.000 0,-2.000 0.000 0,-1.000 0.000 0,-2.000 0.000 0,0.000 0.000 1,-2.000 0.000 0,-1.000 0.000 1,-2.000 0.000 1,0.000 0.000 0,-2.000 0.000-1,-1.000 0.000-1,-1.000 0.000-1,-2.000 0.000 2,-1.000 0.000 1,-1.000 0.000 3,-2.000 0.000 2,1.000 0.000 1,1.000 0.000-2,1.000 0.000 1,2.000 0.000-2,-2.000 1.000 0,-1.000 1.000-1,-4.000 1.000-1,-2.000 2.000 0,-1.000-1.000-1,-2.000-1.000-1,-1.000-1.000-1,-2.000-1.000-1,1.000-1.000-1,-2.000 2.000 2,2.000 1.000 0,-1.000 2.000 1,-2.000 1.000 0,-2.000 5.000 0,-2.000 3.000-2,-2.000 5.000 0,-3.000 0.000-1,-1.000-1.000 1,-1.000-1.000 0,-2.000-2.000 1,0.000 1.000 0,-2.000 1.000-1,-1.000 1.000 1,-1.000 2.000-1,-1.000 0.000 1,0.000 2.000 0,-1.000 1.000 1,1.000 2.000 1,1.000 0.000 0,1.000 0.000 1,1.000 0.000 0,1.000 0.000 0,1.000 0.000 1,-2.000 2.000-1,-1.000 1.000-1,-1.000 1.000 0,-1.000 3.000 0,2.000 2.000-1,1.000 2.000 2,2.000 3.000-1,-1.000 0.000 0,-1.000 2.000 1,-1.000-1.000-1,-1.000-1.000 0,-1.000 2.000 0,2.000 1.000 0,1.000 1.000 1,1.000 2.000 0,2.000 1.000 0,-1.000 3.000 0,0.000 2.000-1,0.000 3.000 0,-1.000 1.000 0,1.000 2.000 0,0.000 1.000-1,1.000 1.000 0,-1.000 1.000 0,0.000-2.000 0,0.000-1.000 0,0.000-2.000 1,0.000 0.000-1,0.000-2.000 0,-1.000-1.000-1,1.000-1.000 1,0.000-1.000-2,1.000 2.000 0,-1.000 1.000-1,-1.000 1.000 0,2.000-1.000-1,-1.000-6.000 0,0.000-4.000-1,0.000-6.000 0,-1.000-1.000 0,1.000-2.000-2,0.000 2.000-1,1.000-1.000-1,-1.000-1.000 0,0.000-1.000 1,0.000-1.000 1,0.000-2.000 0,0.000 0.000-1,0.000-2.000-1,-1.000-1.000-2,1.000-1.000-2,0.000-3.000-1,-2.000-2.000 2,-1.000-2.000 0,-1.000-2.000 1,-1.000-2.000-1,0.000 2.000-3,-1.000 1.000-4,1.000 2.000-3,1.000-2.000-1,1.000-1.000 5,1.000-4.000 2,1.000-1.000 4,1.000-3.000 0,-2.000-1.000-2,-1.000-1.000-1,-1.000-2.000-3</inkml:trace>
</inkml:ink>
</file>

<file path=ppt/ink/ink3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18"/>
    </inkml:context>
    <inkml:brush xml:id="br0">
      <inkml:brushProperty name="width" value="0.0199897903949022" units="cm"/>
      <inkml:brushProperty name="height" value="0.0199897903949022" units="cm"/>
      <inkml:brushProperty name="color" value="#000000"/>
      <inkml:brushProperty name="ignorePressure" value="0"/>
    </inkml:brush>
  </inkml:definitions>
  <inkml:trace contextRef="#ctx0" brushRef="#br0">65550.000 15419.000 733,'-51.000'0.000'6,"19.000"-2.000"13,19.000-1.000 12,19.000-1.000 12,11.000-1.000 1,6.000 2.000-9,4.000 1.000-9,6.000 2.000-10,2.000-1.000-7,2.000-1.000-2,1.000-1.000-4,2.000-2.000-3,0.000 1.000-1,0.000 1.000 1,-1.000 1.000 2,1.000 2.000 1,1.000 0.000 0,-1.000 0.000-1,-1.000 0.000-1,2.000 0.000-2,0.000-1.000 0,2.000-1.000 1,4.000-1.000 2,2.000-2.000 0,1.000 1.000 0,0.000 1.000 0,0.000 1.000-1,0.000 2.000-1,0.000-1.000 0,0.000-1.000 2,0.000-1.000 1,0.000-1.000 1,0.000-2.000-2,0.000-1.000-6,0.000-1.000-6,0.000-2.000-5,0.000 0.000-1,0.000 1.000 1,0.000-2.000 3,0.000 2.000 1,-3.000-2.000 1,-4.000-1.000-2,-6.000-1.000-2,-5.000-1.000-2,-2.000-1.000-2,-2.000 2.000-2,-1.000 1.000-3,-1.000 2.000-1,-3.000 0.000-2,-1.000 2.000-3,-4.000 1.000-2,-1.000 2.000-3</inkml:trace>
</inkml:ink>
</file>

<file path=ppt/ink/ink3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19"/>
    </inkml:context>
    <inkml:brush xml:id="br0">
      <inkml:brushProperty name="width" value="0.0181894227862358" units="cm"/>
      <inkml:brushProperty name="height" value="0.0181894227862358" units="cm"/>
      <inkml:brushProperty name="color" value="#000000"/>
      <inkml:brushProperty name="ignorePressure" value="0"/>
    </inkml:brush>
  </inkml:definitions>
  <inkml:trace contextRef="#ctx0" brushRef="#br0">66730.000 13439.000 806,'-22.000'-10.000'2,"-2.000"-2.000"4,-2.000-1.000 4,-2.000-2.000 4,-1.000 2.000 2,5.000 4.000-2,3.000 3.000 0,4.000 5.000-1,3.000 1.000-2,1.000 0.000-3,1.000 0.000-3,1.000 0.000-2,1.000 1.000-2,0.000 3.000 1,1.000 2.000 0,-1.000 3.000-1,-2.000 1.000 0,-1.000 2.000-1,-4.000 1.000-2,-2.000 2.000-2,-1.000-1.000 0,1.000 2.000 2,-1.000-1.000 1,0.000-1.000 1,0.000 3.000 1,-1.000 2.000 0,2.000 2.000 0,-1.000 2.000 1,-1.000 2.000 0,-1.000 0.000 1,-1.000 0.000 0,-2.000 0.000 2,2.000 2.000 0,1.000 2.000-3,4.000 2.000-1,2.000 2.000-3,0.000 3.000 0,-1.000-1.000 1,-1.000 0.000 0,-2.000 0.000 0,2.000 1.000 2,2.000 2.000 1,2.000 4.000 1,3.000 1.000 3,2.000 2.000 0,2.000-2.000 0,4.000-1.000 1,2.000-1.000-1,1.000-2.000 1,2.000-1.000-1,1.000-1.000 0,1.000-1.000-2,4.000-2.000 0,4.000-1.000-4,6.000-1.000-1,5.000-2.000-2,2.000-1.000-2,2.000-3.000 2,1.000-2.000 0,1.000-3.000 2,3.000-2.000-1,4.000-2.000-2,3.000-4.000-1,4.000-1.000-1,3.000-3.000-1,1.000-1.000 1,1.000-1.000 1,2.000-1.000 1,0.000-2.000-3,2.000-1.000-7,1.000-1.000-7,1.000-2.000-7,-2.000 0.000-4,-6.000-2.000-3,-7.000-1.000-2,-5.000-1.000-2</inkml:trace>
</inkml:ink>
</file>

<file path=ppt/ink/ink3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19"/>
    </inkml:context>
    <inkml:brush xml:id="br0">
      <inkml:brushProperty name="width" value="0.0196036491543055" units="cm"/>
      <inkml:brushProperty name="height" value="0.0196036491543055" units="cm"/>
      <inkml:brushProperty name="color" value="#000000"/>
      <inkml:brushProperty name="ignorePressure" value="0"/>
    </inkml:brush>
  </inkml:definitions>
  <inkml:trace contextRef="#ctx0" brushRef="#br0">68189.000 13860.000 748,'11.000'-18.000'49,"1.000"6.000"-10,1.000 4.000-12,1.000 5.000-11,3.000 3.000-6,2.000-2.000-1,2.000-1.000 0,2.000-1.000-1,3.000-1.000 0,1.000 2.000-1,1.000 1.000 0,2.000 2.000-1,1.000 0.000 0,2.000 0.000-2,4.000 0.000 0,1.000 0.000-1,4.000-1.000 0,2.000-1.000 1,2.000-1.000 3,3.000-2.000 0,0.000 0.000 1,-1.000 1.000-2,-1.000-1.000-3,-2.000-1.000-2,1.000 1.000-1,1.000 1.000 0,1.000-1.000 0,2.000 0.000 0,0.000-1.000 0,2.000 1.000-1,1.000 1.000 0,1.000-1.000 0,0.000 0.000-1,-5.000 0.000 2,-3.000-1.000 1,-4.000 2.000 2,-2.000-2.000-2,2.000-1.000-1,1.000-1.000-1,2.000-1.000-2,-2.000-1.000-1,-1.000 2.000-1,-4.000 1.000 1,-1.000 2.000-1,-4.000-1.000 0,-1.000 1.000 1,-4.000 1.000 0,-1.000-1.000 0,-3.000 0.000 0,-1.000 2.000 0,-1.000 1.000 0,-2.000 1.000 1,1.000 1.000 0,1.000-2.000 0,1.000-1.000 1,2.000-1.000 1,-2.000-1.000-1,-1.000 2.000-2,-4.000 1.000-2,-2.000 2.000-2,-1.000 0.000 0,-2.000 0.000 0,-1.000 0.000 1,-2.000 0.000 1,1.000-1.000 0,-2.000-1.000-2,2.000-1.000-1,-1.000-2.000-2,-1.000 0.000-3,-1.000-2.000-6,-1.000-1.000-6,-1.000-1.000-6</inkml:trace>
</inkml:ink>
</file>

<file path=ppt/ink/ink3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19"/>
    </inkml:context>
    <inkml:brush xml:id="br0">
      <inkml:brushProperty name="width" value="0.0181038565933704" units="cm"/>
      <inkml:brushProperty name="height" value="0.0181038565933704" units="cm"/>
      <inkml:brushProperty name="color" value="#000000"/>
      <inkml:brushProperty name="ignorePressure" value="0"/>
    </inkml:brush>
  </inkml:definitions>
  <inkml:trace contextRef="#ctx0" brushRef="#br0">70050.000 13100.000 810,'10.000'9.000'40,"2.000"-1.000"-7,1.000-1.000-5,2.000-1.000-7,0.000-1.000-4,-1.000 2.000-2,2.000 1.000-2,-1.000 2.000-4,0.000-1.000-1,2.000-1.000-4,1.000-1.000-2,2.000-2.000-4,0.000 2.000-1,0.000 2.000 2,0.000 2.000 1,0.000 3.000 1,0.000 0.000 0,0.000-1.000-1,-1.000-1.000-3,1.000-1.000-1,0.000-1.000-2,-2.000 0.000 2,-1.000-1.000 0,-1.000 1.000 0,-2.000 1.000 0,-1.000 1.000-1,-1.000 1.000-1,-1.000 1.000-1,-1.000 2.000-1,0.000 1.000 2,-1.000 1.000 0,2.000 1.000 2,-3.000 1.000-1,-1.000-2.000-1,-4.000-1.000-2,-2.000-1.000-1,-2.000-1.000 0,-3.000 2.000 1,-2.000 1.000-1,-2.000 2.000 1,-4.000 0.000 1,-1.000 2.000 0,-4.000 1.000 2,-2.000 1.000 1,-1.000 1.000 1,1.000 0.000 0,-1.000 0.000 0,0.000 0.000 1,-1.000 0.000-1,-1.000 0.000 1,-1.000 0.000 0,-2.000 0.000-1,0.000 1.000 0,-2.000 1.000-1,-1.000 1.000-1,-1.000 2.000 0,-1.000-2.000-1,0.000-2.000 1,-1.000-2.000 0,1.000-2.000 1,1.000-2.000-1,1.000 0.000-1,1.000-1.000-3,2.000 2.000-2,1.000-3.000-1,3.000-2.000 0,2.000-2.000-1,3.000-3.000 1,2.000-1.000-1,3.000-2.000 0,2.000-1.000 1,3.000-1.000-1</inkml:trace>
</inkml:ink>
</file>

<file path=ppt/ink/ink3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23"/>
    </inkml:context>
    <inkml:brush xml:id="br0">
      <inkml:brushProperty name="width" value="0.0182429626584053" units="cm"/>
      <inkml:brushProperty name="height" value="0.0182429626584053" units="cm"/>
      <inkml:brushProperty name="color" value="#000000"/>
      <inkml:brushProperty name="ignorePressure" value="0"/>
    </inkml:brush>
  </inkml:definitions>
  <inkml:trace contextRef="#ctx0" brushRef="#br0">70830.000 12740.000 803,'-19.000'-29.000'0,"2.000"5.000"0,4.000 3.000 0,1.000 5.000 0,3.000 0.000-1,1.000 1.000-2,1.000 0.000-2,1.000 1.000-2,1.000-1.000-2,-2.000 2.000 0,-1.000 1.000 0,-1.000 2.000-1,0.000-1.000 3,3.000 1.000 6,2.000 0.000 6,2.000 1.000 6,3.000 2.000 3,1.000 8.000-1,1.000 8.000 1,2.000 7.000-1,0.000 6.000-1,0.000 1.000-4,0.000 4.000-2,-1.000 1.000-3,2.000 6.000-1,1.000 5.000 0,1.000 7.000 0,2.000 6.000 1,-1.000 5.000-1,-1.000 6.000-2,-1.000 4.000-3,-1.000 6.000-1,-1.000 4.000-1,2.000 6.000 2,1.000 4.000 1,2.000 5.000 2,-2.000 6.000 1,-1.000 4.000-2,-4.000 6.000 1,-1.000 5.000-2,-2.000 3.000 1,0.000 2.000 0,0.000 4.000 0,0.000 1.000 0,0.000 1.000 3,0.000-3.000 4,0.000-2.000 3,0.000-3.000 5,-1.000-6.000 1,-1.000-9.000-1,-1.000-12.000-2,-2.000-8.000-1,1.000-9.000-1,-1.000-5.000 2,0.000-4.000 1,0.000-5.000 1,0.000-7.000-1,2.000-5.000-3,1.000-7.000-2,1.000-5.000-4,3.000-7.000-2,1.000-5.000-1,4.000-4.000-1,2.000-5.000-1,1.000-4.000-5,0.000-1.000-6,-1.000-1.000-7,2.000-2.000-7,-2.000-1.000-2,-1.000-3.000 3,-1.000-2.000 2,-1.000-3.000 3,-2.000-3.000 1,-1.000-6.000 1,-1.000-4.000 2,-2.000-5.000 0,1.000-2.000 1,1.000 3.000 0,1.000 2.000 0,2.000 3.000 1,-1.000-1.000-1,-1.000-2.000 0,-1.000-2.000 0,-1.000-3.000 1</inkml:trace>
</inkml:ink>
</file>

<file path=ppt/ink/ink3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23"/>
    </inkml:context>
    <inkml:brush xml:id="br0">
      <inkml:brushProperty name="width" value="0.0196155961602926" units="cm"/>
      <inkml:brushProperty name="height" value="0.0196155961602926" units="cm"/>
      <inkml:brushProperty name="color" value="#000000"/>
      <inkml:brushProperty name="ignorePressure" value="0"/>
    </inkml:brush>
  </inkml:definitions>
  <inkml:trace contextRef="#ctx0" brushRef="#br0">71169.000 12540.000 747,'37.000'-19.000'-25,"-8.000"5.000"5,-8.000 3.000 5,-8.000 5.000 5,-1.000 1.000 5,1.000 2.000 4,4.000 1.000 4,2.000 2.000 4,1.000-1.000 1,2.000-1.000-1,1.000-1.000-1,1.000-2.000-1,2.000 1.000 0,1.000 1.000 3,1.000 1.000 1,2.000 1.000 3,0.000 1.000 1,2.000 0.000-2,1.000 0.000-2,2.000 0.000-1,0.000 0.000-1,2.000 0.000 0,1.000 0.000-1,2.000 0.000 0,1.000 0.000-2,3.000 0.000-2,2.000 0.000-1,2.000 0.000-3,3.000 1.000 0,1.000 1.000 2,1.000 1.000 1,2.000 1.000 2,0.000 1.000 0,0.000-2.000-1,0.000-1.000-1,-1.000-1.000-1,2.000-1.000 0,1.000 2.000 1,1.000 1.000 1,2.000 2.000 0,0.000-1.000 0,2.000-1.000-2,1.000-1.000-2,2.000-1.000-1,-2.000-1.000-2,-1.000 0.000 2,-4.000 0.000 1,-2.000 0.000 1,0.000 0.000 0,1.000 0.000-1,1.000 0.000-1,1.000 0.000 0,1.000-2.000-1,-2.000-4.000 1,-1.000-3.000 0,-1.000-5.000 0,-2.000-1.000 0,-1.000 1.000 0,-1.000-1.000-1,-1.000-1.000 1,-2.000 2.000 0,-1.000-1.000 1,-1.000 0.000 1,-1.000 0.000 1,-1.000-1.000 1,2.000 1.000 0,1.000 0.000-1,1.000 1.000 0,1.000-1.000 1,-2.000 2.000 2,-1.000 1.000 1,-1.000 2.000 2,-2.000 1.000 1,-1.000 3.000-2,-1.000 2.000-1,-1.000 2.000-2,-1.000 2.000 1,2.000-2.000 1,1.000-1.000 0,1.000-2.000 3,0.000 1.000-1,-2.000 1.000-1,-4.000 1.000 0,-1.000 2.000-2,-3.000 0.000 1,2.000 2.000 2,-1.000 1.000 0,-1.000 1.000 3,2.000 2.000-1,-2.000 1.000 0,2.000 1.000-1,-1.000 2.000-2,-2.000-1.000 1,-1.000-1.000-1,-4.000-1.000 0,-1.000-2.000-1,-2.000 1.000 1,2.000-2.000-3,1.000 2.000 0,1.000-1.000-1,1.000-1.000-1,-2.000 2.000 0,-1.000-1.000-1,-1.000-1.000 0,-2.000 2.000-1,-1.000-2.000-1,-1.000 2.000-2,-2.000-1.000-2,0.000-1.000 0,1.000-1.000 1,-1.000-1.000 1,-1.000-1.000 0,1.000-1.000 1,-2.000 2.000-1,-1.000 1.000 0,-2.000 2.000-1,0.000-1.000 1,-2.000 2.000 0,-1.000-2.000 1,-2.000 1.000 0,1.000 1.000 1,-2.000-2.000 0,2.000 2.000-1,-1.000-1.000 1,-1.000 0.000 0,-1.000 2.000 1,-1.000 1.000 2,-1.000 1.000 0,-1.000 1.000 2,2.000 1.000-1,1.000-1.000 1,1.000-1.000 0,1.000 1.000 0,-2.000-2.000 0,-1.000-1.000-1,-2.000-1.000-1,1.000-2.000 0,1.000 2.000 0,1.000-1.000 0,2.000-1.000 0,-1.000 2.000 0,-1.000-2.000 0,-1.000 2.000-2,-1.000-1.000 0,-2.000 0.000 0,1.000 2.000-1,0.000 1.000 1,1.000 1.000 0,-1.000 1.000 0,0.000-2.000 0,0.000-1.000 1,-1.000-1.000 0,2.000 0.000 0,-2.000 3.000 2,1.000 2.000 0,0.000 3.000 1,0.000 1.000 1,1.000-1.000-1,-1.000 2.000-1,0.000-1.000-1,-1.000 1.000 0,-1.000 3.000 2,-1.000 2.000 0,-2.000 2.000 2,0.000 3.000 0,0.000 1.000-2,0.000 1.000 1,0.000 2.000-2,0.000 1.000 1,-2.000 2.000 2,-1.000 4.000 1,-1.000 1.000 3,-1.000 3.000-1,0.000 1.000 0,-1.000 1.000-2,1.000 1.000-1,0.000 3.000-1,1.000 4.000 2,-1.000 3.000 0,-1.000 5.000 1,2.000 0.000 1,1.000 1.000 0,1.000 0.000 0,2.000 0.000 0,0.000 1.000 0,0.000-1.000-1,0.000 0.000-1,0.000 0.000 0,0.000 0.000-1,0.000 0.000-1,0.000-1.000 0,0.000 1.000 0,0.000 1.000-1,0.000 1.000 1,0.000 1.000 0,0.000 1.000 1,-1.000 1.000-1,-1.000-2.000 0,-1.000-1.000-2,-1.000-2.000 0,-1.000 0.000 0,2.000-2.000 0,1.000-1.000 0,1.000-1.000 2,1.000-1.000-1,-2.000 2.000-3,-1.000 1.000 0,-1.000 2.000-3,-1.000-1.000 0,0.000-1.000 1,0.000-1.000 2,0.000-1.000 0,0.000-2.000 1,0.000-1.000-1,-1.000-1.000-2,1.000-2.000 0,0.000 0.000-1,1.000 0.000 0,-1.000 0.000-1,-1.000 0.000 1,2.000-1.000 0,-1.000-3.000 1,0.000-2.000 1,0.000-2.000 1,-1.000-3.000-1,1.000-1.000 1,0.000-1.000 0,1.000-1.000 0,-1.000-2.000 0,2.000-1.000 0,1.000-1.000 0,1.000-1.000 0,1.000-3.000-1,-2.000-2.000-2,-1.000-2.000 0,-1.000-2.000-3,-1.000-2.000 0,0.000 0.000 2,-1.000-1.000 1,1.000 2.000 0,0.000-3.000 1,1.000-2.000-3,-1.000-2.000-1,-1.000-3.000-3,1.000 0.000 0,-2.000-2.000 0,-1.000 2.000 2,-2.000-1.000 1,0.000-2.000-2,0.000-1.000-2,1.000-4.000-3,-1.000-1.000-4,-2.000-2.000 0,-1.000 2.000 0,-4.000 1.000 0,-2.000 1.000 0,1.000 0.000 0,2.000-3.000-2,2.000-2.000-2,3.000-3.000-1</inkml:trace>
</inkml:ink>
</file>

<file path=ppt/ink/ink4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24"/>
    </inkml:context>
    <inkml:brush xml:id="br0">
      <inkml:brushProperty name="width" value="0.0191329643130302" units="cm"/>
      <inkml:brushProperty name="height" value="0.0191329643130302" units="cm"/>
      <inkml:brushProperty name="color" value="#000000"/>
      <inkml:brushProperty name="ignorePressure" value="0"/>
    </inkml:brush>
  </inkml:definitions>
  <inkml:trace contextRef="#ctx0" brushRef="#br0">70989.000 16019.000 766,'4.000'-17.000'13,"7.000"4.000"-1,8.000 6.000 1,8.000 5.000 0,4.000 2.000-1,5.000 0.000-2,3.000 0.000-1,5.000 0.000-2,4.000 0.000 0,6.000 0.000 1,7.000 0.000 2,6.000 0.000 1,3.000 0.000 0,2.000 0.000-2,1.000 0.000 0,1.000 0.000-1,3.000-1.000-2,2.000-1.000 0,2.000-1.000 0,2.000-2.000-1,3.000 0.000 0,-2.000 1.000 0,2.000-1.000 1,-1.000 0.000 0,-4.000 0.000 0,-5.000 2.000-1,-7.000 1.000 0,-6.000 1.000-1,-2.000 1.000 0,-2.000-2.000-2,2.000-1.000-2,-1.000-1.000 0,0.000-1.000-1,0.000 0.000-1,-1.000-1.000 0,2.000 2.000 0,-3.000-1.000 0,-4.000 2.000 0,-3.000 1.000 0,-4.000 2.000 0,-2.000-1.000 0,0.000-1.000-1,-1.000-1.000 0,1.000-2.000 0,1.000 0.000-1,1.000 1.000 0,1.000-1.000 0,2.000-1.000 0,-2.000 1.000 0,-1.000 1.000 1,-4.000-1.000 1,-1.000 0.000 0,-2.000-1.000 0,0.000 1.000-3,-1.000 1.000-1,1.000-1.000-4,1.000 0.000 0,-1.000 2.000 1,-1.000 1.000 0,2.000 1.000 1,-3.000 1.000-2,-1.000-2.000-3,-4.000-1.000-4,-2.000-1.000-2,-2.000-2.000-2,-2.000 2.000-1,-4.000-2.000 0,-2.000 1.000 1,-2.000 1.000 0,-2.000 1.000 3,-4.000 1.000 2,-1.000 2.000 2,-3.000-1.000 2,2.000-1.000-1,-1.000-1.000 0,-1.000-2.000-1</inkml:trace>
</inkml:ink>
</file>

<file path=ppt/ink/ink4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24"/>
    </inkml:context>
    <inkml:brush xml:id="br0">
      <inkml:brushProperty name="width" value="0.017711203545332" units="cm"/>
      <inkml:brushProperty name="height" value="0.017711203545332" units="cm"/>
      <inkml:brushProperty name="color" value="#000000"/>
      <inkml:brushProperty name="ignorePressure" value="0"/>
    </inkml:brush>
  </inkml:definitions>
  <inkml:trace contextRef="#ctx0" brushRef="#br0">71369.000 14019.000 828,'-26.000'-10.000'2,"8.000"1.000"2,6.000-1.000 4,9.000 0.000 2,4.000 0.000 0,5.000 2.000-2,3.000 1.000-2,4.000 2.000-1,2.000-1.000-3,0.000 1.000-2,1.000 1.000-1,-1.000-1.000-2,0.000 0.000-1,-1.000 0.000-2,2.000-1.000 1,-1.000 2.000-2,0.000-2.000 0,0.000 2.000-2,-1.000-2.000 0,1.000 1.000-2,0.000 0.000 1,-2.000 1.000 2,-1.000-1.000 1,-2.000-1.000 1,1.000 2.000 2,-2.000 1.000-2,2.000 1.000-2,-1.000 2.000 0,0.000 0.000 0,0.000 0.000 0,-1.000 0.000 2,2.000 0.000 0,-2.000 0.000 1,-1.000 2.000 1,-1.000 1.000 0,-1.000 1.000 1,-2.000 2.000 1,-1.000 1.000 0,-1.000 1.000 1,-2.000 2.000 0,0.000 1.000 2,0.000 3.000 2,0.000 2.000 1,0.000 3.000 2,0.000 0.000 1,-2.000 2.000-1,-1.000-2.000-1,-1.000 1.000-1,-2.000 1.000 1,-1.000 1.000 2,-1.000 1.000 1,-1.000 2.000 2,-1.000 1.000 0,2.000 3.000-2,1.000 2.000-1,1.000 3.000-2,1.000 0.000-1,-2.000 1.000 2,-1.000 0.000 0,-2.000 0.000 2,0.000 2.000-1,0.000 1.000 0,1.000 4.000-1,-1.000 2.000 0,0.000 0.000-1,2.000-1.000 3,1.000-1.000 0,1.000-2.000 2,2.000 0.000 1,1.000-2.000 0,1.000-1.000-1,2.000-2.000 0,0.000-1.000 0,0.000-2.000-1,0.000-4.000-1,0.000-2.000-1,0.000-2.000 0,2.000-5.000-3,1.000-3.000 0,1.000-4.000-2,3.000-3.000 0,2.000-1.000 1,2.000-1.000 0,3.000-2.000 1,0.000 0.000-1,-1.000-2.000-3,-1.000-1.000-4,-1.000-1.000-4,-1.000-3.000-1,2.000-4.000 2,1.000-3.000 0,2.000-5.000 3,0.000 0.000-2,0.000-2.000-1,-1.000 2.000-3,1.000-1.000-2,1.000-2.000-1,-1.000-1.000 2,-1.000-4.000 1,2.000-1.000 1,-2.000-3.000-1,-1.000-1.000-4,-1.000-1.000-5,-1.000-2.000-4,-2.000 2.000-3,-1.000 4.000 0,-1.000 3.000-1,-1.000 5.000 0</inkml:trace>
</inkml:ink>
</file>

<file path=ppt/ink/ink4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25"/>
    </inkml:context>
    <inkml:brush xml:id="br0">
      <inkml:brushProperty name="width" value="0.0165634993463755" units="cm"/>
      <inkml:brushProperty name="height" value="0.0165634993463755" units="cm"/>
      <inkml:brushProperty name="color" value="#000000"/>
      <inkml:brushProperty name="ignorePressure" value="0"/>
    </inkml:brush>
  </inkml:definitions>
  <inkml:trace contextRef="#ctx0" brushRef="#br0">71850.000 14239.000 885,'-16.000'9.000'3,"9.000"-2.000"5,9.000-4.000 7,8.000-1.000 4,5.000-3.000 2,0.000-1.000-4,1.000-1.000-3,-1.000-1.000-5,0.000-2.000-3,2.000-1.000-4,1.000-1.000-2,1.000-2.000-4,2.000 0.000-1,-1.000 1.000 2,0.000-1.000 2,0.000 0.000 1,-1.000-1.000 0,1.000 2.000-2,0.000-1.000-3,1.000-1.000-1,-1.000 1.000-1,2.000 0.000 1,1.000 1.000 3,1.000-1.000 0,1.000 0.000 1,-2.000 2.000-2,-1.000 1.000-2,-1.000 1.000-2,-1.000 1.000 0,0.000 1.000 2,-1.000-1.000 1,1.000 0.000 1,0.000 0.000 1,1.000 2.000 0,-1.000 1.000 0,-1.000 1.000 0,1.000 1.000 1,-2.000 0.000 0,-1.000 0.000 2,-2.000 0.000 2,0.000 2.000 0,0.000 1.000 0,1.000 4.000 1,-1.000 2.000 0,-2.000 1.000 0,-1.000 2.000 0,-4.000 1.000 0,-2.000 2.000 0,-1.000 1.000 0,1.000 2.000 1,-1.000 4.000 0,0.000 1.000 0,-1.000 2.000 1,-1.000 0.000 0,-1.000 0.000 0,-2.000 0.000 0,0.000 0.000-1,-2.000 0.000 1,-1.000 0.000-2,-1.000 0.000 1,-1.000 1.000-1,0.000 1.000-1,-1.000 1.000 0,1.000 2.000 0,-1.000-1.000-1,-2.000-1.000 1,-4.000-1.000 0,-1.000-1.000 0,-2.000-2.000-1,2.000-1.000-3,1.000-1.000-3,2.000-1.000-3,-1.000-2.000 1,-1.000-1.000 0,-1.000-1.000 3,-1.000-2.000 2,-1.000-1.000-1,2.000-2.000-4,1.000-4.000-2,2.000-1.000-4,0.000-3.000-1,-1.000-1.000-3,2.000-1.000-1,-1.000-2.000-1,-1.000 0.000-1,-1.000-2.000 1,-1.000-1.000 2,-1.000-1.000 0,0.000-2.000 1,3.000 2.000 0,2.000-2.000 1,2.000 1.000-1</inkml:trace>
</inkml:ink>
</file>

<file path=ppt/ink/ink4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25"/>
    </inkml:context>
    <inkml:brush xml:id="br0">
      <inkml:brushProperty name="width" value="0.0160687826573849" units="cm"/>
      <inkml:brushProperty name="height" value="0.0160687826573849" units="cm"/>
      <inkml:brushProperty name="color" value="#000000"/>
      <inkml:brushProperty name="ignorePressure" value="0"/>
    </inkml:brush>
  </inkml:definitions>
  <inkml:trace contextRef="#ctx0" brushRef="#br0">72269.000 13700.000 912,'0.000'-20.000'-1,"0.000"0.000"-4,0.000-1.000-4,0.000 1.000-3,1.000 4.000 2,1.000 7.000 5,1.000 8.000 6,2.000 8.000 6,-1.000 3.000 3,-1.000 2.000 1,-1.000 1.000 2,-2.000 2.000 1,0.000 1.000 0,0.000 3.000-2,0.000 2.000-1,0.000 3.000-2,0.000 1.000-1,-2.000 0.000-2,-1.000 0.000-1,-1.000 0.000-2,-1.000 0.000-1,0.000 2.000 0,0.000 1.000-1,0.000 1.000 0,0.000 1.000-2,0.000-2.000 0,-1.000-1.000 0,1.000-1.000-2,0.000-1.000 1,1.000 2.000-1,-1.000 1.000-1,-1.000 2.000 1,1.000 0.000-1,-2.000-1.000-1,-1.000 2.000-1,-2.000-1.000 0,0.000 0.000 0,0.000-1.000 1,1.000 1.000 2,-1.000 1.000 2,0.000-1.000-2,2.000 0.000-2,1.000-1.000-3,1.000 1.000-3,2.000-1.000-1,-1.000-5.000 0,0.000-3.000 1,0.000-4.000 0,-1.000-3.000 0,1.000-1.000 1,0.000-1.000-2,1.000-1.000 1</inkml:trace>
</inkml:ink>
</file>

<file path=ppt/ink/ink4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25"/>
    </inkml:context>
    <inkml:brush xml:id="br0">
      <inkml:brushProperty name="width" value="0.0152783626690507" units="cm"/>
      <inkml:brushProperty name="height" value="0.0152783626690507" units="cm"/>
      <inkml:brushProperty name="color" value="#000000"/>
      <inkml:brushProperty name="ignorePressure" value="0"/>
    </inkml:brush>
  </inkml:definitions>
  <inkml:trace contextRef="#ctx0" brushRef="#br0">73089.000 13480.000 959,'1.000'-37.000'1,"1.000"8.000"0,1.000 8.000 0,2.000 8.000 1,0.000 3.000 1,0.000 2.000 1,0.000 1.000 3,-1.000 2.000 1,2.000-1.000 0,-2.000 1.000-4,1.000 1.000-3,0.000-1.000-2,1.000 0.000-2,1.000 2.000-1,1.000 1.000 1,1.000 1.000-1,2.000 2.000-1,-2.000 1.000-2,2.000 1.000-2,-1.000 2.000-1,-1.000 0.000-1,-1.000-1.000 1,-1.000 1.000 0,-2.000 1.000 2,0.000-1.000-4,1.000 0.000-5,-1.000-1.000-8,0.000 1.000-6</inkml:trace>
</inkml:ink>
</file>

<file path=ppt/ink/ink4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25"/>
    </inkml:context>
    <inkml:brush xml:id="br0">
      <inkml:brushProperty name="width" value="0.0152682838961482" units="cm"/>
      <inkml:brushProperty name="height" value="0.0152682838961482" units="cm"/>
      <inkml:brushProperty name="color" value="#000000"/>
      <inkml:brushProperty name="ignorePressure" value="0"/>
    </inkml:brush>
  </inkml:definitions>
  <inkml:trace contextRef="#ctx0" brushRef="#br0">72950.000 13939.000 960,'-17.000'9.000'27,"6.000"-5.000"-15,7.000-3.000-12,5.000-4.000-14,6.000-3.000-5,2.000-1.000 2,2.000-1.000 2,3.000-2.000 4,1.000 0.000 1,0.000 1.000 1,-1.000-1.000 2,1.000 0.000 0,1.000 0.000 2,-1.000 2.000-1,-1.000 1.000 0,2.000 2.000-1,-1.000-1.000 0,2.000 1.000-2,1.000 1.000-1,2.000-1.000-2,-2.000 0.000-1,-1.000 0.000 0,-4.000-1.000-1,-1.000 2.000-1</inkml:trace>
</inkml:ink>
</file>

<file path=ppt/ink/ink4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25"/>
    </inkml:context>
    <inkml:brush xml:id="br0">
      <inkml:brushProperty name="width" value="0.0169597435742617" units="cm"/>
      <inkml:brushProperty name="height" value="0.0169597435742617" units="cm"/>
      <inkml:brushProperty name="color" value="#000000"/>
      <inkml:brushProperty name="ignorePressure" value="0"/>
    </inkml:brush>
  </inkml:definitions>
  <inkml:trace contextRef="#ctx0" brushRef="#br0">73210.000 14300.000 864,'-36.000'18.000'4,"9.000"-4.000"-1,9.000-3.000 0,8.000-4.000-3,7.000-4.000 4,2.000-1.000 4,2.000-4.000 6,2.000-1.000 5,4.000-3.000 1,2.000 1.000-3,2.000 1.000-4,3.000-1.000-4,-1.000 0.000-2,-1.000 0.000-1,-4.000-1.000-1,-1.000 2.000-2,-1.000-2.000-3,5.000-1.000-4,3.000-1.000-7,5.000-1.000-4,0.000-1.000-2,-1.000 2.000 2,-1.000 1.000 2,-2.000 2.000 2,1.000-1.000 0,1.000 1.000 0,1.000 1.000-2,1.000-1.000 0,1.000 0.000-1,-2.000 2.000 3,-1.000 1.000 0,-1.000 1.000 2,-2.000 1.000 2,-1.000 0.000 0,-1.000 0.000 1,-1.000 0.000 2,-1.000 0.000 0,0.000 0.000-1,-1.000 0.000 0,2.000 0.000 0,-2.000 2.000 1,2.000 2.000 2,-2.000 2.000 2,1.000 2.000 2,-1.000 3.000 2,-3.000 1.000 1,-2.000 1.000 1,-2.000 1.000 0,-2.000 1.000 0,0.000 0.000 0,0.000 1.000 1,0.000-1.000-1,-2.000 0.000-1,-1.000 2.000 0,-4.000 1.000-1,-2.000 1.000-1,-1.000 1.000 0,-2.000 1.000 0,-1.000-1.000 0,-2.000 0.000-1,1.000-1.000-2,-2.000-1.000-2,2.000-1.000-4,-1.000-2.000-2,-1.000 0.000-2,2.000 1.000 2,-1.000-1.000 1,-1.000 0.000 1,1.000-2.000-1,-2.000-1.000-4,-1.000-4.000-2,-1.000-2.000-5,0.000 0.000 0,2.000-2.000 2,4.000 2.000 2,1.000-2.000 1</inkml:trace>
</inkml:ink>
</file>

<file path=ppt/ink/ink4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26"/>
    </inkml:context>
    <inkml:brush xml:id="br0">
      <inkml:brushProperty name="width" value="0.0163548830896616" units="cm"/>
      <inkml:brushProperty name="height" value="0.0163548830896616" units="cm"/>
      <inkml:brushProperty name="color" value="#000000"/>
      <inkml:brushProperty name="ignorePressure" value="0"/>
    </inkml:brush>
  </inkml:definitions>
  <inkml:trace contextRef="#ctx0" brushRef="#br0">73030.000 14100.000 896,'9.000'-10.000'1,"-1.000"2.000"1,-1.000 1.000 3,-1.000 1.000 3,-1.000 3.000 1,-1.000 2.000 2,2.000 2.000 1,-1.000 2.000 1,-1.000 3.000 0,1.000 1.000-3,0.000 1.000-1,1.000 2.000-3,-2.000 0.000-2,-1.000 2.000-4,-1.000 1.000-1,-1.000 2.000-4,-1.000 0.000-1,0.000 0.000-3,0.000 0.000-1,0.000 0.000-2,-1.000 1.000-1,-1.000 2.000 1,-1.000 4.000 0,-1.000 1.000 1,-2.000 1.000 0,1.000-5.000-1,0.000-3.000 0,1.000-4.000-1,-1.000-2.000 0,0.000 2.000 0,0.000 1.000 0,0.000 2.000 0,0.000 0.000-1,0.000-1.000 0,-1.000 1.000-2,1.000 0.000 0,0.000 0.000 0,1.000-2.000 2,-1.000-1.000 3,-1.000-2.000 3</inkml:trace>
</inkml:ink>
</file>

<file path=ppt/ink/ink4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26"/>
    </inkml:context>
    <inkml:brush xml:id="br0">
      <inkml:brushProperty name="width" value="0.0212222672998905" units="cm"/>
      <inkml:brushProperty name="height" value="0.0212222672998905" units="cm"/>
      <inkml:brushProperty name="color" value="#000000"/>
      <inkml:brushProperty name="ignorePressure" value="0"/>
    </inkml:brush>
  </inkml:definitions>
  <inkml:trace contextRef="#ctx0" brushRef="#br0">73869.000 13480.000 691,'-18.000'10.000'28,"4.000"2.000"-5,3.000 1.000-5,4.000 2.000-6,3.000 0.000-4,-1.000 2.000-3,0.000 1.000-4,0.000 2.000-4,-1.000 0.000-1,-1.000 2.000 1,-1.000 1.000 2,-2.000 1.000 1,1.000 1.000-1,-1.000 0.000-2,-1.000 0.000-1,2.000 0.000-3,-2.000 1.000 0,2.000 1.000 2,-1.000 1.000 1,-1.000 2.000 2,2.000-2.000 0,1.000-1.000-1,1.000-4.000 0,2.000-1.000-1,0.000-3.000 0,0.000-1.000 0,-1.000-1.000 0,1.000-2.000-1,0.000 0.000 0,1.000-2.000-1,-1.000-1.000 0,-1.000-2.000 0,3.000-2.000-3,4.000-5.000-5,3.000-6.000-5,5.000-5.000-4,0.000-2.000 0,2.000-2.000 3,-1.000-1.000 4,-1.000-2.000 4,1.000 1.000 2,-2.000 1.000 3,-1.000 1.000 2,-1.000 1.000 2,0.000 0.000 1,5.000-2.000 1,3.000-4.000 0,5.000-1.000 0,0.000-2.000 1,-1.000 2.000 0,-1.000 1.000-1,-2.000 1.000 1,1.000 2.000 0,-1.000 1.000 0,-1.000 1.000 0,2.000 1.000 0,-2.000 1.000 1,-1.000 0.000 1,-1.000 1.000 1,-1.000-1.000 2,-1.000 0.000 1,2.000 2.000 0,1.000 1.000-1,2.000 1.000 1,-1.000 2.000 0,-1.000 1.000 2,-1.000 1.000 1,-1.000 2.000 2,-2.000 0.000 1,2.000 0.000 0,-1.000 0.000 0,-1.000 0.000 1,1.000 1.000 1,-2.000 5.000 0,-1.000 3.000 1,-1.000 4.000 1,-1.000 2.000 0,0.000 0.000 0,0.000 1.000-2,-1.000-1.000-1,2.000 0.000-1,-2.000 0.000-2,1.000 0.000-2,0.000 0.000-3,0.000 0.000 0,1.000-1.000 0,-1.000 1.000 1,0.000 0.000 1,-1.000 0.000-1,-1.000 1.000-2,-1.000-1.000-4,-2.000 0.000-1,0.000 0.000-2,0.000 2.000 2,0.000 1.000 1,0.000 2.000 0,0.000-1.000 1,-2.000-1.000-2,-1.000-1.000-1,-1.000-2.000-2,-2.000 0.000-1,-1.000 1.000 0,-1.000-1.000-2,-1.000 0.000-1,-2.000 0.000 0,2.000 2.000 0,-1.000 1.000 1,-1.000 2.000 0,1.000-1.000 0,-2.000 1.000-1,-1.000 1.000-1,-2.000-1.000-1,1.000-1.000 0,-2.000-1.000 1,2.000-1.000 1,-1.000-1.000 1,-2.000-1.000 0,-2.000 2.000 0,-2.000 1.000-1,-2.000 1.000 0,-2.000 1.000 0,2.000-2.000 2,1.000-1.000 0,2.000-2.000 1,-1.000 0.000-1,-1.000-2.000 0,-1.000-1.000-2,-2.000-2.000-2,0.000 0.000 1,0.000-2.000 0,0.000-1.000 2,0.000-2.000 0,1.000 0.000 1,1.000-2.000 0,1.000-1.000-1,2.000-1.000 0,0.000-3.000 1,2.000-1.000 1,1.000-4.000 0,2.000-1.000 2,1.000-2.000 1,3.000 2.000 0,2.000 1.000 1,2.000 2.000 1,3.000-2.000-1,1.000-4.000 1,1.000-3.000 0,2.000-4.000-1,0.000-2.000 1,0.000-1.000 0,0.000 1.000 0,0.000 1.000 0,1.000-2.000 0,3.000-1.000 0,2.000-1.000 0,3.000-1.000 0,2.000-2.000 0,2.000-1.000 0,4.000-1.000 0,1.000-1.000 0,1.000 1.000 0,-2.000 6.000 0,-4.000 4.000 0,-1.000 5.000 0,-2.000 3.000 1,2.000 1.000 3,1.000-1.000 2,2.000 0.000 2,0.000 1.000 1,2.000 2.000 1,1.000 4.000-1,1.000 2.000 1,2.000 1.000 2,-1.000 0.000 5,0.000 0.000 4,0.000 0.000 4,-1.000 1.000 1,1.000 5.000-2,0.000 3.000-3,1.000 4.000-3,0.000 4.000 0,5.000 4.000 5,3.000 3.000 4,4.000 5.000 4,0.000-1.000-1,-5.000-4.000-5,-6.000-3.000-5,-5.000-5.000-5,0.000 0.000-3,2.000 1.000-2,2.000 1.000-2,2.000 1.000-2,2.000 1.000-1,0.000-2.000 1,0.000-1.000 1,0.000-1.000 0,1.000-2.000-2,1.000-1.000-5,1.000-1.000-5,2.000-1.000-6,-1.000-2.000-4,-1.000-1.000-4,-1.000-1.000-3,-2.000-2.000-3,0.000 0.000-2,-2.000-2.000 1,-1.000-1.000 1,-1.000-1.000 0,-3.000-1.000-2,-2.000 0.000-5,-2.000 0.000-5,-3.000 0.000-6</inkml:trace>
</inkml:ink>
</file>

<file path=ppt/ink/ink4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27"/>
    </inkml:context>
    <inkml:brush xml:id="br0">
      <inkml:brushProperty name="width" value="0.0195597149431705" units="cm"/>
      <inkml:brushProperty name="height" value="0.0195597149431705" units="cm"/>
      <inkml:brushProperty name="color" value="#000000"/>
      <inkml:brushProperty name="ignorePressure" value="0"/>
    </inkml:brush>
  </inkml:definitions>
  <inkml:trace contextRef="#ctx0" brushRef="#br0">76350.000 14380.000 749,'-45.000'9.000'0,"9.000"-1.000"0,11.000-1.000 0,11.000-1.000 0,3.000-1.000 1,2.000-1.000 1,-1.000 2.000 1,-1.000-1.000 2,1.000-1.000 0,0.000-1.000 0,1.000-1.000-1,-1.000-2.000-1,0.000 1.000 0,2.000 1.000 0,1.000 1.000-1,1.000 2.000-1,3.000 0.000 2,2.000 0.000 1,2.000-1.000 3,2.000 1.000 1,4.000 0.000 2,2.000-2.000-2,2.000-1.000-1,3.000-1.000-1,0.000-1.000 0,-1.000 0.000-1,-1.000 0.000 0,-1.000 0.000-1,1.000 0.000 1,5.000 0.000 1,6.000 0.000 1,4.000 0.000 2,4.000 0.000 0,1.000 0.000-1,1.000 0.000-1,1.000 0.000-1,3.000-1.000-1,1.000-1.000 1,4.000-1.000 1,2.000-2.000 0,0.000 0.000 0,-1.000 1.000 1,-1.000-1.000-1,-1.000 0.000 1,-1.000-1.000-1,2.000 1.000-2,1.000 1.000 0,1.000-1.000-1,5.000-2.000-1,8.000-2.000-1,6.000-2.000-1,9.000-3.000 0,-4.000 1.000-1,-11.000 4.000 0,-14.000 3.000 0,-11.000 5.000 0,-4.000-1.000-1,6.000-1.000-1,7.000-4.000-1,6.000-2.000 0,3.000-1.000-1,2.000-2.000 2,1.000-1.000 0,1.000-2.000 0,3.000 1.000 0,2.000-1.000-3,2.000 0.000-3,3.000 0.000-3,-5.000 1.000 0,-11.000 2.000 2,-11.000 4.000 3,-11.000 1.000 2,-3.000 2.000 0,6.000 1.000-2,7.000-1.000-2,6.000-1.000-2,0.000 2.000 0,-5.000 1.000 0,-4.000 1.000 0,-5.000 2.000 2,-2.000 0.000-3,5.000 0.000-4,3.000 0.000-5,5.000 0.000-4,-3.000 0.000-1,-8.000 0.000 3,-6.000 0.000 4,-8.000 0.000 2,-4.000 0.000 1,2.000 0.000-1,1.000 0.000-2,2.000 0.000 0</inkml:trace>
</inkml:ink>
</file>

<file path=ppt/ink/ink5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27"/>
    </inkml:context>
    <inkml:brush xml:id="br0">
      <inkml:brushProperty name="width" value="0.0162361897528172" units="cm"/>
      <inkml:brushProperty name="height" value="0.0162361897528172" units="cm"/>
      <inkml:brushProperty name="color" value="#000000"/>
      <inkml:brushProperty name="ignorePressure" value="0"/>
    </inkml:brush>
  </inkml:definitions>
  <inkml:trace contextRef="#ctx0" brushRef="#br0">78310.000 13800.000 903,'18.000'8.000'0,"-2.000"-2.000"2,-2.000-2.000 1,-3.000-3.000 1,0.000-1.000-1,-2.000 0.000 0,2.000 0.000-1,-1.000 0.000-1,1.000 2.000 0,3.000 2.000 1,2.000 2.000 1,2.000 2.000 1,1.000 1.000 1,-2.000-2.000-2,-4.000-4.000 0,-1.000-1.000-2,-1.000-1.000 1,2.000 3.000 2,4.000 2.000 1,1.000 3.000 2,3.000 1.000 1,1.000 2.000-1,1.000 1.000-2,2.000 2.000 0,-2.000-2.000-1,-4.000-1.000 0,-3.000-4.000-2,-4.000-2.000 0,-2.000 0.000-1,2.000 1.000-1,1.000 1.000 0,2.000 2.000-1,0.000-1.000 0,-1.000 1.000 0,2.000 0.000 1,-1.000 0.000 1,-1.000 1.000-2,-1.000 1.000-4,-1.000 1.000-4,-1.000 1.000-5,-3.000 1.000 0,-1.000-2.000 4,-4.000-1.000 2,-1.000-2.000 4,-2.000 1.000-1,0.000 1.000-4,0.000 1.000-3,0.000 1.000-4,-2.000 1.000-2,-4.000-2.000-1,-3.000-1.000 0,-4.000-2.000 0,-1.000 1.000 1,3.000-1.000 2,2.000 0.000 3,3.000 0.000 2,-1.000 0.000 1,-2.000 0.000 0,-2.000-1.000 0,-3.000 1.000-1</inkml:trace>
</inkml:ink>
</file>

<file path=ppt/ink/ink5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33"/>
    </inkml:context>
    <inkml:brush xml:id="br0">
      <inkml:brushProperty name="width" value="0.0147801395505667" units="cm"/>
      <inkml:brushProperty name="height" value="0.0147801395505667" units="cm"/>
      <inkml:brushProperty name="color" value="#000000"/>
      <inkml:brushProperty name="ignorePressure" value="0"/>
    </inkml:brush>
  </inkml:definitions>
  <inkml:trace contextRef="#ctx0" brushRef="#br0">68900.000 21350.000 992,'-69.000'23.000'0,"13.000"-3.000"1,12.000-3.000 0,13.000-2.000 1,9.000-1.000 0,6.000 3.000-1,7.000 3.000-1,6.000 4.000 1,4.000-1.000-2,4.000-3.000 0,3.000-3.000-1,3.000-2.000-1,1.000-1.000 0,1.000 3.000 0,-1.000 3.000-1,1.000 4.000-1,2.000 1.000 0,7.000 0.000-1,6.000 0.000-2,7.000 0.000-1,0.000 0.000-1,-2.000 0.000 3,-3.000 0.000 1,-3.000 0.000 2,-2.000-2.000-1,0.000-3.000-2,0.000-3.000-2,0.000-2.000-4,0.000-3.000 1,0.000 1.000 1,0.000-1.000 2,0.000 1.000 1,-2.000-3.000 1,-3.000-2.000 0,-3.000-3.000-1,-2.000-3.000-1,-3.000-1.000 1,1.000 4.000 0,-1.000 3.000 2,1.000 3.000 0,-1.000-1.000 1,1.000-2.000 1,-1.000-3.000 0,1.000-3.000 0,-1.000-2.000 1,1.000 0.000 0,-1.000 0.000 0,1.000 0.000 0</inkml:trace>
</inkml:ink>
</file>

<file path=ppt/ink/ink5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35"/>
    </inkml:context>
    <inkml:brush xml:id="br0">
      <inkml:brushProperty name="width" value="0.016747247427702" units="cm"/>
      <inkml:brushProperty name="height" value="0.016747247427702" units="cm"/>
      <inkml:brushProperty name="color" value="#000000"/>
      <inkml:brushProperty name="ignorePressure" value="0"/>
    </inkml:brush>
  </inkml:definitions>
  <inkml:trace contextRef="#ctx0" brushRef="#br0">79069.000 12280.000 875,'-8.000'-6.000'-2,"2.000"9.000"-5,2.000 9.000-3,3.000 8.000-6,1.000 7.000 1,0.000 1.000 3,0.000 4.000 6,0.000 2.000 3,0.000 1.000 3,2.000 2.000 0,1.000 1.000 2,2.000 2.000 0,0.000 1.000 0,-1.000 5.000 1,2.000 3.000 0,-1.000 4.000 0,-1.000 4.000 0,-1.000 4.000 0,-1.000 3.000 0,-2.000 4.000 0,1.000 4.000 1,1.000 2.000-1,1.000 2.000 1,2.000 2.000 1,-1.000 3.000-1,-1.000-2.000 0,-1.000 2.000 0,-1.000-2.000-1,-1.000 2.000 0,0.000-1.000 1,0.000 0.000-1,0.000 0.000 0,0.000 1.000 1,0.000 3.000 0,0.000 2.000 2,0.000 3.000-1,0.000-2.000 1,0.000-5.000 0,0.000-4.000-2,0.000-6.000 1,0.000-2.000-1,0.000 1.000 1,0.000-1.000 0,0.000 0.000 1,0.000-1.000 0,0.000-1.000 0,0.000-1.000 0,0.000-2.000-1,0.000-2.000 0,2.000-6.000-1,1.000-4.000 0,1.000-6.000 0,2.000-2.000 0,-2.000-2.000 0,1.000-1.000 0,0.000-1.000 0,0.000-3.000-1,1.000-1.000-1,-1.000-4.000-1,0.000-1.000-2,0.000-4.000 0,-1.000-1.000 1,2.000-4.000 1,-1.000-1.000 1,-1.000-3.000 0,1.000 1.000-3,0.000 1.000-2,1.000-1.000-2,-2.000-1.000-1,-1.000-1.000-1,-1.000-1.000 1,-1.000-1.000-1,-2.000-5.000-5,-1.000-8.000-10,-1.000-6.000-10,-1.000-8.000-11,-2.000-4.000-1,1.000 2.000 6,0.000 1.000 8,1.000 2.000 7</inkml:trace>
</inkml:ink>
</file>

<file path=ppt/ink/ink5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36"/>
    </inkml:context>
    <inkml:brush xml:id="br0">
      <inkml:brushProperty name="width" value="0.0178156141191721" units="cm"/>
      <inkml:brushProperty name="height" value="0.0178156141191721" units="cm"/>
      <inkml:brushProperty name="color" value="#000000"/>
      <inkml:brushProperty name="ignorePressure" value="0"/>
    </inkml:brush>
  </inkml:definitions>
  <inkml:trace contextRef="#ctx0" brushRef="#br0">79450.000 12140.000 823,'-45.000'-9.000'-32,"12.000"5.000"7,11.000 3.000 7,11.000 5.000 5,6.000 1.000 6,1.000 0.000 3,-1.000-1.000 4,-1.000 2.000 3,3.000-2.000 2,2.000 2.000-1,2.000-2.000 0,2.000 1.000-1,3.000 1.000 1,1.000-2.000 0,1.000 2.000 2,2.000-1.000 2,1.000-1.000 0,3.000 2.000-2,2.000-1.000 0,3.000-1.000-1,1.000 1.000-1,0.000-2.000 1,-1.000-1.000-1,1.000-2.000 1,1.000 0.000 0,1.000 0.000-1,1.000 0.000-1,2.000 0.000-1,0.000 0.000 0,0.000 0.000 0,0.000 0.000 1,0.000 0.000-1,0.000 0.000 2,2.000 0.000-1,1.000 0.000 0,1.000 0.000 1,1.000 0.000 0,1.000 0.000 0,-1.000 0.000 0,0.000 0.000 1,1.000 0.000-1,3.000-2.000-1,2.000-1.000 0,3.000-2.000-2,1.000 1.000 0,-1.000 1.000 0,2.000 1.000-1,-1.000 2.000 0,1.000-1.000 0,3.000-1.000 2,2.000-1.000 0,2.000-1.000 2,2.000-2.000 1,0.000 2.000-2,0.000-1.000 1,0.000-1.000-1,2.000 1.000 0,4.000 0.000 1,3.000 1.000 0,4.000-1.000 1,2.000 0.000-1,-2.000 2.000 1,-1.000 1.000-1,-2.000 2.000 0,0.000 0.000-1,-2.000 0.000 1,-1.000 0.000-1,-1.000 0.000 1,-1.000-1.000-2,0.000-1.000 0,0.000-1.000-2,-1.000-1.000-1,0.000-1.000 0,-5.000 2.000 0,-3.000 1.000 2,-4.000 1.000 1,-3.000 1.000-1,-1.000 0.000 0,-1.000 0.000-2,-1.000 0.000-1,0.000 0.000 0,3.000 0.000 1,2.000 0.000 1,2.000 0.000 1,2.000 0.000 0,-2.000 0.000-1,-1.000 0.000-1,-2.000 0.000 0,1.000 0.000 0,1.000 0.000 0,1.000 0.000 1,2.000 0.000 0,0.000 0.000 0,0.000 0.000 0,-1.000 0.000-1,1.000 0.000 1,0.000-1.000-1,1.000-3.000-1,-1.000-2.000 0,-1.000-2.000 0,2.000-2.000 0,-1.000 2.000 0,0.000 1.000 1,0.000 1.000 0,-2.000 1.000 0,-1.000 0.000 1,-4.000 1.000 0,-1.000-1.000-1,-3.000 0.000 1,-1.000 2.000-1,-1.000 1.000 1,-2.000 2.000 0,0.000 0.000 0,1.000 0.000 2,-1.000 0.000 1,0.000 0.000 2,0.000 0.000 0,-1.000 0.000-2,2.000 0.000 0,-1.000 0.000-1,-1.000 0.000-1,1.000 0.000 2,0.000 0.000 2,1.000 0.000 0,-1.000 0.000 1,0.000 2.000-2,0.000 1.000 0,-1.000 2.000-1,2.000-1.000-1,-2.000 2.000-1,1.000-2.000 0,0.000 1.000-1,0.000 1.000-1,1.000-2.000-1,-1.000 2.000 0,0.000-1.000-1,0.000-1.000 1,-1.000-1.000 0,2.000-1.000 1,-1.000-1.000 2,-1.000-1.000-2,-1.000 0.000-2,-1.000 0.000-2,-2.000 0.000-2,0.000 0.000-1,0.000 0.000 2,0.000 0.000 1,0.000 0.000 2,1.000-1.000 1,1.000-1.000 0,1.000-1.000 0,2.000-1.000 1,-2.000-1.000-1,-1.000 2.000 0,-4.000 1.000 0,-1.000 2.000 0,-3.000 0.000 0,1.000 0.000 0,0.000 0.000-1,1.000 0.000 0,-1.000-1.000 1,2.000-1.000 2,1.000-1.000 1,1.000-2.000 2,0.000 1.000 2,-3.000 1.000 1,-2.000 1.000 1,-2.000 1.000 2,-2.000 1.000-1,2.000 0.000-1,1.000 0.000-2,1.000 0.000-1,1.000 0.000-2,-2.000 0.000 1,-1.000 0.000-1,-2.000 0.000 0,0.000 0.000-1,0.000 0.000 0,1.000 0.000-3,-1.000 0.000 0,-1.000 0.000 0,-1.000 0.000 0,-1.000 0.000 1,-1.000 0.000 1,-2.000 0.000 0,2.000-2.000-3,-2.000-1.000-1,1.000-1.000-3,1.000-1.000-1,-2.000-1.000 1,2.000 2.000 1,-1.000-1.000 0,-2.000 1.000 1,-4.000 3.000-3,-3.000 2.000-1,-5.000 3.000-2,0.000 1.000 0,1.000 2.000 4,1.000 1.000 3,2.000 1.000 4,-1.000 3.000 0,-1.000 2.000 1,-1.000 2.000-1,-2.000 2.000 0,1.000 2.000 0,1.000 0.000 0,1.000 1.000 0,2.000-1.000 1,0.000 0.000-1,0.000 2.000 1,0.000 1.000-1,0.000 2.000 1,0.000 1.000 0,0.000 3.000-1,0.000 2.000 0,0.000 2.000 1,0.000 4.000-1,0.000 2.000 0,0.000 2.000-1,0.000 2.000 1,0.000 4.000 0,0.000 4.000 0,0.000 3.000 0,0.000 5.000 0,-1.000 0.000 0,-1.000-1.000 1,-1.000-1.000 0,-1.000-1.000 0,-1.000-1.000 1,2.000 2.000 0,1.000 1.000-2,1.000 1.000 1,1.000 2.000 0,0.000 1.000 1,0.000 1.000 2,0.000 1.000 1,0.000 1.000 0,0.000-2.000 0,0.000-1.000-2,0.000-2.000-1,0.000 1.000 1,0.000-1.000 1,0.000 0.000 2,0.000 0.000 2,0.000 0.000 0,0.000 2.000-1,0.000 1.000-1,0.000 2.000-1,0.000-2.000-1,0.000-1.000 0,0.000-4.000 0,0.000-2.000-1,0.000 0.000 0,-2.000 1.000-1,-1.000 1.000 0,-1.000 2.000 0,-1.000-1.000-1,2.000 1.000 1,1.000 0.000 0,1.000 0.000 1,1.000-1.000 0,-2.000-2.000-1,-1.000-4.000-1,-1.000-1.000 0,-1.000-2.000-1,2.000 2.000 1,1.000 1.000 1,2.000 1.000 0,0.000 1.000-1,0.000-2.000-3,0.000-1.000-2,0.000-1.000-2,0.000 0.000-1,0.000 5.000 0,0.000 3.000 1,0.000 5.000 0,0.000-5.000 1,0.000-11.000-1,0.000-11.000 0,0.000-11.000 1,0.000-5.000-1,0.000 5.000 2,0.000 3.000-1,0.000 4.000 2,0.000 2.000-1,0.000-2.000-3,0.000-1.000-2,0.000-2.000-1,0.000-1.000-2,0.000-2.000-1,0.000-4.000 1,0.000-2.000-1,0.000-1.000-1,0.000 1.000-1,0.000-1.000-3,0.000 0.000-2,0.000-2.000 0,0.000-1.000-2,0.000-4.000 1,0.000-1.000-1</inkml:trace>
</inkml:ink>
</file>

<file path=ppt/ink/ink5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37"/>
    </inkml:context>
    <inkml:brush xml:id="br0">
      <inkml:brushProperty name="width" value="0.0166204087436199" units="cm"/>
      <inkml:brushProperty name="height" value="0.0166204087436199" units="cm"/>
      <inkml:brushProperty name="color" value="#000000"/>
      <inkml:brushProperty name="ignorePressure" value="0"/>
    </inkml:brush>
  </inkml:definitions>
  <inkml:trace contextRef="#ctx0" brushRef="#br0">79469.000 16039.000 882,'2.000'18.000'-1,"2.000"-6.000"0,2.000-4.000-1,2.000-5.000-2,4.000-3.000 1,1.000 0.000 2,4.000 0.000 2,2.000 0.000 1,2.000-2.000 1,5.000-1.000 0,3.000-4.000-1,5.000-1.000 0,2.000-4.000 1,5.000-1.000 2,3.000-4.000 1,5.000-1.000 2,2.000-2.000 0,3.000 2.000-3,2.000 1.000-2,3.000 2.000-3,0.000-1.000 0,2.000-1.000 0,-2.000-1.000 2,1.000-1.000 0,1.000 0.000 2,1.000 5.000 0,1.000 3.000 2,1.000 5.000 0,0.000 0.000 0,-3.000 2.000-1,-2.000-2.000 0,-2.000 1.000-2,-3.000 0.000 1,1.000 1.000 0,0.000-1.000 2,1.000-1.000 0,-1.000 1.000-1,0.000 1.000-2,0.000-1.000-3,-1.000 0.000-2,2.000-1.000 0,-2.000 1.000 0,1.000 1.000 1,0.000-1.000 1,2.000-1.000 0,4.000-1.000 0,3.000-1.000-1,4.000-1.000 1,2.000-1.000-1,-2.000 0.000 2,-1.000 0.000 0,-1.000 0.000 1,-1.000 0.000 0,2.000 2.000 1,1.000 1.000-1,2.000 2.000 1,0.000 0.000-1,0.000 2.000-1,0.000 1.000-2,0.000 1.000-1,-2.000 1.000 0,-2.000-2.000 1,-2.000-1.000 0,-3.000-1.000 1,0.000-1.000 1,-2.000 2.000-2,2.000 1.000 0,-1.000 2.000-1,-2.000-1.000 1,-1.000-1.000 0,-4.000-1.000 1,-1.000-2.000 0,-3.000 0.000 1,-1.000 1.000 0,-1.000-1.000-1,-2.000-1.000 1,1.000 1.000-1,-1.000-2.000 1,0.000-1.000-1,0.000-2.000 1,-1.000 0.000-1,1.000-2.000-4,0.000-1.000-4,1.000-2.000-2,-3.000 1.000-2,-2.000 1.000 1,-2.000 1.000 2,-3.000 1.000 0,-1.000 1.000 1,-2.000 0.000-1,-1.000 1.000-1,-2.000-1.000-1,0.000 0.000 0,-2.000 0.000 1,-1.000 0.000 0,-1.000 0.000 1,-3.000 0.000-3,-4.000 2.000-6,-3.000 1.000-6,-4.000 2.000-6</inkml:trace>
</inkml:ink>
</file>

<file path=ppt/ink/ink5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37"/>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79789.000 13700.000 999,'0.000'46.000'-2,"0.000"-5.000"-1,0.000-7.000 0,0.000-5.000 0,0.000-4.000 0,0.000 2.000 2,0.000 1.000 2,0.000 2.000 1,0.000-2.000-1,0.000-2.000-1,0.000-2.000-2,0.000-2.000-2,0.000-3.000-1,0.000 2.000-1,0.000-2.000-1,0.000 1.000-1,0.000-1.000 0,0.000-2.000-1,0.000-4.000 0,0.000-1.000 0,1.000-3.000-1,1.000-1.000-1,1.000-1.000-1,2.000-1.000 0,0.000-3.000-1,0.000-4.000-2,0.000-3.000-2,-1.000-5.000-1</inkml:trace>
</inkml:ink>
</file>

<file path=ppt/ink/ink5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38"/>
    </inkml:context>
    <inkml:brush xml:id="br0">
      <inkml:brushProperty name="width" value="0.0159501414746046" units="cm"/>
      <inkml:brushProperty name="height" value="0.0159501414746046" units="cm"/>
      <inkml:brushProperty name="color" value="#000000"/>
      <inkml:brushProperty name="ignorePressure" value="0"/>
    </inkml:brush>
  </inkml:definitions>
  <inkml:trace contextRef="#ctx0" brushRef="#br0">79950.000 13480.000 919,'1.000'-19.000'9,"3.000"5.000"0,2.000 3.000 0,2.000 5.000-1,3.000 1.000-1,1.000 2.000-2,1.000 1.000-1,1.000 1.000-1,2.000 1.000-1,-1.000-2.000 2,-1.000-1.000 1,2.000-1.000 1,-2.000-1.000 0,2.000 2.000-3,-1.000 1.000-3,-1.000 2.000-2,1.000 0.000-1,0.000 0.000 1,1.000 0.000 1,-1.000 0.000 1,0.000 0.000 0,2.000 0.000-2,1.000 0.000-1,1.000 0.000-1,1.000 0.000-2,-2.000 0.000 0,-1.000 0.000 0,-2.000 0.000 0,0.000 0.000 0,-2.000 0.000 1,-1.000 0.000 0,-2.000 0.000 1,1.000 1.000 0,-2.000 3.000 0,2.000 2.000 0,-1.000 2.000 0,-1.000 3.000 0,2.000-2.000 1,-1.000 2.000 1,-1.000-1.000 0,1.000 0.000 1,-2.000 2.000 0,-1.000 1.000 0,-1.000 2.000 0,-2.000 0.000 1,-1.000 2.000-1,-1.000 1.000 0,-1.000 2.000 1,-1.000 0.000-1,0.000 0.000 0,0.000-1.000 0,0.000 2.000-1,-1.000-1.000 1,-1.000 2.000-1,-1.000 1.000 1,-1.000 2.000 0,-2.000 0.000 0,-1.000 0.000-3,-1.000 0.000 0,-2.000 0.000-2,0.000-1.000-1,-2.000-1.000 2,-1.000-1.000 1,-2.000-2.000 1,1.000 0.000-1,1.000-2.000-2,1.000-1.000-3,1.000-1.000-2,2.000-2.000-3,1.000-1.000-2,1.000-1.000-2,1.000-1.000-3</inkml:trace>
</inkml:ink>
</file>

<file path=ppt/ink/ink5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38"/>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79850.000 13780.000 999,'19.000'8.000'-27,"-1.000"-2.000"6,-1.000-2.000 7,-2.000-2.000 8,1.000-2.000 2,-1.000 0.000-3,-1.000 0.000-2,2.000 0.000-2,-2.000 0.000-1,2.000 0.000 3,-1.000 0.000 2,-1.000 0.000 2,1.000-1.000-1,0.000-1.000-2,1.000-1.000-2,-1.000-2.000-3,-1.000 1.000 0,-1.000 1.000 2,-1.000 1.000 3,-1.000 2.000 2,-2.000 0.000 2,2.000 0.000-1,-2.000 0.000 0,1.000 0.000 0</inkml:trace>
</inkml:ink>
</file>

<file path=ppt/ink/ink5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38"/>
    </inkml:context>
    <inkml:brush xml:id="br0">
      <inkml:brushProperty name="width" value="0.0154055263847113" units="cm"/>
      <inkml:brushProperty name="height" value="0.0154055263847113" units="cm"/>
      <inkml:brushProperty name="color" value="#000000"/>
      <inkml:brushProperty name="ignorePressure" value="0"/>
    </inkml:brush>
  </inkml:definitions>
  <inkml:trace contextRef="#ctx0" brushRef="#br0">80010.000 14160.000 952,'-13.000'20.000'0,"-4.000"2.000"0,-6.000 1.000 0,-4.000 2.000 0,0.000-2.000 0,6.000-4.000 2,7.000-3.000 2,6.000-5.000 1,5.000-2.000 1,5.000-5.000 0,6.000-3.000 1,5.000-4.000 1,1.000-3.000-2,2.000-1.000-3,-1.000-1.000-3,-1.000-1.000-3,1.000-1.000 0,-2.000 0.000 0,-1.000 0.000 2,-2.000 0.000 2,2.000-1.000-2,1.000-1.000-7,4.000-1.000-5,2.000-1.000-6,-1.000-1.000-1,-1.000 0.000 4,-4.000-1.000 3,-1.000 2.000 4,-2.000-1.000-1,0.000 2.000-7,-1.000 1.000-5,2.000 2.000-6</inkml:trace>
</inkml:ink>
</file>

<file path=ppt/ink/ink5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38"/>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80250.000 13180.000 999,'-27.000'73.000'-23,"8.000"-14.000"2,8.000-13.000 2,7.000-15.000 2,4.000-6.000 3,0.000 0.000 2,0.000 0.000 4,0.000 0.000 2,0.000 2.000 3,0.000 1.000 4,0.000 4.000 3,0.000 2.000 3,0.000 1.000 2,-2.000 2.000-2,-1.000 1.000-1,-1.000 2.000 0,-1.000 0.000-2,2.000-1.000 0,1.000 1.000 0,1.000 0.000-2,1.000 0.000 1,0.000 1.000 1,0.000-1.000 0,0.000 0.000 1,0.000-1.000 1,0.000-1.000-2,0.000-1.000 1,0.000-1.000-2,0.000-1.000 0,0.000 0.000 0,0.000-1.000-1,0.000 1.000-1,0.000-1.000 1,0.000-2.000-1,0.000-4.000 1,0.000-2.000 0,2.000-1.000 0,2.000-2.000-2,2.000-1.000 0,2.000-1.000-2,3.000-3.000 1,-2.000-2.000 0,2.000-2.000 1,-1.000-3.000 1,0.000-2.000 0,2.000-2.000-5,1.000-4.000-2,2.000-1.000-3,-1.000-2.000-1,2.000 0.000 0,-1.000 0.000 2,-1.000 0.000 1,3.000-2.000 0,2.000-1.000 0,2.000-4.000 1,2.000-2.000-1,1.000-1.000-2,-3.000-2.000-5,-2.000-1.000-5,-2.000-2.000-4</inkml:trace>
</inkml:ink>
</file>

<file path=ppt/ink/ink6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38"/>
    </inkml:context>
    <inkml:brush xml:id="br0">
      <inkml:brushProperty name="width" value="0.0152191966772079" units="cm"/>
      <inkml:brushProperty name="height" value="0.0152191966772079" units="cm"/>
      <inkml:brushProperty name="color" value="#000000"/>
      <inkml:brushProperty name="ignorePressure" value="0"/>
    </inkml:brush>
  </inkml:definitions>
  <inkml:trace contextRef="#ctx0" brushRef="#br0">81050.000 13480.000 963,'-19.000'18.000'2,"5.000"-4.000"4,3.000-3.000 3,5.000-4.000 5,2.000-3.000-8,5.000-1.000-19,3.000-1.000-18,5.000-2.000-19</inkml:trace>
</inkml:ink>
</file>

<file path=ppt/ink/ink6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39"/>
    </inkml:context>
    <inkml:brush xml:id="br0">
      <inkml:brushProperty name="width" value="0.015334882773459" units="cm"/>
      <inkml:brushProperty name="height" value="0.015334882773459" units="cm"/>
      <inkml:brushProperty name="color" value="#000000"/>
      <inkml:brushProperty name="ignorePressure" value="0"/>
    </inkml:brush>
  </inkml:definitions>
  <inkml:trace contextRef="#ctx0" brushRef="#br0">81010.000 13860.000 956,'-21.000'20.000'-4,"-1.000"2.000"-8,-1.000 1.000-9,-2.000 2.000-8,3.000-2.000 3,4.000-2.000 13,6.000-2.000 13,5.000-2.000 13,2.000-3.000 7,2.000-1.000 0,1.000-1.000 1,2.000-1.000 1,1.000-3.000-3,3.000-4.000-4,2.000-3.000-5,2.000-5.000-4,3.000-1.000-3,-2.000 1.000-4,2.000-1.000-3,-1.000-1.000-3,0.000 1.000-1,0.000-2.000 0,-1.000-1.000-1,2.000-2.000 0,-1.000 0.000 0,2.000 0.000 0,1.000 1.000-2,2.000-1.000 0,-1.000 0.000-1,-1.000 0.000 1,-1.000 0.000 0,-1.000 0.000 0,-2.000 0.000 0,2.000-1.000-1,-2.000 1.000-2,1.000 0.000-1,1.000 2.000-1,-2.000 2.000 2,2.000 2.000 1,-1.000 3.000 0,-1.000 0.000 3,-1.000-1.000 1,-1.000-1.000 3,-1.000-2.000 2,-1.000 2.000 2,-1.000 2.000 0,2.000 2.000 0,-1.000 2.000 2,-1.000 3.000-1,-1.000 1.000 1,-1.000 1.000 0,-2.000 1.000-1,0.000 3.000 2,-2.000 4.000 1,-1.000 3.000 1,-1.000 4.000 2,-3.000 3.000 0,-2.000 1.000 0,-2.000 1.000 0,-3.000 2.000 0,0.000 0.000 0,-2.000 0.000 0,2.000-1.000 1,-1.000 1.000 1,-1.000 1.000 0,2.000 1.000 1,-1.000 1.000 1,-1.000 2.000 0,2.000-2.000 2,1.000-2.000 0,1.000-2.000 0,1.000-3.000 1,2.000-1.000 0,-1.000-2.000-1,-1.000-1.000 0,2.000-1.000-2,-1.000-3.000 0,2.000-2.000 1,1.000-2.000 0,2.000-3.000 1,1.000-3.000 0,5.000-5.000 0,3.000-6.000 0,5.000-5.000 1,1.000-2.000-3,2.000-2.000-5,1.000-1.000-5,2.000-2.000-6,-1.000 1.000-3,-1.000-2.000 2,-1.000 2.000 1,-1.000-1.000 1,-1.000-1.000 1,2.000-1.000 2,1.000-1.000 2,2.000-2.000 1,0.000 0.000-2,2.000-2.000-4,1.000-1.000-4,2.000-1.000-5,-1.000-1.000-3,-1.000 0.000 0,-1.000 0.000 1,-1.000 0.000-1,-1.000 1.000 1,-1.000 3.000 1,2.000 2.000 2,-1.000 2.000 1,-1.000 3.000 3,-1.000-2.000 3,-1.000 2.000 5,-1.000-1.000 3,-1.000 1.000 0,0.000 3.000-1,-1.000 2.000-1,2.000 2.000-3,-2.000 3.000 0,-1.000 1.000 3,-1.000 1.000 2,-1.000 2.000 2,-2.000 0.000 3,-1.000 2.000 0,-1.000 1.000 0,-2.000 1.000 2,0.000 2.000 0,0.000 1.000 1,0.000 1.000 1,0.000 2.000 0,0.000-1.000 0,0.000 1.000 0,0.000 0.000-2,0.000 0.000 0,0.000 1.000-1,0.000-1.000-4,0.000 0.000-3,0.000 0.000-2,0.000-3.000-5,0.000-5.000-6,0.000-4.000-6,0.000-5.000-5,1.000-3.000-1,1.000 2.000 6,1.000 1.000 6,2.000 2.000 4</inkml:trace>
</inkml:ink>
</file>

<file path=ppt/ink/ink6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39"/>
    </inkml:context>
    <inkml:brush xml:id="br0">
      <inkml:brushProperty name="width" value="0.0165732149034739" units="cm"/>
      <inkml:brushProperty name="height" value="0.0165732149034739" units="cm"/>
      <inkml:brushProperty name="color" value="#000000"/>
      <inkml:brushProperty name="ignorePressure" value="0"/>
    </inkml:brush>
  </inkml:definitions>
  <inkml:trace contextRef="#ctx0" brushRef="#br0">81430.000 13839.000 884,'0.000'-18.000'2,"2.000"4.000"1,1.000 3.000 3,1.000 4.000 2,1.000 2.000 2,1.000 1.000 0,-1.000-1.000 0,0.000-1.000 2,0.000 2.000-2,2.000 1.000-3,1.000 1.000-2,1.000 2.000-2,2.000-1.000-2,1.000-1.000 1,1.000-1.000 2,1.000-1.000 0,1.000-1.000 0,0.000 2.000-2,1.000 1.000-1,-1.000 1.000-2,0.000 1.000 0,2.000-2.000 2,1.000-1.000 1,1.000-1.000 3,2.000-1.000-1,-1.000 2.000-2,0.000 1.000-4,0.000 1.000-2,0.000 1.000-1,2.000 0.000 1,1.000 0.000 2,1.000 0.000 2,1.000 1.000-1,-2.000 1.000-2,-1.000 1.000-3,-1.000 2.000-1,-1.000 0.000-2,0.000-1.000 2,0.000 1.000-1,0.000 1.000 1,0.000-1.000 1,0.000 2.000 1,-1.000 1.000 2,1.000 2.000 1,0.000 0.000 1,-2.000 0.000 0,-1.000-1.000-1,-1.000 1.000-1,-2.000 1.000 1,-1.000 1.000 0,-1.000 1.000 0,-1.000 1.000 1,-2.000 1.000-1,-1.000 1.000 0,-1.000-1.000 0,-2.000 0.000 0,0.000 0.000-1,-2.000 2.000 1,-1.000 1.000 0,-1.000 2.000 1,-2.000-1.000-2,-1.000 1.000-1,-1.000 1.000-3,-2.000-1.000-3,-1.000 0.000 1,-2.000 0.000 1,-4.000-1.000 2,-1.000 2.000 2,-3.000-1.000 0,2.000 2.000-3,-2.000 1.000-1,1.000 2.000-3,0.000-2.000 0,-2.000-2.000-1,-1.000-2.000 0,-2.000-2.000 1,1.000-3.000-1,-2.000 2.000 1,1.000-1.000 1,0.000-1.000-1,0.000 0.000 2,1.000-3.000 0,-1.000-2.000 2,0.000-2.000 1,0.000-2.000 1,-1.000-1.000 1,2.000 1.000 1,-1.000 1.000 1,1.000-2.000 1,2.000-1.000 1,4.000-1.000-1,1.000-1.000 1,3.000-2.000-1,-1.000-1.000 1,-1.000-1.000 0,2.000-1.000 0</inkml:trace>
</inkml:ink>
</file>

<file path=ppt/ink/ink6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39"/>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81910.000 13360.000 999,'-19.000'-9.000'0,"5.000"5.000"-1,3.000 3.000 0,5.000 5.000-1,1.000 2.000-1,2.000 2.000 1,1.000 4.000-2,2.000 1.000 1,-1.000 3.000-1,-1.000 1.000 0,-1.000 1.000 1,-2.000 2.000-1,0.000 1.000 1,-2.000 3.000 1,-1.000 2.000 1,-1.000 3.000 1,-1.000 0.000-1,2.000 1.000-3,1.000 1.000-2,2.000-1.000-4,-1.000 0.000 1,-1.000 2.000 1,-1.000 1.000 3,-1.000 2.000 1,-1.000 0.000 1,-1.000 2.000-3,2.000 1.000-3,-1.000 2.000-1,0.000-2.000-1,0.000-1.000 1,-1.000-4.000 1,1.000-1.000 1,1.000-3.000 1,1.000-1.000 0,1.000-1.000 1,1.000-1.000-1,1.000-3.000 0,1.000-4.000-1,-1.000-3.000-1,-1.000-4.000-1</inkml:trace>
</inkml:ink>
</file>

<file path=ppt/ink/ink6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40"/>
    </inkml:context>
    <inkml:brush xml:id="br0">
      <inkml:brushProperty name="width" value="0.0165689159184694" units="cm"/>
      <inkml:brushProperty name="height" value="0.0165689159184694" units="cm"/>
      <inkml:brushProperty name="color" value="#000000"/>
      <inkml:brushProperty name="ignorePressure" value="0"/>
    </inkml:brush>
  </inkml:definitions>
  <inkml:trace contextRef="#ctx0" brushRef="#br0">82610.000 13680.000 885,'-64.000'35.000'-1,"15.000"-8.000"1,13.000-9.000-2,14.000-9.000 1,8.000-4.000 1,1.000-2.000 5,1.000-1.000 5,1.000-1.000 4,5.000-3.000 3,8.000-1.000-1,6.000-4.000 0,9.000-1.000 0,1.000-2.000-2,-2.000 2.000-6,-2.000 1.000-5,-3.000 2.000-6,0.000-1.000-2,1.000-1.000 0,1.000-1.000 1,1.000-1.000 0,2.000-1.000-2,1.000 0.000-5,1.000 0.000-4,1.000 0.000-4,1.000-1.000 0,1.000-1.000 2,-1.000-1.000 3,-1.000-1.000 4,0.000 0.000 0,-2.000 3.000-2,-4.000 2.000-2,-1.000 2.000-2,-3.000 2.000-2,2.000-2.000-1,-1.000-1.000-2,-1.000-2.000 0</inkml:trace>
</inkml:ink>
</file>

<file path=ppt/ink/ink6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40"/>
    </inkml:context>
    <inkml:brush xml:id="br0">
      <inkml:brushProperty name="width" value="0.0148232225328684" units="cm"/>
      <inkml:brushProperty name="height" value="0.0148232225328684" units="cm"/>
      <inkml:brushProperty name="color" value="#000000"/>
      <inkml:brushProperty name="ignorePressure" value="0"/>
    </inkml:brush>
  </inkml:definitions>
  <inkml:trace contextRef="#ctx0" brushRef="#br0">82810.000 13160.000 989,'-35.000'-34.000'-40,"10.000"15.000"15,10.000 13.000 15,10.000 15.000 15,5.000 6.000 7,2.000 2.000-2,1.000 1.000-2,1.000 2.000-2,1.000 1.000-1,1.000 3.000-2,-1.000 2.000-1,0.000 3.000-2,0.000 1.000-1,-1.000 2.000-1,2.000 1.000-1,-1.000 2.000 0,-1.000 1.000 0,-1.000 3.000-1,-1.000 2.000 0,-2.000 2.000 0,1.000 2.000-1,1.000 1.000-1,1.000-1.000-1,2.000 0.000-1,-1.000-1.000 1,-1.000 1.000 1,-1.000 1.000 3,-1.000-1.000 0,-1.000-1.000 2,0.000-1.000-1,0.000-1.000-1,0.000-1.000 1,-1.000-2.000-1,-1.000-1.000 0,-1.000-1.000 0,-1.000-1.000 0,-2.000-3.000 1,1.000-4.000-1,0.000-3.000 0,1.000-4.000 1,-1.000-4.000-1,0.000-2.000 1,0.000-2.000 0,0.000-3.000 0,0.000-1.000-1,0.000-2.000-3,-1.000-1.000-2,1.000-1.000-3,0.000-3.000-1,1.000-4.000 2,-1.000-3.000 0,-1.000-5.000 2,2.000 0.000 0,1.000 1.000 1,1.000 1.000 1,2.000 2.000 1,0.000-2.000 1,0.000-2.000 1,0.000-2.000 0,0.000-3.000 2,-1.000 0.000 0,-1.000-2.000 0,-1.000 2.000 1,-1.000-1.000 0,-2.000 0.000-1,1.000 0.000 1,0.000-1.000 0,1.000 2.000 0,-1.000-2.000 0,2.000 1.000 0,1.000 0.000 0,1.000 0.000 0,1.000 1.000 0,-2.000 1.000 0,-1.000 1.000 0,-1.000 1.000 0,-1.000 1.000 0,0.000-2.000 0,-1.000-1.000 0,1.000-2.000 0,0.000 1.000 0,1.000 1.000 0,-1.000 1.000 0,-1.000 1.000 0,2.000 2.000 0,-1.000 1.000 0,0.000 1.000 0,0.000 2.000 0,-1.000-1.000 2,-1.000 2.000 3,-1.000-2.000 4,-2.000 1.000 3,2.000 0.000 2,2.000 1.000 1,2.000-1.000-1,3.000-1.000 2,-1.000 3.000 1,-2.000 2.000 3,-2.000 2.000 4,-2.000 2.000 3,-1.000 3.000 0,2.000 1.000-7,4.000 1.000-5,2.000 2.000-5,2.000-2.000-7,3.000-2.000-4,2.000-2.000-6,3.000-3.000-5,1.000-1.000-3,2.000 0.000 1,1.000 0.000 1,2.000 0.000 1,0.000 0.000-1,2.000-2.000-1,1.000-1.000-2,2.000-1.000-2,-2.000-2.000 0,-1.000-1.000 0,-4.000-1.000 1,-1.000-1.000 1</inkml:trace>
</inkml:ink>
</file>

<file path=ppt/ink/ink6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40"/>
    </inkml:context>
    <inkml:brush xml:id="br0">
      <inkml:brushProperty name="width" value="0.0147936651483178" units="cm"/>
      <inkml:brushProperty name="height" value="0.0147936651483178" units="cm"/>
      <inkml:brushProperty name="color" value="#000000"/>
      <inkml:brushProperty name="ignorePressure" value="0"/>
    </inkml:brush>
  </inkml:definitions>
  <inkml:trace contextRef="#ctx0" brushRef="#br0">83169.000 13480.000 991,'27.000'0.000'0,"-6.000"2.000"2,-7.000 1.000 0,-6.000 1.000 0,-3.000 2.000 0,-2.000 1.000-2,-1.000 1.000-2,-1.000 1.000-3,-1.000 2.000-1,0.000-2.000 0,0.000 2.000 1,0.000-1.000-1,0.000 0.000 2,0.000 0.000 0,0.000-1.000 1,0.000 2.000 1,-1.000-2.000 0,-1.000 1.000-2,-1.000 0.000-1,-2.000 0.000-1,0.000 1.000 0,1.000-1.000 0,-1.000 0.000 0,-1.000 0.000 0,2.000 0.000 1,1.000 2.000 0,1.000 1.000 1,2.000 2.000 1,-2.000 0.000 1,-1.000 2.000-1,-4.000 1.000 1,-2.000 2.000-1,0.000-1.000 1,1.000-1.000-2,1.000-1.000-1,2.000-2.000 0,-1.000 0.000-1,-1.000 1.000 1,-1.000-1.000 2,-1.000 0.000 0,-2.000-1.000 0,2.000 2.000-1,-1.000-1.000 0,-1.000-1.000-2,2.000 1.000 0,1.000-2.000 0,1.000-1.000 1,2.000-2.000 0,0.000 1.000 0,0.000-1.000 1,-1.000 0.000 0,1.000 0.000 1,0.000-2.000 0,1.000-2.000 0,-1.000-2.000-1,-1.000-2.000 1,2.000-4.000-1,1.000-4.000-1,1.000-3.000 0,2.000-5.000 0,0.000 1.000 0,2.000 1.000 1,1.000 4.000 1,1.000 2.000 1,2.000-1.000 1,-2.000-4.000 0,1.000-3.000 1,0.000-4.000-1,1.000-3.000 1,1.000-1.000 0,1.000-1.000 0,1.000-2.000 0,2.000 0.000 0,-2.000-2.000 0,2.000-1.000 0,-1.000-1.000 0,0.000 0.000 0,0.000 3.000 0,-1.000 2.000 0,2.000 3.000 0</inkml:trace>
</inkml:ink>
</file>

<file path=ppt/ink/ink6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41"/>
    </inkml:context>
    <inkml:brush xml:id="br0">
      <inkml:brushProperty name="width" value="0.0160018354654312" units="cm"/>
      <inkml:brushProperty name="height" value="0.0160018354654312" units="cm"/>
      <inkml:brushProperty name="color" value="#000000"/>
      <inkml:brushProperty name="ignorePressure" value="0"/>
    </inkml:brush>
  </inkml:definitions>
  <inkml:trace contextRef="#ctx0" brushRef="#br0">83350.000 13360.000 916,'9.000'-11.000'0,"2.000"-1.000"0,-2.000-1.000 0,1.000-1.000 0,0.000 1.000 1,-2.000 5.000 0,-1.000 6.000 2,-2.000 4.000 1,1.000 4.000-1,-2.000 1.000-2,1.000 1.000-3,0.000 1.000-2,0.000 1.000-1,1.000-2.000 0,-1.000-1.000 0,0.000-1.000 2,-1.000 0.000-2,-1.000 2.000 0,-1.000 4.000-1,-2.000 1.000-1,0.000 2.000 0,0.000 0.000 3,0.000 1.000 2,0.000-1.000 2,1.000 0.000 1,1.000 0.000-1,1.000 0.000 0,2.000 0.000-2,-1.000 0.000 0,-1.000 2.000 2,-1.000 1.000 0,-2.000 2.000 2,0.000 0.000-1,0.000 2.000-2,0.000 1.000-3,0.000 1.000-2,0.000 1.000 0,0.000 0.000 1,0.000 0.000 0,0.000 0.000 2,0.000 1.000 2,-2.000 1.000 1,-1.000 1.000 1,-1.000 2.000 2,-1.000-1.000 1,2.000-1.000 1,1.000-1.000 2,1.000-2.000 0,2.000 0.000 0,1.000-2.000 2,1.000-1.000-1,2.000-1.000 2,-1.000-1.000-1,1.000 0.000 0,0.000-1.000 0,1.000 2.000 0,0.000-3.000-1,2.000-4.000-1,4.000-3.000 0,1.000-4.000-2,2.000-3.000 0,-2.000-1.000-1,-1.000-1.000-1,-2.000-2.000 0,1.000 0.000 0,1.000-2.000 1,1.000-1.000 0,1.000-1.000 2,1.000-3.000-2,0.000-2.000-2,1.000-2.000-4,-1.000-3.000-3,0.000-1.000-2,-1.000-2.000 0,2.000-1.000-2,-1.000-1.000-1,0.000-2.000 0,0.000-1.000-1,-1.000-1.000 1,1.000-1.000 0,1.000-2.000-2,-1.000-1.000-4,-1.000-1.000-2,2.000-1.000-4,-3.000 0.000 0,-4.000 5.000 2,-3.000 3.000 2,-4.000 5.000 3,-2.000 0.000 1,2.000-1.000 1,1.000-1.000 1,1.000-2.000 1</inkml:trace>
</inkml:ink>
</file>

<file path=ppt/ink/ink6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44"/>
    </inkml:context>
    <inkml:brush xml:id="br0">
      <inkml:brushProperty name="width" value="0.0207791607826948" units="cm"/>
      <inkml:brushProperty name="height" value="0.0207791607826948" units="cm"/>
      <inkml:brushProperty name="color" value="#000000"/>
      <inkml:brushProperty name="ignorePressure" value="0"/>
    </inkml:brush>
  </inkml:definitions>
  <inkml:trace contextRef="#ctx0" brushRef="#br0">85110.000 13900.000 705,'18.000'-10.000'-42,"-4.000"2.000"16,-3.000 1.000 17,-4.000 1.000 18,-2.000 3.000 8,2.000 2.000 0,1.000 2.000 1,1.000 2.000 0,2.000 3.000-1,1.000-2.000-2,1.000 2.000-4,1.000-2.000-2,1.000 1.000-2,-2.000-2.000 1,-1.000-1.000-2,-2.000-1.000 1,1.000-1.000-1,1.000 0.000 0,1.000 0.000 0,1.000 0.000 0,3.000 0.000 0,2.000 0.000 0,2.000 0.000 0,2.000 0.000 0,2.000 0.000 0,0.000 0.000-1,0.000 0.000-1,0.000 0.000-2,2.000-1.000-1,2.000-1.000 1,2.000-1.000 0,2.000-2.000-1,3.000 0.000 1,-2.000-2.000 0,2.000-1.000 0,-1.000-1.000 0,-1.000-1.000-1,2.000-1.000 1,-1.000 1.000-1,-1.000 0.000 0,1.000 0.000-1,-2.000 1.000 2,-1.000-1.000 0,-1.000 0.000 1,-1.000 0.000 0,0.000 2.000-2,0.000 1.000-2,-1.000 2.000-1,2.000 0.000-1,-2.000 2.000 1,1.000 1.000 2,0.000 1.000 1,0.000 1.000-1,-2.000 0.000-1,-1.000 0.000 0,-1.000 0.000-2,-1.000 0.000 0,2.000 0.000 1,1.000 0.000 0,2.000 0.000 2,0.000 0.000 0,2.000-2.000-1,1.000-1.000 0,1.000-1.000 0,2.000-1.000 0,-2.000 0.000 2,2.000-1.000 1,-1.000 2.000 1,1.000-2.000 1,2.000-1.000-1,4.000-1.000 0,1.000-1.000-2,1.000-2.000 1,-2.000 2.000-1,-4.000-1.000 0,-1.000-1.000 1,-2.000 1.000-1,2.000 0.000 0,1.000 1.000 0,2.000-1.000 0,-2.000 0.000 1,-1.000 0.000 0,-4.000 0.000 1,-2.000 0.000 0,-1.000 0.000 1,-2.000 2.000-1,-1.000 1.000 0,-1.000 2.000-1,-2.000 0.000 1,-1.000 2.000 1,-1.000 1.000 1,-2.000 1.000 1,1.000 1.000 0,1.000 0.000 1,1.000 0.000-1,2.000 0.000 0,-1.000 0.000 0,-1.000 0.000 0,-1.000 0.000-2,-2.000 0.000 0,1.000 0.000-1,-1.000 0.000 0,0.000 0.000-1,0.000 0.000-1,-1.000 0.000 0,1.000 0.000 0,0.000 0.000 1,1.000 0.000 0,-1.000 0.000 1,0.000 0.000-2,0.000 0.000 0,0.000 0.000 0,1.000 0.000 0,2.000 0.000 0,4.000 0.000 0,2.000 0.000 2,0.000 0.000-2,-1.000-2.000-1,-1.000-1.000-1,-2.000-1.000-2,1.000-1.000 0,1.000 0.000 0,1.000-1.000 2,2.000 1.000 0,-1.000 0.000 1,1.000-2.000-2,0.000-1.000-1,1.000-1.000-2,-2.000 0.000 1,-1.000 2.000 0,-1.000 4.000 1,-1.000 1.000 2,-2.000 2.000-1,-1.000-2.000-1,-1.000-1.000 0,-1.000-1.000-1,-1.000-1.000 0,2.000 2.000 0,1.000 1.000 2,1.000 1.000 0,0.000 1.000 0,-3.000-2.000 1,-2.000-1.000 0,-3.000-1.000-1,0.000-1.000 1,1.000 2.000-2,1.000 1.000 0,1.000 2.000-2,1.000 0.000 1,-2.000 0.000 0,-1.000 0.000 1,-1.000 0.000 0,-1.000 0.000 1,0.000 0.000-1,-1.000 0.000 0,1.000 0.000-1,1.000 0.000 1,-1.000 0.000 0,-1.000 0.000 0,2.000 0.000 0,-2.000 0.000 1,-1.000 0.000 0,-1.000 0.000-1,-1.000 0.000 1,-2.000 0.000-1,2.000 0.000 0,-1.000 0.000 1,-1.000 0.000-1,2.000-1.000 1,-2.000-1.000 1,2.000-1.000 2,-1.000-2.000 0,-2.000 2.000 1,-1.000 4.000 1,-4.000 3.000 2,-1.000 5.000 1,-2.000 0.000-1,0.000 1.000 0,0.000 0.000-3,0.000 0.000 0</inkml:trace>
</inkml:ink>
</file>

<file path=ppt/ink/ink6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44"/>
    </inkml:context>
    <inkml:brush xml:id="br0">
      <inkml:brushProperty name="width" value="0.0171723570674658" units="cm"/>
      <inkml:brushProperty name="height" value="0.0171723570674658" units="cm"/>
      <inkml:brushProperty name="color" value="#000000"/>
      <inkml:brushProperty name="ignorePressure" value="0"/>
    </inkml:brush>
  </inkml:definitions>
  <inkml:trace contextRef="#ctx0" brushRef="#br0">89150.000 13080.000 854,'11.000'9.000'2,"3.000"-1.000"5,2.000-1.000 5,3.000-1.000 5,1.000-2.000 1,2.000-1.000-4,1.000-1.000-3,2.000-2.000-3,-1.000 1.000-2,-1.000 1.000 1,-1.000 1.000 1,-2.000 2.000 0,1.000-1.000-1,1.000-1.000-2,1.000-1.000-2,2.000-2.000-1,-1.000 1.000-2,-1.000 1.000 1,-1.000 1.000 1,-2.000 2.000 1,0.000 0.000 0,-2.000 0.000-2,-1.000-1.000-1,-2.000 1.000 0,1.000 1.000-2,1.000-2.000-2,1.000 2.000 0,2.000-2.000-2,-2.000 1.000-1,-2.000 1.000 1,-2.000-1.000 0,-3.000 0.000 0,-2.000 0.000 0,-2.000 2.000 1,-4.000 1.000 0,-2.000 1.000 0,0.000 2.000 1,1.000-1.000-1,1.000 0.000 0,2.000 0.000-1,-2.000 0.000 1,-4.000 2.000 0,-3.000 1.000 0,-5.000 2.000 1,-2.000 0.000 0,-3.000 2.000 0,-2.000 1.000 1,-2.000 2.000 0,-3.000 0.000 0,-1.000 2.000 0,-1.000 1.000-2,-2.000 1.000 0,-1.000 1.000 0,-3.000 0.000 0,-2.000 0.000 1,-3.000 0.000 1,0.000 0.000-1,-1.000 0.000-2,-1.000 0.000-3,2.000 0.000-2,-2.000 1.000-2,-1.000 1.000 1,-1.000 1.000-1,-1.000 2.000 1,-2.000 0.000-1,2.000 0.000 1,-1.000-1.000 1,-1.000 1.000 1,4.000-1.000-1,5.000-5.000 1,4.000-3.000-1,6.000-4.000-1</inkml:trace>
</inkml:ink>
</file>

<file path=ppt/ink/ink7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45"/>
    </inkml:context>
    <inkml:brush xml:id="br0">
      <inkml:brushProperty name="width" value="0.015550535172224" units="cm"/>
      <inkml:brushProperty name="height" value="0.015550535172224" units="cm"/>
      <inkml:brushProperty name="color" value="#000000"/>
      <inkml:brushProperty name="ignorePressure" value="0"/>
    </inkml:brush>
  </inkml:definitions>
  <inkml:trace contextRef="#ctx0" brushRef="#br0">87269.000 13860.000 943,'-8.000'-16.000'-34,"2.000"9.000"5,2.000 9.000 5,3.000 9.000 3,1.000 4.000 5,0.000 2.000 4,0.000 1.000 4,0.000 1.000 4,0.000 3.000 2,0.000 2.000 0,0.000 2.000 0,0.000 2.000 0,0.000 3.000 2,0.000 1.000 1,0.000 1.000 3,0.000 2.000 1,0.000 1.000 1,0.000 5.000-1,0.000 3.000-2,0.000 4.000-2,0.000 2.000 1,2.000-2.000 0,1.000-1.000 2,2.000-1.000 0,-1.000-1.000 1,-1.000 2.000-1,-1.000 1.000 0,-2.000 2.000-1,0.000 0.000-1,0.000 0.000 0,0.000 0.000 0,0.000 0.000 0,1.000-2.000-1,1.000-2.000-1,1.000-2.000 0,2.000-2.000-2,-1.000-3.000 1,1.000-1.000 0,0.000-1.000 1,1.000-1.000 1,-2.000-1.000-1,-1.000 0.000 0,-1.000 0.000 0,-1.000-1.000-1,-1.000 1.000 0,2.000-2.000 1,1.000-1.000-1,1.000-1.000 1,1.000-2.000 0,-2.000-1.000-1,-1.000-1.000 1,-1.000-1.000-2,-1.000-1.000 1,0.000 2.000 0,0.000 1.000 1,0.000 1.000-1,0.000 1.000 1,0.000-2.000 3,0.000-1.000 2,0.000-1.000 2,0.000-1.000 0,0.000 2.000 1,0.000 1.000-2,0.000 1.000 0,0.000 1.000 0,0.000-2.000 0,0.000-1.000 1,0.000-1.000-1,0.000-2.000 0,0.000-1.000-2,0.000-1.000 0,0.000-2.000-2,-1.000 0.000 0,-1.000 1.000 0,-1.000-1.000 0,-2.000-1.000 1,1.000 1.000-1,1.000 1.000-1,1.000-1.000-1,2.000 0.000-1,0.000-2.000 0,0.000-1.000 1,0.000-4.000 0,0.000-1.000 2,0.000-2.000-1,0.000 2.000 0,0.000 1.000-1,0.000 2.000 0,0.000 0.000 0,0.000-1.000 0,0.000 1.000 0,0.000 0.000 1,0.000 0.000-1,0.000 1.000-1,0.000-2.000-1,0.000 2.000-1,0.000-1.000 0,0.000 2.000 1,0.000 1.000 0,0.000 2.000 1,0.000-1.000-1,2.000 1.000 0,1.000 1.000 0,1.000-1.000-1,1.000-1.000 0,-2.000-1.000 0,-1.000-1.000 1,-1.000-1.000 0,-1.000-1.000 0,0.000 2.000 1,0.000 1.000 0,0.000 1.000 0,0.000 1.000 1,0.000 1.000 0,0.000-1.000 2,0.000 0.000 0,0.000-1.000 1,0.000-1.000 0,0.000-1.000 0,0.000-2.000 1,0.000 1.000-1,0.000 1.000 1,0.000 1.000-1,0.000 1.000 1,0.000 1.000-1,0.000 1.000 0,0.000-1.000 0,0.000-1.000-2,0.000 1.000 1,0.000-2.000 0,0.000-1.000 0,0.000-2.000 1,0.000 1.000 0,0.000 1.000 0,0.000 1.000-1,0.000 2.000 1,0.000-1.000-1,0.000 2.000-1,0.000-2.000 0,0.000 1.000-2,0.000 0.000 1,0.000 1.000 0,0.000-1.000 1,0.000-1.000 0,0.000 1.000 1,0.000 1.000-1,0.000-1.000 1,0.000 0.000-1,0.000-1.000 0,0.000 1.000 0,0.000 1.000-1,0.000-1.000 0,0.000 0.000-1,0.000 0.000 1,0.000-1.000 0,0.000 2.000 0,0.000-1.000 1,0.000 2.000-2,0.000 1.000 1,0.000 2.000-1,0.000-1.000 0,0.000-1.000 1,0.000-1.000 0,0.000-2.000 0,0.000 0.000 0,0.000 1.000 0,0.000-1.000 1,0.000-1.000-2,0.000 2.000 1,0.000 1.000 1,0.000 1.000-1,0.000 2.000 0,-1.000-1.000 0,-1.000-1.000 0,-1.000-1.000-1,-2.000-1.000-1,1.000-2.000-1,1.000 1.000 0,1.000 1.000-1,2.000-1.000-2,0.000-1.000 1,0.000-1.000 1,0.000-1.000 0,0.000-1.000 2,0.000-1.000 0,0.000 2.000 1,0.000 1.000-1,0.000 1.000 1,0.000 1.000-1,0.000 1.000 1,0.000-1.000 0,0.000 0.000-1,0.000-1.000 2,0.000 1.000 0,0.000 1.000 3,0.000-1.000 0,0.000 0.000 0,0.000 2.000 0,0.000 1.000-2,0.000 1.000 0,0.000 1.000-1,0.000 0.000 2,0.000 0.000 2,0.000 0.000 0,0.000 0.000 1,0.000 0.000 0,0.000 0.000 0,0.000 0.000 0,0.000 1.000 0,0.000 1.000 0,0.000 1.000 1,0.000 2.000-1,0.000-2.000 1,0.000-2.000-3,0.000-2.000-1,0.000-2.000-2,0.000-2.000 0,0.000 0.000-1,0.000-1.000-1,0.000 2.000 0,0.000-2.000-1,0.000 2.000-2,0.000-2.000-2,0.000 1.000-1,0.000 0.000-2,0.000-2.000 0,0.000-1.000-1,0.000-1.000-1,0.000-1.000-2,0.000 2.000-2,0.000 1.000-1,0.000 2.000-2,-1.000-1.000-2,-1.000-1.000 0,-1.000-1.000 0,-1.000-1.000 0</inkml:trace>
</inkml:ink>
</file>

<file path=ppt/ink/ink7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54"/>
    </inkml:context>
    <inkml:brush xml:id="br0">
      <inkml:brushProperty name="width" value="0.0179661922156811" units="cm"/>
      <inkml:brushProperty name="height" value="0.0179661922156811" units="cm"/>
      <inkml:brushProperty name="color" value="#000000"/>
      <inkml:brushProperty name="ignorePressure" value="0"/>
    </inkml:brush>
  </inkml:definitions>
  <inkml:trace contextRef="#ctx0" brushRef="#br0">57750.000 15360.000 816,'-18.000'-42.000'-4,"6.000"16.000"2,4.000 17.000 4,6.000 15.000 2,2.000 10.000 1,0.000 1.000-2,0.000 1.000-2,0.000 2.000-2,0.000-1.000 0,0.000 2.000 2,0.000-2.000 1,0.000 1.000 1,0.000 2.000 0,2.000 2.000-2,1.000 2.000-2,1.000 2.000-3,1.000 2.000 1,-2.000-2.000 1,-1.000-1.000 2,-1.000-1.000 1,-1.000-1.000 1,2.000 2.000-3,1.000 1.000-1,1.000 2.000-1,2.000 0.000-2,-1.000 2.000 0,0.000 1.000-1,0.000 1.000 0,0.000 2.000 1,-1.000 1.000 1,2.000 1.000 2,-1.000 1.000 1,-1.000 3.000 0,-1.000 4.000 0,-1.000 3.000-1,-2.000 5.000-1,1.000 2.000 1,1.000 5.000 0,1.000 3.000 0,2.000 5.000 0,-1.000 1.000 2,-1.000 0.000 1,-1.000-1.000 1,-1.000 2.000 1,-1.000-2.000 0,0.000 2.000 0,0.000-2.000-1,0.000 1.000-1,0.000 2.000 1,0.000 2.000 2,0.000 2.000 3,0.000 2.000 3,0.000 0.000 1,0.000-5.000-1,0.000-6.000-2,0.000-5.000 0,0.000-3.000 0,0.000-2.000 3,0.000-4.000 1,0.000-2.000 3,0.000-2.000 0,2.000-3.000 0,1.000-2.000 0,1.000-3.000-1,1.000-2.000-2,-2.000-2.000-3,-1.000-4.000-4,-1.000-1.000-3,-1.000-3.000-1,2.000-1.000-1,1.000-1.000 0,1.000-2.000 0,1.000 1.000 1,-2.000 1.000 1,-1.000 1.000 2,-1.000 2.000 1,-1.000-1.000 0,2.000-1.000-2,1.000-1.000-4,2.000-2.000-1,-1.000 0.000-2,-1.000 0.000 2,-1.000 0.000 0,-2.000 0.000 1,0.000 1.000 0,0.000 1.000-2,0.000 1.000-1,0.000 2.000-2,0.000-2.000 0,0.000-4.000-1,0.000-3.000 1,0.000-5.000 1,0.000-1.000-2,0.000 0.000 0,0.000 1.000-2,0.000-1.000-1,0.000-4.000-3,0.000-5.000-7,0.000-7.000-7,0.000-5.000-5,1.000-6.000-2,1.000-4.000 5,1.000-3.000 6,2.000-5.000 4,-1.000 1.000 3,-1.000 1.000 2,-1.000 4.000 2,-2.000 2.000 1,1.000 1.000 2,1.000 0.000 0,1.000-1.000 2,2.000 2.000 1</inkml:trace>
</inkml:ink>
</file>

<file path=ppt/ink/ink7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55"/>
    </inkml:context>
    <inkml:brush xml:id="br0">
      <inkml:brushProperty name="width" value="0.0150847611948848" units="cm"/>
      <inkml:brushProperty name="height" value="0.0150847611948848" units="cm"/>
      <inkml:brushProperty name="color" value="#000000"/>
      <inkml:brushProperty name="ignorePressure" value="0"/>
    </inkml:brush>
  </inkml:definitions>
  <inkml:trace contextRef="#ctx0" brushRef="#br0">57689.000 15680.000 972,'-10.000'-11.000'0,"-2.000"-1.000"0,-1.000-1.000 0,-2.000-1.000 0,2.000-1.000 0,1.000 2.000-1,4.000 1.000 0,2.000 2.000 0,0.000-1.000 0,1.000-1.000 2,1.000-1.000 3,-1.000-1.000 2,0.000-1.000 0,2.000 2.000-1,1.000 1.000-1,1.000 2.000 0,1.000 3.000-2,0.000 6.000-3,0.000 7.000-1,0.000 5.000-2,-1.000 4.000-1,-3.000 0.000-2,-2.000 1.000 0,-2.000-1.000-1,-3.000 1.000 1,-1.000 3.000 1,-1.000 2.000 2,-1.000 3.000 1,-2.000 1.000 1,2.000 0.000 0,-2.000 0.000 0,1.000 0.000-1,0.000 0.000-1,-2.000 2.000-4,-1.000 1.000-5,-2.000 1.000-2,1.000 1.000-3,-2.000-2.000 2,2.000-1.000 2,-2.000-1.000 1,2.000-3.000 1,1.000-2.000 3,1.000-2.000 1,1.000-2.000 4,2.000-3.000 0,1.000 2.000-1,1.000-1.000 1,1.000-1.000 0,1.000 0.000-1,1.000-3.000 1,-2.000-2.000 0,2.000-2.000 1,0.000-4.000-1,2.000-2.000 0,4.000-2.000-1,2.000-2.000 0</inkml:trace>
</inkml:ink>
</file>

<file path=ppt/ink/ink7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55"/>
    </inkml:context>
    <inkml:brush xml:id="br0">
      <inkml:brushProperty name="width" value="0.0164765436202288" units="cm"/>
      <inkml:brushProperty name="height" value="0.0164765436202288" units="cm"/>
      <inkml:brushProperty name="color" value="#000000"/>
      <inkml:brushProperty name="ignorePressure" value="0"/>
    </inkml:brush>
  </inkml:definitions>
  <inkml:trace contextRef="#ctx0" brushRef="#br0">57850.000 15300.000 890,'10.000'-10.000'0,"2.000"2.000"0,1.000 1.000 0,2.000 1.000 0,-1.000 3.000 2,-1.000 4.000 3,-1.000 3.000 4,-1.000 5.000 5,-2.000 2.000-1,2.000 2.000-2,-2.000 4.000-2,1.000 1.000-3,1.000 2.000-1,1.000 1.000 2,1.000-1.000 2,1.000-1.000 1,1.000 2.000-3,-2.000 1.000-5,-1.000 1.000-5,-2.000 2.000-6,1.000-1.000-2,1.000-1.000 2,1.000-1.000 2,1.000-1.000 3,1.000 0.000-2,0.000 2.000-4,1.000 4.000-5,-1.000 2.000-4,-1.000-2.000-1,-1.000-4.000 4,-1.000-6.000 3,-1.000-4.000 4,-2.000-3.000-1,2.000 2.000-7,-2.000 1.000-5,1.000 2.000-7</inkml:trace>
</inkml:ink>
</file>

<file path=ppt/ink/ink7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4:55"/>
    </inkml:context>
    <inkml:brush xml:id="br0">
      <inkml:brushProperty name="width" value="0.017941664904356" units="cm"/>
      <inkml:brushProperty name="height" value="0.017941664904356" units="cm"/>
      <inkml:brushProperty name="color" value="#000000"/>
      <inkml:brushProperty name="ignorePressure" value="0"/>
    </inkml:brush>
  </inkml:definitions>
  <inkml:trace contextRef="#ctx0" brushRef="#br0">57889.000 16919.000 817,'0.000'-31.000'0,"-2.000"15.000"-1,-1.000 17.000-1,-1.000 15.000-1,-1.000 11.000 1,0.000 4.000 0,-1.000 3.000 0,2.000 4.000 1,-1.000 1.000 0,2.000-2.000 0,1.000-4.000 0,2.000-1.000 1,0.000-1.000 0,0.000 3.000 1,0.000 2.000 1,0.000 3.000 1,0.000-2.000 0,0.000-5.000-1,0.000-4.000-1,0.000-6.000-1,-1.000 2.000-1,-1.000 8.000 2,-1.000 6.000 1,-2.000 9.000 1,1.000 3.000 0,1.000 0.000 0,1.000 0.000-1,2.000 0.000 0,0.000 0.000 0,0.000 0.000 1,0.000 0.000-1,0.000 0.000 1,0.000 3.000-1,0.000 9.000 1,0.000 6.000-1,0.000 8.000 1,0.000 0.000-1,0.000-9.000 0,0.000-9.000-2,0.000-9.000 0,0.000-6.000-1,0.000-5.000 1,0.000-6.000 0,0.000-4.000 1,0.000-1.000 0,0.000 6.000 0,0.000 4.000 0,0.000 6.000 0,0.000 1.000 0,0.000 1.000 0,0.000 1.000 0,0.000-1.000 1,0.000-1.000-1,2.000-1.000 0,1.000-1.000 1,1.000-1.000 0,2.000 0.000-1,-1.000 2.000 1,0.000 4.000 0,0.000 2.000 0,0.000-1.000 0,-1.000-1.000 0,2.000-4.000 0,-1.000-1.000-1,0.000-3.000 1,-1.000 2.000 0,1.000-2.000-1,1.000 1.000 1,-1.000 0.000-1,0.000 1.000 1,-1.000-2.000 0,1.000 2.000 0,1.000-3.000 1,-2.000-1.000-1,2.000-4.000 0,-2.000-2.000 0,2.000 0.000 0,-1.000-2.000 0,0.000 2.000 1,0.000-2.000 0,0.000 2.000-1,-1.000 1.000 1,2.000 1.000-1,-1.000 1.000-1,-1.000 0.000 0,-1.000-2.000 1,-1.000-4.000-1,-2.000-2.000 1,1.000-1.000 0,1.000 0.000-1,1.000 0.000 1,2.000 0.000 0,-1.000 0.000-1,-1.000 0.000 1,-1.000 0.000 0,-1.000 0.000 0,-1.000 0.000 0,2.000-2.000 1,1.000-1.000 0,1.000-1.000 2,1.000-1.000-1,-2.000 0.000 0,-1.000-1.000-1,-1.000 2.000 0,-1.000-2.000-1,0.000 2.000 1,0.000-2.000 0,0.000 1.000 0,0.000 0.000 0,2.000-2.000 0,1.000-1.000-1,1.000-1.000 1,1.000-2.000-1,-2.000-1.000 0,-1.000-1.000 0,-1.000-1.000 0,-1.000-4.000-4,2.000-4.000-10,1.000-6.000-10,2.000-4.000-9,0.000-4.000-7,2.000 2.000-2,1.000-2.000-4,1.000 1.000-3</inkml:trace>
</inkml:ink>
</file>

<file path=ppt/ink/ink7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01"/>
    </inkml:context>
    <inkml:brush xml:id="br0">
      <inkml:brushProperty name="width" value="0.0174823012202978" units="cm"/>
      <inkml:brushProperty name="height" value="0.0174823012202978" units="cm"/>
      <inkml:brushProperty name="color" value="#000000"/>
      <inkml:brushProperty name="ignorePressure" value="0"/>
    </inkml:brush>
  </inkml:definitions>
  <inkml:trace contextRef="#ctx0" brushRef="#br0">58750.000 15519.000 838,'19.000'0.000'2,"-1.000"0.000"9,-1.000 0.000 8,-2.000 0.000 8,0.000 0.000 1,-2.000 0.000-6,-1.000 0.000-8,-2.000 0.000-7,0.000 0.000-4,0.000 0.000 2,1.000 0.000 0,-1.000 0.000 1,0.000 0.000-1,2.000 0.000-1,1.000 0.000-4,2.000 0.000-1,-1.000 0.000 0,2.000 0.000 1,-2.000 0.000 1,1.000 0.000 2,0.000 0.000-2,1.000-2.000-5,-2.000-1.000-5,2.000-1.000-6,-1.000-1.000-8,0.000 2.000-10,0.000 1.000-12,-1.000 2.000-9</inkml:trace>
</inkml:ink>
</file>

<file path=ppt/ink/ink7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20"/>
    </inkml:context>
    <inkml:brush xml:id="br0">
      <inkml:brushProperty name="width" value="0.0204331334680319" units="cm"/>
      <inkml:brushProperty name="height" value="0.0204331334680319" units="cm"/>
      <inkml:brushProperty name="color" value="#000000"/>
      <inkml:brushProperty name="ignorePressure" value="0"/>
    </inkml:brush>
  </inkml:definitions>
  <inkml:trace contextRef="#ctx0" brushRef="#br0">58269.000 20739.000 717,'20.000'9.000'20,"-2.000"-5.000"-5,-1.000-3.000-6,-2.000-4.000-4,2.000-3.000-3,2.000 1.000-2,2.000 1.000-1,2.000-1.000-2,4.000 0.000 1,2.000 0.000 1,2.000-1.000 1,2.000 2.000 2,3.000-2.000-1,-2.000-1.000-1,2.000-1.000-1,-1.000-1.000-2,1.000-1.000 0,2.000 2.000 1,4.000 1.000 0,1.000 2.000 2,2.000-1.000 1,1.000-1.000 1,-1.000-1.000 0,-1.000-2.000 2,1.000 1.000 0,1.000 1.000 1,-1.000 1.000-1,0.000 1.000 0,-1.000 1.000 0,1.000 1.000 0,1.000-1.000-1,-1.000-1.000 0,0.000 2.000-1,0.000 1.000 0,-1.000 1.000-1,2.000 2.000 0,-3.000 0.000 0,-2.000 0.000 0,-2.000 0.000 1,-3.000 0.000 0,-1.000 0.000 0,0.000 0.000-1,1.000 0.000-1,-1.000 0.000-2,1.000 0.000 1,3.000 0.000 1,2.000 0.000 0,2.000 0.000 2,2.000 0.000 0,1.000 0.000-2,-1.000 0.000 0,0.000 0.000-2,-1.000 0.000 1,-1.000 0.000 0,-1.000 0.000 0,-2.000 0.000 2,1.000 0.000-1,1.000 0.000 1,1.000 0.000-1,1.000 0.000 0,1.000 0.000-1,-2.000 2.000 1,-1.000 1.000 0,-1.000 1.000-1,-1.000 1.000 1,2.000-2.000-1,1.000-1.000 0,2.000-1.000 0,0.000-1.000 0,2.000 0.000 0,1.000 0.000 0,1.000 0.000 1,1.000 0.000 0,-2.000 0.000 0,-1.000 0.000 0,-1.000 0.000 0,-2.000-1.000 0,2.000-1.000 0,-2.000-1.000 0,1.000-2.000 1,1.000 0.000-1,1.000 1.000 0,1.000-1.000 0,2.000 0.000 0,0.000-1.000 0,0.000 1.000 1,0.000 1.000 1,0.000-1.000 0,0.000-1.000 1,0.000-1.000-1,0.000-1.000-1,0.000-1.000 0,0.000-1.000 0,0.000 2.000 1,0.000 1.000 0,0.000 1.000 1,-1.000 1.000-1,-1.000 1.000 1,-1.000-1.000-1,-2.000 0.000-1,1.000-1.000 1,1.000-1.000 0,1.000-1.000 2,2.000-2.000-1,0.000 1.000 2,2.000 1.000-1,1.000 1.000 2,1.000 1.000-1,1.000 1.000 1,-2.000 1.000-2,-1.000-1.000 0,-1.000-1.000 0,-2.000 1.000-1,-1.000 1.000-1,-1.000-1.000 0,-2.000 0.000 0,1.000-1.000 0,1.000 1.000 0,1.000 1.000 0,2.000-1.000 1,-1.000 0.000-1,-1.000 0.000 0,-1.000-1.000-1,-1.000 2.000 0,-1.000-2.000-1,2.000 2.000 1,1.000-2.000 0,1.000 1.000 1,1.000 0.000-1,0.000-2.000 1,0.000-1.000-2,0.000-1.000 1,0.000-2.000-1,-2.000 2.000 1,-1.000-2.000-1,-1.000 1.000 2,-1.000 0.000-1,2.000 1.000 0,1.000-2.000 0,1.000 2.000-1,2.000-1.000 1,1.000 0.000 0,1.000 0.000 0,2.000-1.000 0,-2.000 1.000-1,-2.000-2.000 0,-2.000-1.000 0,-2.000-2.000-1,-3.000 1.000 0,-1.000 1.000 0,-1.000 1.000 0,-1.000 1.000 0,-1.000 1.000 1,2.000 0.000-1,1.000 1.000 2,1.000-1.000-1,1.000 0.000 0,-2.000 2.000 1,-1.000 1.000 0,-2.000 1.000-1,1.000 1.000 1,1.000 1.000 0,1.000-1.000-1,2.000 0.000 1,-1.000-1.000 0,-1.000 1.000-1,-1.000 1.000 1,-1.000-1.000 0,-3.000 0.000-1,-1.000 0.000 1,-4.000-1.000 0,-2.000 2.000-1,1.000-1.000 1,2.000 2.000 0,2.000 1.000 0,3.000 2.000 0,0.000-1.000 0,-1.000-1.000 0,-1.000-1.000 0,-1.000-2.000 0,-1.000 1.000 0,0.000 1.000 0,-1.000 1.000-1,2.000 2.000 1,-1.000-1.000 0,2.000-1.000 0,1.000-1.000 0,2.000-2.000 0,-2.000 0.000 0,-1.000 1.000 0,-4.000-1.000 0,-2.000 0.000 0,-1.000-1.000 0,1.000 1.000 0,-1.000 1.000-1,0.000-1.000 1,0.000 0.000-1,2.000 2.000 0,1.000 1.000 0,1.000 1.000 1,1.000 1.000 0,-2.000-2.000 1,-1.000-1.000 0,-2.000-1.000 1,1.000-2.000 1,-2.000 2.000-1,1.000-2.000-1,0.000 1.000 0,1.000 1.000-1,1.000 1.000 1,1.000 1.000-1,1.000 2.000 1,2.000-1.000-1,-2.000-1.000 1,2.000-1.000-1,-1.000-2.000 1,-1.000 1.000-1,-1.000 1.000 1,-1.000 1.000-1,-2.000 2.000 1,0.000-1.000-1,1.000-1.000 0,-1.000-1.000-1,0.000-1.000-1,0.000-2.000 1,2.000-1.000 0,1.000-1.000 0,1.000-2.000 1,1.000 0.000 0,-2.000 1.000-1,-1.000-2.000 0,-2.000 2.000-1,1.000-1.000 0,-2.000 2.000 0,1.000 1.000 1,0.000 2.000 0,1.000-1.000 0,1.000-1.000 0,1.000-1.000 0,1.000-2.000-1,0.000 1.000 0,-2.000 1.000 0,-4.000 1.000 0,-2.000 1.000 1,0.000 1.000 0,1.000 1.000 1,1.000-1.000 0,2.000-1.000 1,-1.000 1.000 0,-1.000 1.000 0,-1.000-1.000-1,-1.000 0.000 0,-2.000 0.000 0,-1.000 2.000 0,-1.000 1.000 0,-1.000 1.000 0,-2.000 1.000-1,1.000 0.000 1,0.000 0.000-1,1.000 0.000 1,-1.000 0.000 0,0.000 0.000-1,0.000 0.000 1,0.000 0.000 0,0.000 0.000-1,0.000 0.000 1,-1.000 0.000-1,1.000 0.000 0,0.000 1.000 0,-2.000 1.000 0,-1.000 1.000 0,-1.000 2.000 0,-1.000 0.000 0,0.000 0.000-2,-1.000-1.000-1,1.000 1.000-3,0.000 1.000 0,-2.000-2.000 0,-1.000 2.000-1,-2.000-2.000 0,1.000 2.000 0,-2.000-1.000 0,2.000 0.000 0,-1.000 0.000-1,0.000 0.000 1,0.000-1.000 1,-1.000 2.000 1,2.000-1.000 1,-2.000 0.000-8,2.000-1.000-17,-2.000 1.000-18,1.000 1.000-16</inkml:trace>
</inkml:ink>
</file>

<file path=ppt/ink/ink7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20"/>
    </inkml:context>
    <inkml:brush xml:id="br0">
      <inkml:brushProperty name="width" value="0.016723332926631" units="cm"/>
      <inkml:brushProperty name="height" value="0.016723332926631" units="cm"/>
      <inkml:brushProperty name="color" value="#000000"/>
      <inkml:brushProperty name="ignorePressure" value="0"/>
    </inkml:brush>
  </inkml:definitions>
  <inkml:trace contextRef="#ctx0" brushRef="#br0">68989.000 18860.000 877,'10.000'-37.000'0,"-2.000"6.000"0,-1.000 7.000 1,-2.000 6.000 0,1.000 4.000 1,1.000 5.000 3,1.000 3.000 2,2.000 4.000 2,-1.000 4.000 1,2.000 2.000-3,-2.000 2.000-1,1.000 2.000-3,0.000 4.000-1,-2.000 1.000 1,-1.000 4.000 0,-2.000 2.000 1,1.000 2.000 0,1.000 5.000 1,1.000 3.000 1,2.000 5.000 1,-1.000 1.000-1,-1.000 2.000 1,-1.000 1.000-1,-1.000 2.000 0,-2.000 1.000-1,1.000 5.000-1,0.000 3.000-2,1.000 5.000-1,-1.000 2.000-1,0.000 2.000 0,0.000 4.000 0,-1.000 1.000-1,1.000 2.000 1,-2.000-2.000-1,-1.000-1.000 0,-1.000-2.000 1,-1.000 1.000-1,0.000-2.000 0,0.000 2.000 0,0.000-1.000-1,0.000-1.000 1,0.000-1.000-1,0.000-1.000 1,0.000-1.000 0,-1.000-3.000 0,-1.000-4.000 0,-1.000-3.000-1,-2.000-4.000 0,1.000-4.000-1,-1.000-4.000 1,0.000-3.000 0,0.000-4.000 0,0.000-3.000 0,2.000-1.000 0,1.000-1.000 1,1.000-2.000 0,1.000-1.000 0,0.000-2.000-2,0.000-4.000-2,0.000-1.000-1,0.000-6.000-4,0.000-7.000-4,0.000-8.000-6,0.000-7.000-5,0.000-5.000-2,0.000-1.000 2,0.000-1.000 2,0.000-2.000 3,1.000 1.000 1,1.000 1.000 2,1.000 1.000 4,2.000 2.000 1,0.000 0.000 2,0.000-1.000 0,0.000 1.000 1,-1.000 1.000 1</inkml:trace>
</inkml:ink>
</file>

<file path=ppt/ink/ink7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21"/>
    </inkml:context>
    <inkml:brush xml:id="br0">
      <inkml:brushProperty name="width" value="0.0193064454942942" units="cm"/>
      <inkml:brushProperty name="height" value="0.0193064454942942" units="cm"/>
      <inkml:brushProperty name="color" value="#000000"/>
      <inkml:brushProperty name="ignorePressure" value="0"/>
    </inkml:brush>
  </inkml:definitions>
  <inkml:trace contextRef="#ctx0" brushRef="#br0">69489.000 18339.000 759,'12.000'-8.000'-12,"1.000"2.000"-1,4.000 2.000-1,2.000 2.000-2,1.000 2.000 1,2.000-2.000 7,1.000-1.000 4,1.000-1.000 6,3.000-1.000 3,1.000 2.000 5,4.000 1.000 2,2.000 2.000 4,1.000 0.000 1,2.000 0.000-3,1.000 0.000-3,2.000 0.000-1,0.000 0.000-2,0.000 0.000-1,-1.000 0.000-1,1.000 0.000-1,1.000 0.000 0,-1.000 2.000-2,-1.000 1.000-1,2.000 2.000-1,-2.000 0.000 1,-1.000-1.000 0,-1.000 2.000 2,-1.000-1.000 1,-2.000 0.000 1,-1.000-1.000-1,-1.000 1.000 0,-1.000 1.000-1,-1.000-1.000 0,2.000 2.000 1,1.000 1.000-1,1.000 2.000 0,1.000-1.000 0,-2.000-1.000-1,-1.000-1.000 1,-2.000-1.000 0,1.000-1.000 0,-2.000-1.000-1,1.000 2.000-1,0.000-1.000 1,1.000-1.000-1,1.000-1.000-2,1.000-1.000 0,1.000-2.000-2,1.000 0.000 0,-2.000 0.000 2,-1.000 0.000 0,-1.000 0.000 0,-1.000 0.000 1,2.000 0.000-3,1.000 0.000-2,2.000 0.000-2,0.000-1.000 0,2.000-3.000 1,1.000-2.000 2,2.000-3.000 1,-2.000-1.000 1,-1.000 1.000 0,-4.000-2.000 0,-2.000 2.000-1,0.000-1.000 0,1.000 2.000 0,1.000 1.000 1,2.000 2.000 0,-1.000 0.000 1,-1.000 2.000-1,-1.000 1.000 0,-1.000 1.000 0,-2.000 1.000 0,-1.000-2.000 2,-1.000-1.000 1,-2.000-1.000 1,1.000-1.000 1,1.000 2.000 1,1.000 1.000 0,2.000 1.000 1,-1.000 2.000 0,-1.000 1.000 2,-1.000 1.000 1,-1.000 2.000 1,-2.000 0.000 0,-1.000-1.000 0,-1.000 1.000-2,-1.000 1.000 0,-1.000-1.000-1,2.000 0.000 0,1.000-1.000 0,1.000 1.000 0,1.000 0.000 0,0.000-2.000 0,0.000-1.000-1,0.000-1.000 0,0.000-1.000-1,0.000 2.000-4,0.000 1.000-1,0.000 1.000-4,0.000 1.000 0,-2.000-2.000 1,-1.000-1.000 1,-1.000-1.000 1,-1.000-1.000 1,0.000 0.000 0,0.000 0.000 0,0.000 0.000 0,-1.000 0.000-1,-1.000 0.000 0,-1.000 0.000 0,-1.000 0.000 0,-1.000 0.000-1,2.000 0.000-1,1.000 0.000 1,2.000 0.000-1,-1.000 0.000 1,-1.000 2.000 1,-1.000 1.000 2,-2.000 2.000 1,1.000 0.000 1,1.000-1.000-1,1.000 2.000-1,1.000-1.000 0,1.000 0.000-1,1.000-1.000 1,-1.000 1.000 1,-1.000 1.000 0,2.000-2.000 0,-1.000-1.000 0,0.000-1.000 0,0.000-1.000-1,-1.000-1.000 0,1.000 0.000-1,0.000 0.000 0,1.000 0.000-2,-1.000 0.000 1,2.000 0.000 0,1.000 0.000 1,1.000 0.000 1,1.000 0.000-1,-2.000 0.000-1,-1.000 0.000-3,-1.000 0.000-1,-1.000 0.000-2,0.000 0.000 2,-1.000 0.000-1,1.000 0.000 2,0.000 0.000-1,1.000 0.000 2,-1.000 0.000 0,-1.000 0.000 1,2.000 0.000 0,-1.000 0.000-1,0.000 0.000-2,0.000 0.000 0,-1.000 0.000-1,-1.000 2.000 1,-1.000 1.000 0,-2.000 1.000 1,1.000 2.000 1,1.000 1.000 1,1.000 1.000 1,1.000 2.000 0,0.000-1.000 1,-2.000 2.000-1,-4.000-2.000 0,-1.000 1.000-1,-3.000 1.000 1,2.000-2.000 3,-2.000 2.000 1,1.000-1.000 2,0.000 0.000 0,-2.000 0.000-2,-1.000 0.000-3,-2.000-1.000-2,1.000 1.000-2,1.000-2.000 1,1.000-1.000 1,2.000-1.000 1,-1.000-1.000-1,-1.000 0.000 0,-1.000-1.000 0,-1.000 1.000-1,-1.000 0.000 0,2.000-2.000 1,1.000-1.000 1,2.000-1.000-1,0.000-1.000 1,0.000 2.000-2,-1.000 1.000-1,2.000 1.000-2,-2.000 1.000 0,2.000-2.000 1,-2.000-1.000 1,1.000-1.000 1,1.000-1.000 0,-2.000 0.000 0,2.000 0.000-1,-1.000 0.000 0,-1.000 0.000 0,2.000 2.000 1,-1.000 1.000 1,-1.000 2.000 0,2.000 0.000 1,-2.000-1.000 1,2.000 2.000 1,-1.000-1.000 1,-1.000 0.000 0,-1.000 2.000 1,-1.000 1.000 0,-2.000 2.000 1,0.000 0.000-1,1.000 0.000 1,-1.000-1.000 1,0.000 2.000-1,0.000-2.000 1,2.000 2.000 0,1.000-2.000 1,1.000 1.000 0,1.000 1.000-1,-2.000-2.000 0,-1.000 2.000-2,-2.000-1.000 0,1.000 0.000-1,-2.000 0.000 0,1.000 0.000 0,0.000-1.000 0,0.000 1.000-1,1.000-2.000-1,-1.000-1.000 0,0.000-1.000-1,-1.000-1.000 0,-1.000 2.000-1,-1.000 1.000-2,-2.000 2.000 0,-1.000 0.000 1,-3.000 0.000 0,-2.000 0.000 2,-2.000-1.000 2,-2.000 1.000 0,2.000 0.000 1,1.000 1.000 0,1.000-1.000 1,2.000 1.000 0,1.000 3.000-1,1.000 2.000 1,2.000 2.000-1,-1.000 3.000 0,-1.000 1.000 0,-1.000 1.000 0,-1.000 2.000-1,-2.000 1.000 1,1.000 5.000 2,0.000 3.000 1,1.000 4.000 1,-1.000 4.000 0,0.000 2.000 0,0.000 2.000-1,0.000 2.000-1,0.000 4.000-1,0.000 2.000-2,-1.000 2.000-1,1.000 2.000-1,1.000 4.000-2,1.000 1.000 0,1.000 4.000 0,2.000 2.000-1,0.000-1.000 0,0.000-1.000-1,0.000-4.000 0,0.000-1.000 0,0.000-3.000-1,0.000-1.000 0,0.000-1.000-1,0.000-2.000-1,0.000-1.000-1,0.000-2.000 0,0.000-4.000-1,0.000-2.000 0,0.000-3.000 0,2.000-6.000 0,1.000-4.000 1,1.000-5.000 0,1.000-5.000 1,-2.000-1.000-1,-1.000-4.000-1,-1.000-1.000 0,-1.000-3.000-1,0.000-1.000-2,0.000-1.000-1,0.000-1.000-2,0.000-1.000 1,0.000 0.000 0,0.000-1.000 0,0.000 2.000 1,0.000-2.000 2,0.000-1.000 0,0.000-1.000 1,0.000-1.000 1,0.000-1.000 1,0.000-1.000 0,0.000 1.000 2,0.000 1.000 1</inkml:trace>
</inkml:ink>
</file>

<file path=ppt/ink/ink7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22"/>
    </inkml:context>
    <inkml:brush xml:id="br0">
      <inkml:brushProperty name="width" value="0.0187794044613838" units="cm"/>
      <inkml:brushProperty name="height" value="0.0187794044613838" units="cm"/>
      <inkml:brushProperty name="color" value="#000000"/>
      <inkml:brushProperty name="ignorePressure" value="0"/>
    </inkml:brush>
  </inkml:definitions>
  <inkml:trace contextRef="#ctx0" brushRef="#br0">69210.000 21060.000 780,'-19.000'-1.000'-22,"5.000"-1.000"0,3.000-1.000 0,5.000-1.000 1,2.000-2.000 2,2.000 1.000 4,4.000 1.000 4,2.000-1.000 5,1.000 0.000 2,2.000 0.000 1,1.000-1.000 0,1.000 2.000 0,3.000-2.000 2,1.000 2.000 1,4.000-2.000 3,2.000 1.000 1,1.000 0.000 2,2.000-2.000 1,1.000-1.000 2,1.000-1.000 1,1.000 0.000 1,0.000 3.000 0,0.000 2.000-1,0.000 2.000 1,1.000 2.000-1,1.000-2.000 1,1.000-1.000 1,2.000-1.000 0,0.000-1.000 0,2.000 2.000-3,1.000 1.000-2,2.000 1.000-1,-1.000 1.000-1,-1.000 0.000 1,-1.000 0.000 2,-1.000 0.000 0,-1.000 1.000 2,2.000 1.000-2,1.000 1.000 0,1.000 2.000-1,2.000-1.000-2,-2.000-1.000-2,2.000-1.000-2,-1.000-2.000-2,0.000 0.000-1,2.000 0.000 1,1.000 0.000 2,2.000 0.000 2,-1.000 0.000-1,2.000 0.000 0,-1.000 0.000-2,-1.000 0.000 0,4.000 0.000 0,4.000 0.000 3,6.000 0.000 2,4.000 0.000 2,3.000 0.000 1,-2.000 0.000-1,-1.000 0.000-2,-2.000 0.000 0,1.000 0.000-1,1.000-2.000 4,1.000-1.000 1,2.000-1.000 2,0.000-1.000 1,2.000 0.000-2,1.000-1.000-1,2.000 2.000-2,-2.000-2.000-2,-1.000 2.000-2,-4.000-2.000-3,-2.000 1.000-1,-1.000 0.000-1,1.000-2.000 2,-1.000-1.000 1,0.000-1.000 2,-1.000-2.000 0,-1.000-1.000-1,-1.000-1.000 0,-2.000-1.000-1,0.000-1.000-1,-2.000 0.000 2,-1.000-1.000 0,-1.000 2.000 2,-1.000-2.000-2,2.000 2.000-1,1.000-2.000-3,2.000 1.000-2,0.000 2.000-1,0.000 1.000 1,0.000 4.000 0,0.000 2.000 2,-1.000 0.000 0,-1.000 1.000 0,-1.000 1.000 1,-2.000-1.000 0,0.000 0.000 0,1.000 2.000 0,-1.000 1.000-1,-1.000 1.000-1,2.000 1.000 1,-1.000 0.000 0,0.000 0.000 1,0.000 0.000 0,-1.000 1.000 1,-1.000 1.000-1,-1.000 1.000 1,-2.000 2.000-1,0.000 0.000 1,-2.000 2.000 0,-1.000 1.000 0,-2.000 2.000 0,1.000-1.000-1,-2.000-1.000 0,2.000-1.000-1,-1.000-2.000-1,-1.000 1.000-1,-1.000-1.000-3,-1.000 0.000-3,-2.000 0.000-2,0.000-1.000-1,1.000-1.000 0,-1.000-1.000 0,0.000-2.000 0,0.000 0.000-1,-1.000-2.000-1,2.000-1.000-1,-1.000-1.000-1,-3.000-2.000-3,-5.000-1.000-5,-4.000-1.000-4,-5.000-1.000-4</inkml:trace>
</inkml:ink>
</file>

<file path=ppt/ink/ink8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23"/>
    </inkml:context>
    <inkml:brush xml:id="br0">
      <inkml:brushProperty name="width" value="0.0183215271681547" units="cm"/>
      <inkml:brushProperty name="height" value="0.0183215271681547" units="cm"/>
      <inkml:brushProperty name="color" value="#000000"/>
      <inkml:brushProperty name="ignorePressure" value="0"/>
    </inkml:brush>
  </inkml:definitions>
  <inkml:trace contextRef="#ctx0" brushRef="#br0">70110.000 18860.000 800,'9.000'-20.000'0,"-1.000"-1.000"0,-1.000 2.000 1,-2.000-1.000-1,-1.000 3.000 5,-5.000 6.000 7,-3.000 7.000 7,-4.000 6.000 8,-2.000 3.000 1,2.000 2.000-5,1.000 1.000-5,2.000 2.000-6,-1.000 1.000-2,-1.000 2.000-1,-1.000 4.000 1,-2.000 1.000 0,0.000 2.000-2,-2.000 1.000-3,-1.000-1.000-2,-2.000-1.000-4,1.000 1.000-1,1.000 1.000 2,1.000-1.000 0,1.000 0.000 2,2.000 0.000-2,-1.000 2.000-5,-1.000 1.000-6,2.000 1.000-5,-2.000 2.000-1,-1.000 1.000 2,-1.000 1.000 3,-1.000 2.000 2,-2.000-1.000 0,2.000-1.000-4,-1.000-1.000-4,-1.000-1.000-4,1.000-1.000-1,-2.000 0.000 2,-1.000 0.000 2,-1.000 0.000 2,-1.000 0.000 2,2.000 0.000 0,1.000 0.000 0,2.000 0.000 0,0.000-2.000 1,2.000-4.000 1,1.000-3.000 0,2.000-4.000 2,1.000-3.000 0,2.000-1.000 2,4.000-1.000 1,2.000-1.000 1,1.000-3.000 2,2.000-4.000 1,1.000-3.000 1,1.000-4.000 1,2.000-2.000 1,-2.000-1.000 1,1.000 2.000-1,0.000-1.000 1,1.000-1.000-1,1.000-1.000 1,1.000-1.000 0,1.000-1.000 0</inkml:trace>
</inkml:ink>
</file>

<file path=ppt/ink/ink8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23"/>
    </inkml:context>
    <inkml:brush xml:id="br0">
      <inkml:brushProperty name="width" value="0.0168613698333502" units="cm"/>
      <inkml:brushProperty name="height" value="0.0168613698333502" units="cm"/>
      <inkml:brushProperty name="color" value="#000000"/>
      <inkml:brushProperty name="ignorePressure" value="0"/>
    </inkml:brush>
  </inkml:definitions>
  <inkml:trace contextRef="#ctx0" brushRef="#br0">69789.000 19339.000 869,'45.000'-53.000'-36,"-12.000"14.000"11,-11.000 13.000 11,-11.000 15.000 10,-7.000 7.000 8,-1.000 5.000 4,-1.000 3.000 4,-1.000 4.000 5,-1.000 4.000 2,0.000 1.000-3,0.000 4.000-2,0.000 2.000-1,0.000 1.000-2,0.000 0.000 0,0.000-1.000-1,0.000 2.000 0,0.000-1.000-1,2.000 2.000 1,1.000 1.000 0,1.000 2.000 1,1.000 0.000-2,-2.000 2.000-3,-1.000 1.000-2,-1.000 2.000-3,-1.000 0.000-2,2.000 2.000 0,1.000 1.000-1,1.000 1.000-1,1.000 2.000 1,1.000-2.000 2,-1.000 2.000 1,0.000-1.000 1,0.000 0.000 1,-1.000 0.000-1,2.000 0.000-2,-1.000-1.000 0,-1.000 1.000-1,-1.000 0.000 2,-1.000 1.000 1,-2.000-1.000 0,1.000 0.000-1,1.000 2.000-3,1.000 1.000-4,2.000 2.000-3,-1.000-2.000-2,-1.000-4.000 1,-1.000-3.000 2,-1.000-5.000 0,-1.000-1.000 0,0.000-2.000-2,0.000-1.000-4,0.000-1.000-2,0.000-3.000-1,0.000-2.000 2,0.000-2.000 1,0.000-3.000 2,0.000-3.000-2,2.000-5.000-5,1.000-6.000-5,1.000-5.000-5</inkml:trace>
</inkml:ink>
</file>

<file path=ppt/ink/ink8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23"/>
    </inkml:context>
    <inkml:brush xml:id="br0">
      <inkml:brushProperty name="width" value="0.0164988245815039" units="cm"/>
      <inkml:brushProperty name="height" value="0.0164988245815039" units="cm"/>
      <inkml:brushProperty name="color" value="#000000"/>
      <inkml:brushProperty name="ignorePressure" value="0"/>
    </inkml:brush>
  </inkml:definitions>
  <inkml:trace contextRef="#ctx0" brushRef="#br0">70369.000 19400.000 888,'11.000'-9.000'40,"-2.000"2.000"-9,2.000 4.000-10,-1.000 2.000-9,0.000 1.000-6,0.000 0.000-5,-1.000 0.000-2,2.000 0.000-4,0.000 0.000-2,3.000 0.000 2,2.000 0.000 0,3.000 0.000 0,0.000 0.000 0,-1.000 0.000-2,-1.000 0.000-3,-1.000 0.000-2,-1.000-1.000-2,2.000-1.000 0,1.000-1.000-1,2.000-2.000-1,-1.000 1.000 1,1.000 1.000 3,0.000 1.000 2,1.000 2.000 3,-2.000-2.000 0,-1.000-1.000-1,-1.000-4.000-1,-1.000-2.000-2,-2.000 1.000 0,-1.000 2.000 0,-1.000 2.000 2,-1.000 2.000 0,-2.000 2.000 0,-1.000 0.000-1,-1.000 0.000-2,-1.000 0.000-1</inkml:trace>
</inkml:ink>
</file>

<file path=ppt/ink/ink8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23"/>
    </inkml:context>
    <inkml:brush xml:id="br0">
      <inkml:brushProperty name="width" value="0.0190370921045542" units="cm"/>
      <inkml:brushProperty name="height" value="0.0190370921045542" units="cm"/>
      <inkml:brushProperty name="color" value="#000000"/>
      <inkml:brushProperty name="ignorePressure" value="0"/>
    </inkml:brush>
  </inkml:definitions>
  <inkml:trace contextRef="#ctx0" brushRef="#br0">70289.000 19760.000 770,'-62.000'53.000'2,"15.000"-11.000"5,14.000-14.000 5,16.000-11.000 4,8.000-8.000 2,5.000 2.000 1,3.000-2.000 0,4.000 1.000-1,4.000-1.000 0,4.000-3.000-4,3.000-2.000-3,4.000-2.000-3,2.000-4.000-1,-2.000-1.000 0,-1.000-4.000 1,-2.000-2.000 1,2.000-1.000-2,2.000 0.000-1,2.000 1.000-2,2.000-1.000-3,2.000 0.000 0,-2.000-1.000 2,-1.000 2.000 1,-1.000-1.000 2,-1.000-1.000-2,0.000 2.000-4,-1.000-2.000-6,1.000 1.000-6,0.000 0.000-3,1.000-2.000-3,-1.000-1.000-3,-1.000-2.000-4,2.000 1.000 1,-1.000 1.000 3,0.000 1.000 3,0.000 1.000 4,-1.000 1.000 0,-1.000 1.000-3,-1.000-2.000-4,-2.000 2.000-2,1.000-1.000-1,-1.000 0.000 3,-1.000 0.000 2,2.000-1.000 2,-3.000 3.000 3,-1.000 2.000 1,-4.000 2.000 2,-2.000 2.000 2,0.000 2.000 1,1.000-2.000 1,1.000-1.000 1,2.000-1.000 1</inkml:trace>
</inkml:ink>
</file>

<file path=ppt/ink/ink8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23"/>
    </inkml:context>
    <inkml:brush xml:id="br0">
      <inkml:brushProperty name="width" value="0.0163879077881575" units="cm"/>
      <inkml:brushProperty name="height" value="0.0163879077881575" units="cm"/>
      <inkml:brushProperty name="color" value="#000000"/>
      <inkml:brushProperty name="ignorePressure" value="0"/>
    </inkml:brush>
  </inkml:definitions>
  <inkml:trace contextRef="#ctx0" brushRef="#br0">70550.000 18980.000 894,'-18.000'1.000'30,"6.000"3.000"-6,4.000 2.000-8,6.000 3.000-7,2.000 1.000-3,2.000 2.000 0,1.000 1.000 0,1.000 2.000-1,1.000 0.000-2,-2.000 2.000-3,-1.000 1.000-6,-1.000 1.000-3,-1.000 1.000-2,2.000 1.000 3,1.000-1.000 1,1.000 0.000 3,1.000 2.000-1,1.000 6.000-1,-1.000 4.000-1,0.000 5.000-2,-1.000 0.000 0,-1.000-6.000 3,-1.000-7.000 2,-2.000-5.000 3,0.000-3.000-2,0.000 5.000-5,0.000 3.000-5,0.000 4.000-5,0.000 1.000-3,0.000-5.000-3,0.000-3.000-2,0.000-4.000-3</inkml:trace>
</inkml:ink>
</file>

<file path=ppt/ink/ink8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24"/>
    </inkml:context>
    <inkml:brush xml:id="br0">
      <inkml:brushProperty name="width" value="0.0188343171030283" units="cm"/>
      <inkml:brushProperty name="height" value="0.0188343171030283" units="cm"/>
      <inkml:brushProperty name="color" value="#000000"/>
      <inkml:brushProperty name="ignorePressure" value="0"/>
    </inkml:brush>
  </inkml:definitions>
  <inkml:trace contextRef="#ctx0" brushRef="#br0">70469.000 19880.000 778,'-9.000'9.000'0,"1.000"-1.000"0,1.000-1.000-1,1.000-1.000-1,2.000 0.000 2,1.000 3.000 2,1.000 2.000 3,2.000 3.000 1,0.000 1.000 3,0.000-1.000 2,0.000 2.000 2,0.000-1.000 1,0.000-2.000 0,2.000-1.000-4,1.000-4.000-2,1.000-1.000-4,2.000-2.000-1,1.000 0.000 0,1.000-1.000 1,1.000 1.000 1,2.000 0.000 0,-2.000-2.000-4,2.000-1.000-2,-1.000-1.000-3,0.000-1.000 0,0.000 0.000 0,-1.000 0.000 3,2.000 0.000 0,-1.000-1.000 0,2.000-1.000-2,1.000-1.000-2,2.000-2.000-3,-1.000 1.000 0,-1.000 1.000 1,-1.000 1.000 0,-1.000 2.000 1,-2.000-1.000 1,2.000-1.000-2,-2.000-1.000 0,1.000-1.000-1,1.000-1.000 0,-2.000 2.000-1,2.000 1.000-1,-1.000 1.000 0,-2.000 3.000-1,-2.000 1.000 0,-2.000 4.000 0,-2.000 2.000-1,-4.000 1.000 1,-2.000 2.000 3,-2.000 1.000 1,-2.000 2.000 3,-3.000-1.000 1,-1.000-1.000-1,-1.000-1.000 1,-1.000-1.000 0,-1.000-1.000 0,2.000 0.000 3,1.000-1.000 1,2.000 2.000 2,-1.000-2.000 1,-1.000 2.000-2,-1.000-2.000-1,-1.000 1.000-1,-1.000 0.000 0,2.000-2.000 2,1.000-1.000 2,2.000-2.000 2,-1.000 1.000 1,2.000-2.000 1,-1.000 2.000 1,-1.000-2.000 0,2.000 2.000 1,1.000-1.000-1,1.000 0.000-1,2.000 0.000-2,2.000-1.000 5,5.000-1.000 7,6.000-1.000 9,5.000-2.000 7,1.000 0.000 2,2.000 0.000-6,-1.000 0.000-5,-1.000 0.000-7,1.000 0.000-4,-2.000 0.000-3,-1.000 0.000-5,-2.000 0.000-3,1.000 0.000-3,-2.000 0.000 0,2.000 0.000-2,-1.000 0.000-1,0.000 0.000 0,2.000 0.000 2,1.000 0.000 1,2.000 0.000 2,-1.000 0.000 0,-1.000 0.000-1,-1.000 0.000-1,-1.000 0.000-1,-2.000 0.000 1,2.000 0.000 0,-1.000 0.000 1,-1.000 0.000 1,2.000 1.000-1,-2.000 1.000-1,2.000 1.000-3,-1.000 2.000-1,0.000-1.000-1,0.000-1.000 1,-1.000-1.000 2,2.000-2.000 1,-2.000 2.000 0,2.000 1.000-2,-2.000 4.000-1,1.000 2.000-1,-1.000 1.000-2,-3.000 2.000 0,-2.000 1.000-2,-2.000 2.000-1,-2.000-1.000 0,0.000-1.000-3,0.000-1.000 0,0.000-1.000-3,-2.000-1.000 1,-1.000 0.000 3,-4.000-1.000 2,-2.000 2.000 2,-1.000-2.000 2,0.000-1.000-2,1.000-1.000-1,-1.000-1.000 0,0.000-2.000-2,-1.000-1.000-1,2.000-1.000-2,-1.000-2.000-2,1.000-1.000-2,3.000-5.000 0,2.000-3.000-2,2.000-4.000-1,2.000-1.000 1,0.000 3.000 3,0.000 2.000 4,0.000 2.000 3</inkml:trace>
</inkml:ink>
</file>

<file path=ppt/ink/ink8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24"/>
    </inkml:context>
    <inkml:brush xml:id="br0">
      <inkml:brushProperty name="width" value="0.0158386044204235" units="cm"/>
      <inkml:brushProperty name="height" value="0.0158386044204235" units="cm"/>
      <inkml:brushProperty name="color" value="#000000"/>
      <inkml:brushProperty name="ignorePressure" value="0"/>
    </inkml:brush>
  </inkml:definitions>
  <inkml:trace contextRef="#ctx0" brushRef="#br0">71130.000 19219.000 926,'-9.000'-10.000'-7,"5.000"1.000"4,3.000-2.000 2,4.000 2.000 3,4.000-1.000 2,2.000 2.000-1,2.000 1.000-1,3.000 2.000 1,1.000-1.000 0,0.000-1.000 1,-1.000-1.000 1,1.000-2.000 1,1.000 1.000 0,-1.000 1.000-1,-1.000 1.000 0,2.000 1.000-2,-2.000 1.000 0,2.000 1.000 0,-1.000-1.000 2,-1.000-1.000 1,1.000 2.000-1,0.000 1.000-1,1.000 1.000 0,-1.000 2.000-2,0.000-1.000-1,-1.000-1.000 0,2.000-1.000-2,-1.000-1.000-1,-1.000-1.000 0,-1.000 2.000 1,-1.000 1.000 1,-1.000 1.000 2,-1.000 1.000-2,0.000 0.000-2,-1.000 0.000-3,2.000 0.000-3,-2.000 0.000 0,-1.000-2.000 1,-1.000-1.000 2,-1.000-1.000 1</inkml:trace>
</inkml:ink>
</file>

<file path=ppt/ink/ink8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25"/>
    </inkml:context>
    <inkml:brush xml:id="br0">
      <inkml:brushProperty name="width" value="0.0174214709550142" units="cm"/>
      <inkml:brushProperty name="height" value="0.0174214709550142" units="cm"/>
      <inkml:brushProperty name="color" value="#000000"/>
      <inkml:brushProperty name="ignorePressure" value="0"/>
    </inkml:brush>
  </inkml:definitions>
  <inkml:trace contextRef="#ctx0" brushRef="#br0">71210.000 19280.000 841,'-19.000'0.000'-55,"5.000"0.000"12,3.000 0.000 10,5.000 0.000 11,1.000 0.000 11,0.000 0.000 11,-1.000 0.000 10,1.000 0.000 10,1.000 1.000 10,1.000 3.000 8,1.000 2.000 7,2.000 3.000 9,0.000 1.000-3,0.000 2.000-14,0.000 1.000-14,0.000 2.000-14,0.000-1.000-7,0.000-1.000 0,0.000-1.000-1,0.000-1.000 0,0.000-1.000-3,0.000 2.000-2,0.000 1.000-3,0.000 2.000-2,0.000 0.000-2,0.000 2.000 2,0.000 1.000 1,0.000 1.000 1,-1.000 1.000 0,-1.000-2.000-2,-1.000-1.000-1,-2.000-2.000-3,1.000 0.000 1,1.000-2.000 0,1.000-1.000 1,2.000-2.000 1,-1.000 1.000 0,-1.000-2.000-1,-1.000 2.000-1,-1.000-1.000 0,0.000-3.000-3,5.000-5.000-5,3.000-4.000-4,5.000-5.000-4,0.000-3.000 1,-1.000 0.000 6,-1.000 0.000 6,-2.000-1.000 6,0.000 1.000 4,1.000-2.000 1,-1.000-1.000 1,0.000-2.000 1,0.000 2.000 1,-1.000 1.000 2,2.000 4.000 1,-1.000 2.000 1,-1.000 0.000 1,1.000 1.000-1,0.000 1.000 0,1.000-1.000-1,-1.000-1.000 0,0.000-1.000-1,0.000-1.000-1,-1.000-1.000 0,2.000-1.000 1,-2.000 2.000 3,1.000 1.000 1,0.000 1.000 3,0.000 1.000 3,1.000 1.000 2,-1.000-1.000 4,0.000 0.000 2,0.000-1.000 3,-1.000 1.000 3,2.000 1.000 3,-1.000-1.000 2,-1.000 1.000-2,1.000 3.000-7,0.000 2.000-8,1.000 3.000-7,-2.000 2.000-7,-1.000 2.000-3,-1.000 4.000-3,-1.000 1.000-5,-2.000 2.000-2,-1.000 1.000 0,-1.000-2.000-2,-1.000 2.000 0,-2.000-3.000 1,1.000-1.000 2,0.000-4.000 3,1.000-2.000 2,-1.000 0.000 2,0.000-2.000 0,0.000 2.000 0,0.000-2.000 0,0.000 2.000 0,0.000-1.000 1,-1.000 0.000 0,1.000 0.000 1,0.000-1.000-2,-2.000-1.000-4,-1.000-1.000-3,-1.000-2.000-4,-1.000 0.000 1,0.000-2.000 3,-1.000-1.000 4,1.000-1.000 3</inkml:trace>
</inkml:ink>
</file>

<file path=ppt/ink/ink8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25"/>
    </inkml:context>
    <inkml:brush xml:id="br0">
      <inkml:brushProperty name="width" value="0.0171411316841841" units="cm"/>
      <inkml:brushProperty name="height" value="0.0171411316841841" units="cm"/>
      <inkml:brushProperty name="color" value="#000000"/>
      <inkml:brushProperty name="ignorePressure" value="0"/>
    </inkml:brush>
  </inkml:definitions>
  <inkml:trace contextRef="#ctx0" brushRef="#br0">71169.000 18900.000 855,'10.000'-45.000'1,"-2.000"9.000"2,-1.000 12.000 3,-1.000 9.000 1,-1.000 5.000 1,0.000 2.000-1,0.000 1.000-1,-1.000 2.000-2,3.000 1.000 0,4.000 2.000 2,3.000 4.000 1,4.000 2.000 2,1.000 2.000 1,-2.000 2.000 1,-4.000 4.000-1,-1.000 1.000 0,-2.000 3.000 0,2.000 1.000-4,1.000 1.000-1,2.000 2.000-4,1.000 1.000-1,5.000 5.000-1,3.000 3.000-1,4.000 4.000-1,-1.000 0.000 0,-6.000-5.000 2,-7.000-6.000 1,-6.000-5.000 2,-1.000 0.000 0,4.000 4.000-1,3.000 3.000-2,4.000 5.000 0,2.000 0.000 0,-2.000-1.000 1,-1.000-1.000 1,-1.000-2.000 1,-1.000 0.000 1,0.000 0.000-2,-1.000 0.000 1,1.000 0.000-1,0.000 0.000 0,-2.000-2.000 0,-1.000-1.000 0,-2.000-1.000 0,1.000-2.000 1,1.000 2.000-1,1.000-2.000-1,1.000 1.000 0,2.000-1.000 1,-1.000-2.000-1,-1.000-4.000 1,2.000-1.000 1,-2.000-3.000-1,-1.000-1.000-3,-1.000-1.000-2,-1.000-1.000-2,-2.000-2.000-1,2.000-1.000 1,-1.000-1.000 1,-1.000-2.000 0,2.000 0.000 0,-2.000 0.000-4,2.000 0.000-3,-1.000 0.000-3,0.000 0.000-3,0.000 0.000-2,-1.000 0.000-1,2.000 0.000-3,-2.000 0.000 0,-1.000-2.000 2,-1.000-1.000 2,-1.000-1.000 2,-2.000-1.000 3,-1.000 0.000 1,-1.000-1.000 1,-2.000 2.000 2,1.000-2.000 2,1.000 2.000 0,1.000-2.000 0,2.000 1.000 2</inkml:trace>
</inkml:ink>
</file>

<file path=ppt/ink/ink8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25"/>
    </inkml:context>
    <inkml:brush xml:id="br0">
      <inkml:brushProperty name="width" value="0.01586988940835" units="cm"/>
      <inkml:brushProperty name="height" value="0.01586988940835" units="cm"/>
      <inkml:brushProperty name="color" value="#000000"/>
      <inkml:brushProperty name="ignorePressure" value="0"/>
    </inkml:brush>
  </inkml:definitions>
  <inkml:trace contextRef="#ctx0" brushRef="#br0">71910.000 19260.000 924,'-10.000'-37.000'0,"2.000"9.000"-1,1.000 6.000 1,2.000 9.000-1,0.000 3.000 1,0.000 2.000-1,0.000 1.000 1,0.000 2.000 0,0.000 1.000-1,0.000 3.000 0,-1.000 2.000-1,1.000 3.000 0,0.000 1.000 1,1.000-1.000 3,-1.000 1.000 2,-1.000 1.000 4,2.000-1.000 0,-1.000 2.000 0,0.000 1.000-1,0.000 2.000 0,-1.000 0.000-1,-1.000 0.000-1,-1.000 0.000 0,-2.000-1.000-2,1.000 3.000 0,-1.000 1.000 0,-1.000 4.000 0,2.000 2.000 0,-1.000-1.000 0,2.000-4.000-1,1.000-3.000 0,2.000-4.000-1,-2.000-1.000 0,-1.000 5.000 0,-4.000 3.000-1,-1.000 5.000 1,-2.000 0.000-2,2.000-1.000 1,1.000-1.000-1,2.000-1.000 1,-1.000-1.000-2,-1.000 2.000-3,-1.000 1.000-2,-1.000 1.000-2,-2.000 1.000 0,-1.000-2.000 0,-1.000-1.000 2,-2.000-2.000 1,1.000 0.000 0,1.000-2.000-1,1.000-1.000-1,1.000-2.000 0,2.000 0.000-1,-2.000-2.000 1,2.000-1.000 0,-1.000-2.000 1,0.000 0.000-1,2.000-2.000 0,1.000-1.000-2,2.000-1.000-1,1.000-3.000-1,3.000-1.000 1,2.000-4.000 1,2.000-1.000 1,3.000-3.000-1,1.000 2.000-2,1.000-2.000-2,2.000 1.000-2</inkml:trace>
</inkml:ink>
</file>

<file path=ppt/ink/ink9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25"/>
    </inkml:context>
    <inkml:brush xml:id="br0">
      <inkml:brushProperty name="width" value="0.017200505360961" units="cm"/>
      <inkml:brushProperty name="height" value="0.017200505360961" units="cm"/>
      <inkml:brushProperty name="color" value="#000000"/>
      <inkml:brushProperty name="ignorePressure" value="0"/>
    </inkml:brush>
  </inkml:definitions>
  <inkml:trace contextRef="#ctx0" brushRef="#br0">71669.000 18839.000 852,'2.000'-19.000'0,"2.000"1.000"0,2.000 1.000 0,2.000 1.000 0,2.000 3.000 0,-2.000 1.000 0,-1.000 4.000 0,-2.000 2.000 0,1.000 1.000 2,-2.000 0.000 5,1.000-1.000 4,0.000 2.000 5,1.000-1.000 3,1.000 2.000 0,1.000 1.000 0,1.000 2.000 1,2.000 0.000-2,1.000 0.000-7,1.000 0.000-6,1.000 0.000-6,0.000 0.000-5,-2.000 2.000-5,-4.000 1.000-3,-1.000 2.000-6,-2.000 0.000 0,2.000 2.000 4,1.000 1.000 2,1.000 1.000 3,1.000 2.000-1,-2.000-2.000-5,-1.000 2.000-5,-2.000-1.000-6,1.000 0.000 0,-2.000 0.000 1,1.000 0.000 3,0.000-1.000 2</inkml:trace>
</inkml:ink>
</file>

<file path=ppt/ink/ink9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26"/>
    </inkml:context>
    <inkml:brush xml:id="br0">
      <inkml:brushProperty name="width" value="0.0166637506335974" units="cm"/>
      <inkml:brushProperty name="height" value="0.0166637506335974" units="cm"/>
      <inkml:brushProperty name="color" value="#000000"/>
      <inkml:brushProperty name="ignorePressure" value="0"/>
    </inkml:brush>
  </inkml:definitions>
  <inkml:trace contextRef="#ctx0" brushRef="#br0">71130.000 19800.000 880,'-36.000'0.000'12,"9.000"2.000"0,9.000 1.000 0,8.000 2.000-2,5.000 0.000 0,-2.000 2.000 2,-1.000 1.000 1,-1.000 1.000 1,0.000 2.000-2,3.000 1.000-3,2.000 1.000-6,2.000 1.000-3,2.000 1.000-2,-2.000 0.000 1,-1.000 1.000 2,-1.000-1.000 0,-1.000-1.000 0,2.000-1.000-3,1.000-1.000-2,1.000-1.000-4,1.000-1.000-1,0.000 2.000 3,0.000 1.000 1,0.000 2.000 2,0.000-1.000 0,0.000-1.000-3,0.000-1.000-3,0.000-1.000-3,0.000-2.000 0,0.000 2.000 0,0.000-2.000 0,0.000 1.000 1,0.000 1.000 0,-2.000 1.000-1,-1.000 1.000 0,-1.000 1.000-1,-1.000 1.000 0,2.000-2.000-3,1.000-1.000-2,2.000-2.000-2,0.000 0.000 0,0.000-2.000 3,0.000-1.000 1,0.000-2.000 3,0.000-1.000 1,2.000-2.000 4,1.000-4.000 1,2.000-2.000 4,0.000 0.000 1,-1.000 1.000 0,2.000 1.000 1,-1.000 2.000 0</inkml:trace>
</inkml:ink>
</file>

<file path=ppt/ink/ink9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26"/>
    </inkml:context>
    <inkml:brush xml:id="br0">
      <inkml:brushProperty name="width" value="0.0170554928481579" units="cm"/>
      <inkml:brushProperty name="height" value="0.0170554928481579" units="cm"/>
      <inkml:brushProperty name="color" value="#000000"/>
      <inkml:brushProperty name="ignorePressure" value="0"/>
    </inkml:brush>
  </inkml:definitions>
  <inkml:trace contextRef="#ctx0" brushRef="#br0">71250.000 19939.000 859,'0.000'19.000'2,"0.000"-2.000"4,0.000-4.000 3,0.000-1.000 4,0.000-3.000 1,2.000 2.000-3,1.000-2.000-2,2.000 1.000-2,0.000 1.000-1,2.000-2.000 1,1.000 2.000 1,1.000-1.000 1,2.000 0.000 0,1.000 0.000-3,1.000 0.000-1,1.000-1.000-2,1.000 1.000-2,0.000-2.000-1,1.000-1.000-1,-1.000-1.000-2,0.000-1.000 2,-1.000 0.000 0,2.000-1.000 1,-1.000 1.000 2,0.000 0.000 0,2.000-2.000-1,1.000-1.000 0,2.000-1.000-2,-1.000-1.000 1,-1.000 0.000 2,-1.000 0.000 1,-1.000 0.000 3,-1.000-1.000-2,-1.000-1.000-3,2.000-1.000-2,-1.000-2.000-3,-1.000 0.000-1,-1.000-2.000 0,-1.000-1.000 1,-1.000-2.000 0,-1.000 1.000 0,0.000 1.000-1,-1.000 1.000 1,2.000 2.000-1,-2.000-1.000 0,-1.000 2.000 1,-1.000-2.000 2,-1.000 1.000 0,-2.000 0.000 0,1.000 1.000-4,0.000-1.000-2,1.000-1.000-4,-3.000 1.000-5,-1.000 1.000-6,-4.000-1.000-7,-1.000 0.000-6,-2.000-1.000-1,2.000 1.000 8,1.000 1.000 6,1.000-1.000 7,0.000 0.000 4,-3.000 0.000 1,-2.000-1.000 3,-3.000 2.000 1,0.000-2.000 2,-1.000 2.000 1,-1.000-2.000 1,2.000 1.000 1,-2.000 1.000 1,2.000 1.000 1,-1.000 1.000-1,-1.000 2.000 1</inkml:trace>
</inkml:ink>
</file>

<file path=ppt/ink/ink9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26"/>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71489.000 19800.000 999,'11.000'-9.000'-39,"-2.000"2.000"7,2.000 4.000 5,-1.000 2.000 8,-1.000 1.000 3,-1.000 0.000 2,-1.000 0.000 2,-1.000 0.000 1,-1.000 0.000 2,-1.000 0.000 1,2.000 0.000 1,-1.000 0.000 2,-1.000 0.000 1,1.000 2.000-1,0.000 1.000-1,1.000 1.000-1,-1.000 2.000 1,0.000-1.000 1,0.000 0.000 1,-1.000 0.000 2,1.000 0.000 1,-2.000-1.000 0,-1.000 2.000 0,-1.000-1.000 1,-1.000 0.000 0,2.000-1.000-1,1.000 1.000 1,1.000 1.000 0,1.000-1.000 0,-2.000 0.000 0,-1.000-1.000 0,-1.000 1.000 0,-1.000 1.000 0,0.000-2.000 0,0.000 2.000 0,0.000-2.000 0,0.000 1.000 0,2.000-2.000 0,1.000-1.000 0,2.000-1.000 0,0.000-1.000 0,-1.000 0.000 0,2.000 0.000 0,-1.000 0.000 0,-1.000 0.000 0,1.000 0.000 0,0.000 0.000 0,1.000 0.000 1,-1.000 0.000-1,0.000 0.000 0,0.000 0.000 1,-1.000 0.000-1,2.000 0.000 3,-2.000 0.000 5,1.000 0.000 6,0.000 0.000 6,0.000 0.000 2,1.000 0.000-2,-1.000 0.000-1,0.000 0.000 0,0.000 0.000-2,2.000 0.000 1,1.000 0.000 0,1.000 0.000 0,2.000 0.000-4,-2.000 0.000-7,2.000 0.000-8,-1.000 0.000-7,-1.000 0.000-3,-1.000 2.000 1,-1.000 1.000 2,-1.000 2.000 1,-1.000 0.000-1,-1.000-1.000-3,2.000 2.000-1,-1.000-1.000-4,0.000-1.000 0,2.000-1.000-2,1.000-1.000 0,2.000-2.000 0</inkml:trace>
</inkml:ink>
</file>

<file path=ppt/ink/ink9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27"/>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72350.000 19100.000 999,'-9.000'-54.000'-3,"2.000"12.000"-8,4.000 14.000-8,2.000 12.000-7,1.000 5.000-2,0.000 2.000 6,0.000-2.000 4,0.000 1.000 5,0.000 1.000 4,0.000 1.000 2,0.000 1.000 2,0.000 1.000 3,0.000 1.000 3,0.000 1.000 3,0.000-1.000 4,0.000-1.000 3,0.000 1.000 2,2.000 1.000 1,1.000-1.000 2,1.000 0.000 1,1.000 1.000-1,1.000 5.000-3,-1.000 3.000-3,0.000 5.000-4,0.000 2.000-1,-1.000 3.000 0,2.000 2.000 1,-1.000 2.000 0,-1.000 2.000-1,-1.000 1.000-4,-1.000-1.000-3,-2.000 0.000-4,1.000-1.000-1,1.000-1.000 1,1.000-1.000 1,2.000-2.000 1,-1.000 0.000-1,-1.000 1.000-2,-1.000-2.000-4,-1.000 2.000-3,-1.000-2.000 0,0.000-1.000 1,0.000-1.000 1,0.000-1.000 1,0.000-2.000 1,0.000-1.000 0,0.000-1.000-1,0.000-1.000-1,0.000-1.000 1,0.000-1.000 0,0.000 2.000 0,0.000-1.000 0</inkml:trace>
</inkml:ink>
</file>

<file path=ppt/ink/ink9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27"/>
    </inkml:context>
    <inkml:brush xml:id="br0">
      <inkml:brushProperty name="width" value="0.015694934874773" units="cm"/>
      <inkml:brushProperty name="height" value="0.015694934874773" units="cm"/>
      <inkml:brushProperty name="color" value="#000000"/>
      <inkml:brushProperty name="ignorePressure" value="0"/>
    </inkml:brush>
  </inkml:definitions>
  <inkml:trace contextRef="#ctx0" brushRef="#br0">72489.000 18760.000 934,'19.000'-9.000'2,"-2.000"3.000"2,-4.000 2.000 4,-1.000 2.000 2,-4.000 4.000 2,-1.000 1.000-2,-4.000 4.000-2,-2.000 2.000 0,0.000 0.000-5,1.000-1.000-4,1.000-1.000-6,2.000-2.000-5,0.000 1.000-3,2.000-1.000-3,1.000 0.000-2,2.000 0.000-2,-1.000 0.000 0,-1.000-1.000 1,-1.000 2.000 3,-2.000-1.000 1,0.000-1.000 2,1.000-1.000 3,-1.000-1.000 1,0.000-2.000 3,0.000 1.000 1,-1.000 1.000 1,2.000 1.000 1,-1.000 2.000 1,-1.000 0.000 1,-1.000 0.000 1,-1.000-1.000 2,-2.000 1.000 1,0.000 1.000 0,0.000 1.000-1,0.000 1.000-1,0.000 2.000 0,0.000-1.000 0,0.000-1.000 3,0.000-1.000 3,0.000-1.000 3,0.000 0.000 2,-2.000 2.000-1,-1.000 4.000-1,-1.000 1.000-1,-1.000 2.000 0,0.000-2.000 0,0.000-1.000-1,0.000-2.000 0,-1.000 1.000-1,-1.000 1.000 0,-1.000 1.000-1,-1.000 1.000 0,-2.000 1.000-1,2.000-2.000-1,-1.000-1.000-1,-1.000-2.000-1,2.000 0.000-1,1.000 0.000 1,1.000 1.000-1,2.000-1.000 1,0.000 0.000 0,0.000 0.000 0,-1.000-1.000 1,1.000 2.000 0,2.000-5.000-4,4.000-7.000-7,3.000-8.000-8,5.000-7.000-7,0.000-3.000-1,-1.000 2.000 5,-1.000 4.000 7,-1.000 1.000 5</inkml:trace>
</inkml:ink>
</file>

<file path=ppt/ink/ink9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27"/>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72930.000 18700.000 999,'0.000'19.000'-45,"0.000"-1.000"10,0.000-1.000 8,0.000-2.000 10,0.000 0.000 5,0.000-2.000-1,0.000-1.000-1,0.000-2.000 0,0.000 0.000 0,0.000 0.000 3,0.000 1.000 3,0.000-1.000 1,0.000 0.000 2,0.000 0.000 1,0.000-1.000 0,0.000 2.000 1,0.000-2.000 0,0.000-1.000 1,0.000-1.000 1,0.000-1.000 0,0.000-1.000 0,0.000-1.000 1,0.000 1.000 0,0.000 1.000-1,0.000-2.000 1,2.000-1.000 0,1.000-1.000 0,1.000-1.000 0</inkml:trace>
</inkml:ink>
</file>

<file path=ppt/ink/ink9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28"/>
    </inkml:context>
    <inkml:brush xml:id="br0">
      <inkml:brushProperty name="width" value="0.0166907850652933" units="cm"/>
      <inkml:brushProperty name="height" value="0.0166907850652933" units="cm"/>
      <inkml:brushProperty name="color" value="#000000"/>
      <inkml:brushProperty name="ignorePressure" value="0"/>
    </inkml:brush>
  </inkml:definitions>
  <inkml:trace contextRef="#ctx0" brushRef="#br0">73110.000 18700.000 878,'0.000'-19.000'-2,"2.000"2.000"-4,1.000 4.000-3,1.000 1.000-5,2.000 4.000 0,1.000 2.000 6,1.000 2.000 4,2.000 2.000 5,-1.000 3.000 1,-1.000 1.000-1,-1.000 1.000-2,-1.000 2.000-1,-1.000 0.000-2,2.000-1.000 0,1.000 1.000 0,2.000 1.000-1,-1.000-1.000 0,-1.000 0.000 1,-1.000-1.000 1,-2.000 1.000 2,0.000 1.000 0,1.000 1.000-2,-1.000 1.000-1,0.000 2.000-2,-1.000-1.000-1,-1.000 2.000 1,-1.000-2.000 0,-2.000 1.000 0,1.000 1.000 0,1.000-2.000 1,1.000 2.000 1,2.000-1.000 0,-1.000-1.000 0,-1.000-1.000 1,-1.000-1.000 1,-2.000-1.000 0,0.000-1.000 0,-2.000 2.000 2,-1.000 1.000-1,-1.000 1.000 1,-1.000 1.000 1,2.000-2.000-2,1.000-1.000 1,1.000-2.000-2,0.000 1.000 0,-3.000 1.000-2,-2.000 1.000-1,-2.000 2.000-2,-2.000-1.000 0,-1.000 2.000 2,2.000-2.000 0,-1.000 1.000 1,0.000 1.000 2,0.000-2.000-1,-1.000 2.000 1,1.000-1.000 0,0.000 0.000 1,-2.000 0.000 0,-1.000 0.000 0,-2.000-1.000 0,1.000 1.000 1,-2.000 0.000 0,2.000 1.000 0,-1.000-1.000-1,0.000 0.000 1,0.000 2.000 0,-1.000 1.000 0,2.000 2.000 0,-2.000-2.000 0,-1.000-1.000 0,-1.000-4.000 0,-1.000-1.000 0,-2.000-2.000 0,1.000 2.000 0,0.000 1.000 0,1.000 2.000 0,-1.000 0.000 0,0.000 0.000 0,0.000 0.000 0,-1.000-1.000 0,2.000 1.000 0,1.000-2.000 0,1.000-1.000 0,2.000-1.000 0,-1.000-1.000 0,2.000 2.000 0,-2.000 1.000 0,1.000 2.000 0,1.000 0.000 0,-2.000 0.000 1,2.000 0.000-1,-1.000-1.000 1,1.000 1.000-1,2.000-2.000 1,4.000-1.000-1,1.000-1.000 0,2.000-1.000 1,1.000 2.000-1,-1.000 1.000 0,-1.000 2.000 0,2.000-1.000 0,1.000-1.000 0,1.000-1.000 0,2.000-1.000 0,0.000-1.000 3,2.000-1.000 5,1.000 2.000 7,1.000-1.000 5,2.000-1.000 1,1.000-1.000-1,1.000-1.000-2,2.000-2.000-2,-1.000 0.000-1,2.000 0.000 1,-2.000 0.000 1,1.000 0.000 2,1.000 0.000-1,-2.000-2.000-1,2.000-1.000-1,-1.000-1.000-1,0.000-1.000-2,2.000 0.000-2,1.000-1.000-3,2.000 2.000-2,-1.000-2.000 0,2.000-1.000 1,-1.000-1.000 0,-1.000-1.000 2,1.000-1.000-2,0.000 0.000-5,1.000 0.000-3,-1.000-1.000-5,0.000 2.000-3,-1.000 1.000 1,2.000 1.000 0,-1.000 2.000 1,0.000-1.000-1,0.000-1.000 2,-1.000-1.000 0,1.000-1.000 1,0.000-1.000-3,-2.000 2.000-5,-1.000 1.000-5,-2.000 2.000-5,0.000-1.000-2,-2.000 1.000 5,-1.000 1.000 3,-1.000-1.000 4,-1.000 0.000 1,2.000 0.000-3,1.000-1.000-3,2.000 2.000-3</inkml:trace>
</inkml:ink>
</file>

<file path=ppt/ink/ink9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28"/>
    </inkml:context>
    <inkml:brush xml:id="br0">
      <inkml:brushProperty name="width" value="0.0159267913550138" units="cm"/>
      <inkml:brushProperty name="height" value="0.0159267913550138" units="cm"/>
      <inkml:brushProperty name="color" value="#000000"/>
      <inkml:brushProperty name="ignorePressure" value="0"/>
    </inkml:brush>
  </inkml:definitions>
  <inkml:trace contextRef="#ctx0" brushRef="#br0">72950.000 19119.000 920,'-19.000'0.000'1,"2.000"0.000"-1,4.000 0.000 2,1.000 0.000-1,2.000 2.000 3,0.000 2.000 2,1.000 2.000 3,-1.000 2.000 4,0.000 2.000-1,2.000-2.000-1,1.000-1.000-2,1.000-2.000-1,2.000 2.000-5,-1.000 2.000-3,0.000 2.000-6,0.000 3.000-4,0.000 0.000-2,2.000 2.000-1,1.000-2.000 0,1.000 1.000 0,0.000 0.000 0,-3.000 1.000 1,-2.000-2.000-1,-3.000 2.000 1,0.000-1.000 0,1.000 2.000-1,1.000 1.000-1,1.000 2.000 0,1.000-2.000 0,1.000-1.000 1,-1.000-4.000 2,-1.000-1.000 1,0.000-1.000 1,-2.000 3.000 1,-4.000 2.000 0,-1.000 2.000 1,-2.000 2.000 0,2.000 1.000 0,1.000-1.000 0,2.000 0.000-1,-1.000-1.000 1,2.000-1.000 2,-1.000-1.000 1,-1.000-2.000 2,1.000 0.000 0,-2.000-2.000 1,-1.000-1.000 1,-2.000-2.000-1,2.000 0.000 1,1.000-2.000 0,4.000-1.000-1,2.000-1.000 1,0.000-2.000 0,1.000-1.000 0,0.000-1.000 0,1.000-1.000 0</inkml:trace>
</inkml:ink>
</file>

<file path=ppt/ink/ink9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28"/>
    </inkml:context>
    <inkml:brush xml:id="br0">
      <inkml:brushProperty name="width" value="0.0160145591944456" units="cm"/>
      <inkml:brushProperty name="height" value="0.0160145591944456" units="cm"/>
      <inkml:brushProperty name="color" value="#000000"/>
      <inkml:brushProperty name="ignorePressure" value="0"/>
    </inkml:brush>
  </inkml:definitions>
  <inkml:trace contextRef="#ctx0" brushRef="#br0">72869.000 19500.000 915,'19.000'0.000'-60,"-5.000"0.000"13,-3.000 0.000 11,-5.000 0.000 12,-1.000 0.000 15,-2.000 2.000 15,-1.000 1.000 15,-1.000 2.000 17,0.000 0.000 5,3.000-1.000-3,2.000 2.000-5,3.000-1.000-4,0.000 0.000-6,-1.000-1.000-10,-1.000 1.000-8,-1.000 1.000-10,-2.000-1.000-8,1.000 0.000-6,0.000-1.000-7,1.000 1.000-7,-1.000 1.000-3,2.000-2.000 1,1.000 2.000 1,2.000-2.000 2</inkml:trace>
</inkml:ink>
</file>

<file path=ppt/ink/ink10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28"/>
    </inkml:context>
    <inkml:brush xml:id="br0">
      <inkml:brushProperty name="width" value="0.0148750329390168" units="cm"/>
      <inkml:brushProperty name="height" value="0.0148750329390168" units="cm"/>
      <inkml:brushProperty name="color" value="#000000"/>
      <inkml:brushProperty name="ignorePressure" value="0"/>
    </inkml:brush>
  </inkml:definitions>
  <inkml:trace contextRef="#ctx0" brushRef="#br0">73069.000 19060.000 985,'-16.000'0.000'11,"5.000"2.000"-8,7.000 1.000-7,5.000 1.000-8,4.000 2.000-2,1.000-2.000 1,-1.000 2.000 3,0.000-2.000 2,0.000 2.000-3,-1.000-1.000-7,2.000 0.000-6,-1.000 0.000-8</inkml:trace>
</inkml:ink>
</file>

<file path=ppt/ink/ink10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28"/>
    </inkml:context>
    <inkml:brush xml:id="br0">
      <inkml:brushProperty name="width" value="0.0156698152422905" units="cm"/>
      <inkml:brushProperty name="height" value="0.0156698152422905" units="cm"/>
      <inkml:brushProperty name="color" value="#000000"/>
      <inkml:brushProperty name="ignorePressure" value="0"/>
    </inkml:brush>
  </inkml:definitions>
  <inkml:trace contextRef="#ctx0" brushRef="#br0">72310.000 20119.000 935,'-10.000'-18.000'3,"2.000"4.000"3,1.000 3.000 6,2.000 4.000 3,1.000 4.000 0,3.000 4.000-5,2.000 3.000-7,3.000 5.000-4,1.000 1.000-4,2.000 0.000 1,1.000 0.000 1,2.000-1.000 0,-1.000 1.000-1,-1.000 0.000-5,-1.000 1.000-4,-2.000-1.000-5,0.000 0.000-1,1.000 0.000 3,-1.000-1.000 2,0.000 2.000 2,0.000-2.000 0,-1.000 2.000-6,2.000-2.000-5,-1.000 1.000-4</inkml:trace>
</inkml:ink>
</file>

<file path=ppt/ink/ink10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29"/>
    </inkml:context>
    <inkml:brush xml:id="br0">
      <inkml:brushProperty name="width" value="0.0161442197859287" units="cm"/>
      <inkml:brushProperty name="height" value="0.0161442197859287" units="cm"/>
      <inkml:brushProperty name="color" value="#000000"/>
      <inkml:brushProperty name="ignorePressure" value="0"/>
    </inkml:brush>
  </inkml:definitions>
  <inkml:trace contextRef="#ctx0" brushRef="#br0">72550.000 19939.000 908,'27.000'-17.000'2,"-4.000"5.000"5,-6.000 4.000 3,-4.000 6.000 5,-4.000 2.000 1,2.000 0.000-2,-1.000 0.000-2,-1.000 0.000-3,2.000 0.000-4,-2.000 0.000-4,2.000 0.000-4,-1.000 0.000-5,0.000 0.000-4,0.000 2.000-4,-1.000 1.000-3,2.000 2.000-3,-3.000 0.000-3,-1.000 2.000 1,-4.000 1.000 0,-2.000 1.000 1,-1.000 1.000 2,0.000-2.000 7,0.000-1.000 5,0.000-2.000 7,0.000 1.000 4,-2.000-2.000-1,-1.000 2.000 1,-1.000-2.000 0,-2.000 2.000 0,-1.000 1.000 1,-1.000 1.000 0,-1.000 1.000 0,-1.000 1.000-1,2.000-2.000 0,1.000-1.000 0,2.000-1.000-2,-1.000-1.000 1,1.000 0.000 1,0.000-1.000 2,1.000 1.000 1,-1.000 1.000-1,2.000 1.000-2,1.000 1.000-2,1.000 2.000-3,2.000-2.000-4,1.000-4.000-4,1.000-3.000-6,2.000-4.000-4</inkml:trace>
</inkml:ink>
</file>

<file path=ppt/ink/ink10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29"/>
    </inkml:context>
    <inkml:brush xml:id="br0">
      <inkml:brushProperty name="width" value="0.014676128514111" units="cm"/>
      <inkml:brushProperty name="height" value="0.014676128514111" units="cm"/>
      <inkml:brushProperty name="color" value="#000000"/>
      <inkml:brushProperty name="ignorePressure" value="0"/>
    </inkml:brush>
  </inkml:definitions>
  <inkml:trace contextRef="#ctx0" brushRef="#br0">72969.000 19780.000 999,'0.000'28.000'0,"0.000"-4.000"-1,0.000-3.000-2,0.000-5.000-2,1.000-1.000 0,1.000-2.000 1,1.000-1.000 1,2.000-2.000 2,-1.000 1.000-1,-1.000 1.000-2,-1.000 1.000-2,-2.000 1.000-3,0.000 1.000-1,0.000 1.000-1,0.000-2.000-2,0.000 2.000 0,1.000-5.000-3,1.000-8.000-2,1.000-6.000-3,2.000-8.000-2,-1.000-3.000 1,-1.000 2.000 4,-1.000 4.000 6,-1.000 1.000 4,0.000 2.000 4,3.000-2.000 1,2.000-1.000 0,3.000-1.000 2</inkml:trace>
</inkml:ink>
</file>

<file path=ppt/ink/ink10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29"/>
    </inkml:context>
    <inkml:brush xml:id="br0">
      <inkml:brushProperty name="width" value="0.01569021679461" units="cm"/>
      <inkml:brushProperty name="height" value="0.01569021679461" units="cm"/>
      <inkml:brushProperty name="color" value="#000000"/>
      <inkml:brushProperty name="ignorePressure" value="0"/>
    </inkml:brush>
  </inkml:definitions>
  <inkml:trace contextRef="#ctx0" brushRef="#br0">73130.000 19719.000 934,'9.000'-18.000'-53,"-1.000"4.000"25,-1.000 3.000 27,-1.000 4.000 26,-1.000 4.000 10,-1.000 4.000-5,2.000 3.000-7,-1.000 5.000-6,-1.000 1.000-5,-1.000 0.000-7,-1.000 0.000-4,-2.000-1.000-7,1.000 1.000-2,1.000 0.000 0,1.000 1.000 0,2.000-1.000 1,-1.000 0.000 1,-1.000 0.000 2,-1.000-1.000 3,-1.000 2.000 3,-1.000-2.000-2,0.000 2.000-2,0.000-2.000-3,0.000 1.000-3,0.000 1.000-1,0.000-2.000-1,0.000 2.000 0,0.000-1.000-1,-1.000-1.000 2,-1.000-1.000 0,-1.000-1.000 2,-1.000-1.000 2,-1.000-1.000 1,2.000 2.000 2,1.000 1.000 2,1.000 1.000 2,1.000 2.000 1,-2.000-2.000-1,-1.000 2.000-2,-1.000-1.000 0,-1.000-1.000 1,0.000-1.000 2,0.000-1.000 2,0.000-1.000 3,0.000-1.000 1,0.000 2.000-2,-1.000 1.000-2,1.000 1.000-1,0.000 1.000-1,1.000-2.000 1,-1.000-1.000 0,-1.000-2.000 1,2.000 1.000-1,-1.000-2.000-4,0.000 2.000-2,0.000-2.000-3,-1.000 2.000-1,1.000-1.000 2,0.000 0.000 2,1.000 0.000 1,-1.000-2.000-4,0.000-2.000-10,0.000-2.000-11,0.000-2.000-9</inkml:trace>
</inkml:ink>
</file>

<file path=ppt/ink/ink10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30"/>
    </inkml:context>
    <inkml:brush xml:id="br0">
      <inkml:brushProperty name="width" value="0.0201002024114132" units="cm"/>
      <inkml:brushProperty name="height" value="0.0201002024114132" units="cm"/>
      <inkml:brushProperty name="color" value="#000000"/>
      <inkml:brushProperty name="ignorePressure" value="0"/>
    </inkml:brush>
  </inkml:definitions>
  <inkml:trace contextRef="#ctx0" brushRef="#br0">74169.000 19660.000 729,'-6.000'-28.000'1,"5.000"5.000"1,7.000 6.000 0,6.000 5.000 1,3.000 2.000 1,2.000 2.000-1,1.000 1.000 0,2.000 2.000 0,3.000-2.000-2,6.000-1.000-1,7.000-4.000-3,6.000-1.000-2,3.000-2.000 0,2.000 0.000 0,1.000-1.000 1,1.000 2.000 1,2.000-2.000 1,1.000 2.000 1,1.000-2.000 1,2.000 1.000 2,0.000 1.000-1,2.000 1.000-2,1.000 1.000-1,2.000 1.000-2,-3.000 3.000 0,-4.000 2.000 1,-6.000 2.000 2,-4.000 2.000 0,-3.000 2.000 0,2.000 0.000 1,1.000 0.000 0,2.000 0.000-1,1.000 0.000 1,3.000 0.000 0,2.000 0.000 0,3.000 0.000 0,0.000 0.000 0,-1.000 0.000-1,-1.000 0.000-1,-2.000 0.000-2,2.000 0.000 1,1.000 0.000 0,4.000 0.000 1,2.000 0.000 1,2.000 0.000 0,5.000 0.000 1,3.000 0.000 1,5.000 0.000 1,1.000 0.000 0,0.000 0.000-1,0.000 0.000 0,0.000 0.000-1,0.000 0.000 0,2.000 0.000 3,1.000 0.000 2,1.000 0.000 1,3.000 0.000 1,2.000-2.000 0,2.000-1.000 0,3.000-1.000-1,0.000-3.000 0,-1.000-2.000-1,-1.000-2.000-1,-1.000-3.000-1,-1.000-2.000 1,2.000-2.000 0,1.000-4.000 2,2.000-2.000 2,0.000-1.000-1,2.000 0.000 0,1.000 0.000-1,2.000 0.000-1,-2.000 0.000 0,-1.000-2.000-1,-4.000-1.000-1,-1.000-1.000 0,-2.000-1.000 0,0.000 2.000-1,-1.000 1.000 2,2.000 1.000-1,-2.000 2.000-1,2.000 1.000-2,-2.000 1.000-1,1.000 2.000-4,-1.000 0.000 1,-5.000 2.000 1,-3.000 1.000 1,-4.000 2.000 2,-3.000 0.000-1,1.000 0.000 0,0.000-1.000-1,1.000 2.000 0,-1.000-2.000-1,0.000 2.000 0,0.000-2.000 0,0.000 1.000 1,-2.000 1.000 0,-2.000-2.000 0,-2.000 2.000 1,-3.000-1.000 1,0.000 0.000-1,-2.000 2.000 1,2.000 1.000 0,-1.000 2.000 0,0.000 0.000 0,2.000 0.000 0,1.000 0.000 0,2.000-1.000 0,-3.000 3.000 0,-4.000 2.000 0,-6.000 2.000 0,-4.000 2.000 0,-3.000 2.000 0,0.000 0.000 1,0.000 0.000-1,0.000 0.000 1,0.000 0.000-1,0.000 0.000-1,-1.000 0.000 0,1.000 0.000-1,0.000 0.000-1,-2.000 0.000 2,-1.000 0.000 0,-1.000 0.000 0,-1.000 1.000 0,2.000 1.000-1,1.000 1.000-1,2.000 2.000-1,-1.000-1.000 0,-1.000-1.000-1,-1.000-1.000 0,-1.000-2.000 0,-1.000 0.000 0,2.000 0.000 0,1.000 0.000 2,1.000 0.000 0,2.000 0.000 1,-1.000 0.000-1,0.000 0.000 1,0.000 0.000-1,1.000-1.000 0,2.000-3.000 0,4.000-2.000 0,2.000-3.000 1,-1.000-1.000-1,-1.000 1.000 2,-4.000-2.000-1,-1.000 2.000 2,-2.000-1.000-1,2.000 0.000 0,1.000 0.000-1,1.000-1.000 1,1.000 2.000 0,0.000 1.000 2,0.000 1.000 2,0.000 2.000 1,0.000 0.000 2,-2.000 2.000 1,-1.000 1.000 0,-1.000 2.000 1,-1.000 0.000 0,0.000 0.000-1,0.000 0.000 1,0.000 0.000-1,0.000 0.000 1,0.000 2.000 0,-1.000 1.000 0,1.000 2.000 1,-1.000 0.000 0,-2.000-1.000-2,-4.000 2.000-1,-1.000-1.000-1,-2.000 0.000 0,2.000 2.000-1,1.000 1.000-1,2.000 2.000 0,0.000-1.000 1,2.000-1.000-1,1.000-1.000 1,1.000-2.000 0,0.000 1.000-1,-2.000-1.000-3,-4.000 0.000-2,-1.000 0.000-2,-2.000-1.000-1,2.000-1.000 1,1.000-1.000 3,2.000-2.000 1,-1.000 0.000 0,-1.000 0.000 1,-1.000 0.000-2,-1.000 0.000 0,-2.000 0.000 0,2.000 0.000-1,-1.000 0.000 0,-1.000 0.000 0,2.000 0.000 0,-2.000 0.000 0,2.000 0.000 0,-1.000 0.000 2,0.000 0.000-1,2.000-2.000 1,1.000-1.000-1,2.000-1.000 1,-1.000-1.000-1,-1.000 2.000 2,-1.000 1.000 0,-1.000 2.000 1,-2.000 0.000 1,-1.000 0.000-1,-1.000 0.000 0,-2.000 0.000-1,0.000 0.000 1,1.000 0.000-1,-1.000 0.000 0,0.000 0.000 0,-1.000 0.000 0,-1.000 0.000 1,-1.000 0.000 0,-2.000 0.000 1,0.000 0.000-1,0.000 0.000 1,0.000 0.000-1,0.000 0.000 0,1.000 0.000 0,1.000 2.000-1,1.000 1.000 0,2.000 2.000 0,-1.000-1.000 0,-1.000-1.000-1,-1.000-1.000 1,-2.000-2.000 1,1.000 0.000-1,1.000 0.000-1,1.000 0.000 1,2.000 0.000 0,0.000 0.000-1,0.000 0.000 1,0.000 0.000 1,-1.000 0.000 0,1.000 0.000 0,-2.000 0.000 0,-1.000 0.000-1,-1.000 0.000 1,-1.000 0.000-1,2.000 0.000 1,1.000 0.000 1,1.000 0.000 0,1.000 0.000 0,1.000 0.000 0,-1.000 0.000-1,0.000 0.000 0,-1.000 0.000 0,-1.000 0.000 0,-1.000 0.000 0,-2.000 0.000 0,0.000 1.000 0,0.000 1.000 0,0.000 1.000 0,0.000 2.000 0,1.000 0.000 0,1.000 2.000-1,1.000 1.000 1,2.000 2.000 0,-2.000-2.000 1,-2.000-1.000-1,-2.000-4.000 0,-2.000-1.000 0,-2.000-2.000 0,0.000 2.000-1,0.000 1.000 0,0.000 1.000 0,0.000 2.000 0,2.000-1.000 0,1.000 0.000 0,2.000 0.000 0,-2.000-1.000 1,-2.000-1.000-2,-2.000-1.000 1,-2.000-2.000-2,-1.000 0.000 1,5.000 0.000 1,3.000 0.000 1,4.000 0.000 2,1.000 0.000-1,-2.000 0.000 0,-4.000 0.000-1,-2.000 0.000-1,-1.000 0.000 0,-2.000 0.000 1,-1.000 0.000-1,-2.000 0.000 0,1.000 0.000 1,1.000 0.000-1,1.000 0.000 1,2.000 0.000 0,-2.000 0.000 0,-2.000 0.000 0,-2.000 0.000-1,-3.000 0.000 1,0.000 0.000 0,-2.000 0.000-1,2.000 0.000 0,-1.000 0.000 0,0.000 0.000 0,0.000 0.000 0,-1.000 0.000 0,2.000 0.000 1,-2.000 0.000-4,2.000 0.000-6,-2.000 0.000-7,1.000 0.000-6,-2.000 1.000-9,-5.000 1.000-11,-6.000 1.000-13,-5.000 2.000-11</inkml:trace>
</inkml:ink>
</file>

<file path=ppt/ink/ink10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33"/>
    </inkml:context>
    <inkml:brush xml:id="br0">
      <inkml:brushProperty name="width" value="0.0192238781601191" units="cm"/>
      <inkml:brushProperty name="height" value="0.0192238781601191" units="cm"/>
      <inkml:brushProperty name="color" value="#000000"/>
      <inkml:brushProperty name="ignorePressure" value="0"/>
    </inkml:brush>
  </inkml:definitions>
  <inkml:trace contextRef="#ctx0" brushRef="#br0">55950.000 12559.000 762,'-18.000'-9.000'-10,"6.000"-2.000"12,4.000 1.000 13,6.000 0.000 13,3.000 0.000 4,5.000 1.000-4,3.000-1.000-4,4.000 0.000-5,2.000 0.000-2,0.000 2.000-2,1.000 1.000-2,-1.000 2.000-1,0.000 0.000-2,-1.000-1.000-1,2.000 2.000-1,-1.000-1.000-1,-1.000 0.000-2,2.000 0.000-2,-2.000-1.000-2,1.000 1.000-3,1.000 1.000-1,1.000-1.000 2,1.000-1.000 1,1.000 2.000 1,1.000-1.000 0,-2.000 2.000-3,-1.000 1.000-3,-1.000 2.000-2,-1.000-1.000 0,2.000-1.000 1,1.000-1.000 2,2.000-2.000 1,0.000 0.000-2,0.000 0.000-6,-1.000 1.000-7,2.000-1.000-6,-1.000-1.000-2,2.000-1.000 4,1.000-1.000 3,2.000-2.000 3,-2.000 0.000-1,-2.000 1.000-8,-2.000-1.000-8,-2.000 0.000-6</inkml:trace>
</inkml:ink>
</file>

<file path=ppt/ink/ink10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34"/>
    </inkml:context>
    <inkml:brush xml:id="br0">
      <inkml:brushProperty name="width" value="0.0165375657379627" units="cm"/>
      <inkml:brushProperty name="height" value="0.0165375657379627" units="cm"/>
      <inkml:brushProperty name="color" value="#000000"/>
      <inkml:brushProperty name="ignorePressure" value="0"/>
    </inkml:brush>
  </inkml:definitions>
  <inkml:trace contextRef="#ctx0" brushRef="#br0">56189.000 12059.000 886,'-18.000'-8.000'0,"4.000"4.000"-3,3.000 3.000-1,4.000 5.000-1,3.000 2.000 1,1.000 5.000 6,1.000 3.000 5,2.000 5.000 6,0.000 2.000 3,2.000 2.000-2,1.000 4.000 0,1.000 2.000-2,2.000 2.000-1,1.000 3.000-2,1.000 2.000-2,1.000 3.000-3,1.000 1.000 0,-2.000 2.000 0,-1.000 1.000 0,-1.000 1.000 1,-1.000 2.000-2,0.000 1.000-2,-1.000 1.000-4,1.000 2.000-3,0.000-4.000-4,-2.000-8.000-5,-1.000-6.000-6,-1.000-9.000-4,-1.000-2.000-5,2.000 1.000-2,1.000 1.000-2,1.000 2.000-3</inkml:trace>
</inkml:ink>
</file>

<file path=ppt/ink/ink10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09-25T15:15:38"/>
    </inkml:context>
    <inkml:brush xml:id="br0">
      <inkml:brushProperty name="width" value="0.0200823079794645" units="cm"/>
      <inkml:brushProperty name="height" value="0.0200823079794645" units="cm"/>
      <inkml:brushProperty name="color" value="#000000"/>
      <inkml:brushProperty name="ignorePressure" value="0"/>
    </inkml:brush>
  </inkml:definitions>
  <inkml:trace contextRef="#ctx0" brushRef="#br0">60289.000 13339.000 730,'-27.000'0.000'0,"4.000"-2.000"-1,6.000-1.000 0,5.000-1.000 0,3.000 0.000 1,5.000 5.000 1,3.000 3.000 3,5.000 4.000 1,1.000 2.000 2,2.000-2.000 0,1.000-1.000 1,2.000-2.000-1,0.000 0.000 1,0.000-2.000 0,0.000-1.000 0,-1.000-1.000-1,3.000-1.000 1,1.000 2.000-1,4.000 1.000 1,2.000 1.000 0,0.000 1.000 0,-1.000-2.000-1,-1.000-1.000 1,-1.000-1.000-1,-1.000-1.000 0,2.000 0.000-3,1.000 0.000-1,1.000 0.000-2,1.000 0.000 0,1.000 0.000 0,-1.000 0.000 2,0.000 0.000 1,-1.000-2.000 0,-1.000-2.000-3,-1.000-2.000 0,-2.000-2.000-3,1.000-3.000-2,1.000 2.000-1,1.000-1.000-2,1.000-1.000-3,1.000 0.000 1,1.000-3.000 1,-1.000-2.000 2,-1.000-2.000 1,1.000-3.000 0,1.000-1.000 0,-1.000-1.000-1,0.000-2.000-1,-1.000 0.000 0,-1.000 0.000 1,-1.000 0.000-1,-2.000 0.000 1,0.000 0.000 0,-2.000-2.000-2,-1.000-1.000-1,-2.000-1.000-2,-1.000 0.000 1,-2.000 3.000-1,-4.000 2.000 1,-2.000 3.000 1,-1.000 1.000 1,-2.000 2.000 3,-1.000 1.000 4,-1.000 2.000 2,-3.000 0.000 1,-2.000 2.000-2,-2.000 1.000-1,-3.000 1.000-1,-1.000 3.000 0,-2.000 1.000 3,-1.000 4.000 2,-2.000 2.000 4,1.000 1.000 0,-2.000 2.000 0,2.000 1.000-1,-2.000 2.000-1,1.000-1.000 0,-2.000 2.000 0,-1.000-2.000 1,-1.000 1.000 0,-1.000 2.000 1,2.000 1.000 1,1.000 4.000 0,2.000 2.000 1,0.000 0.000-1,2.000-1.000 0,1.000-1.000-2,1.000-1.000-1,1.000-1.000-1,-2.000 2.000-1,-1.000 1.000 0,-2.000 2.000-1,1.000 0.000-1,1.000-1.000 1,1.000 1.000 0,2.000 0.000 0,0.000 0.000 0,2.000 1.000-2,1.000-1.000-1,2.000 0.000-2,0.000 1.000 0,-1.000 2.000 1,2.000 4.000 1,-1.000 2.000 0,0.000 1.000 1,2.000 2.000 0,1.000 1.000-1,2.000 1.000-1,0.000 2.000 1,2.000 1.000 3,1.000 1.000 1,1.000 2.000 2,2.000 0.000 2,1.000 2.000 0,1.000 1.000 1,2.000 2.000 0,1.000-1.000 1,2.000-1.000 1,4.000-1.000 1,1.000-1.000 1,4.000-2.000 1,2.000-1.000-2,2.000-1.000-1,3.000-1.000-1,1.000-3.000 0,2.000-4.000-2,1.000-3.000 0,2.000-5.000-1,0.000-2.000-1,2.000-5.000 1,1.000-3.000 0,1.000-4.000 0,3.000-4.000-2,1.000-2.000-2,4.000-2.000-2,2.000-2.000-3,0.000-4.000 0,-1.000-4.000 1,-1.000-3.000 1,-2.000-4.000 2,-1.000-1.000-11,-5.000 3.000-22,-3.000 2.000-22,-4.000 3.000-23</inkml:trace>
</inkml:ink>
</file>

<file path=ppt/ink/ink10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4:35"/>
    </inkml:context>
    <inkml:brush xml:id="br0">
      <inkml:brushProperty name="width" value="0.0231227781623602" units="cm"/>
      <inkml:brushProperty name="height" value="0.0231227781623602" units="cm"/>
      <inkml:brushProperty name="color" value="#000000"/>
      <inkml:brushProperty name="ignorePressure" value="0"/>
    </inkml:brush>
  </inkml:definitions>
  <inkml:trace contextRef="#ctx0" brushRef="#br0">66400.000 21850.000 634,'-50.000'-25.000'0,"0.000"0.000"0,0.000 0.000 0,0.000 0.000 0,1.000 1.000 0,4.000 4.000 2,3.000 3.000 2,3.000 3.000 1,-2.000 3.000 0,-6.000 3.000 1,-6.000 3.000-1,-6.000 4.000 1,-4.000 1.000 0,1.000 0.000 0,-1.000 0.000 1,1.000 0.000 0,-1.000 3.000 0,1.000 6.000 0,-1.000 7.000-1,1.000 6.000 1,-4.000 4.000-1,-6.000 4.000 1,-6.000 3.000 0,-6.000 3.000 1,-4.000 3.000-1,1.000 3.000-1,-1.000 3.000-2,1.000 4.000-1,-1.000 1.000-1,1.000 0.000 0,-1.000 0.000 2,1.000 0.000 0,-4.000 3.000-1,-6.000 6.000-1,-6.000 7.000-3,-6.000 6.000-2,1.000 3.000 0,9.000 0.000 1,10.000 0.000 0,10.000 0.000 2,2.000 0.000 0,-3.000 0.000-1,-3.000 0.000-1,-2.000 0.000-1,-1.000 3.000-1,3.000 6.000 0,3.000 7.000 1,4.000 6.000-1,1.000 1.000 1,0.000-3.000-1,0.000-3.000 0,0.000-2.000 0,1.000-3.000 0,4.000 1.000 1,3.000-1.000 0,3.000 1.000 1,-1.000-1.000 0,-2.000 1.000 0,-3.000-1.000 1,-3.000 1.000 1,-1.000-1.000-1,4.000 1.000 1,3.000-1.000-1,3.000 1.000 0,3.000 2.000 0,3.000 7.000 0,3.000 6.000 0,4.000 7.000 1,-1.000 2.000-1,-3.000 1.000 1,-3.000-1.000 1,-2.000 1.000-1,0.000 1.000 1,7.000 3.000 0,6.000 3.000-1,7.000 4.000 0,0.000 1.000 1,-2.000 0.000 0,-3.000 0.000 0,-3.000 0.000 1,-1.000 1.000 0,4.000 4.000-1,3.000 3.000 1,3.000 3.000 0,1.000-2.000 0,1.000-6.000 0,-1.000-6.000-1,1.000-6.000 0,1.000-4.000-1,3.000 1.000 1,3.000-1.000 0,4.000 1.000-1,-1.000-1.000 0,-3.000 1.000 1,-3.000-1.000 0,-2.000 1.000 0,-1.000-1.000 0,3.000 1.000-1,3.000-1.000 1,4.000 1.000-1,1.000 1.000 0,0.000 3.000 0,0.000 3.000 0,0.000 4.000 1,0.000 2.000-1,0.000 4.000 1,0.000 3.000 1,0.000 3.000-1,0.000-1.000 1,0.000-2.000-1,0.000-3.000 1,0.000-3.000 0,0.000-1.000-1,0.000 4.000 0,0.000 3.000 0,0.000 3.000 0,-2.000 3.000 0,-3.000 3.000 1,-3.000 3.000 0,-2.000 4.000 0,-1.000-1.000 0,3.000-3.000 0,3.000-3.000 0,4.000-2.000-1,1.000-3.000 0,0.000 1.000 1,0.000-1.000 0,0.000 1.000 0,1.000 1.000 0,4.000 3.000 0,3.000 3.000 0,3.000 4.000 0,1.000-3.000 0,1.000-5.000-1,-1.000-7.000 1,1.000-5.000-1,-1.000-4.000 1,1.000 0.000-1,-1.000 0.000 0,1.000 0.000 1,1.000 0.000-1,3.000 0.000 1,3.000 0.000 0,4.000 0.000 0,1.000 0.000 0,0.000 0.000 0,0.000 0.000 0,0.000 0.000 0,1.000 0.000-1,4.000 0.000 1,3.000 0.000-1,3.000 0.000 0,1.000 1.000 1,1.000 4.000-1,-1.000 3.000 0,1.000 3.000 1,-1.000 1.000-1,1.000 1.000 0,-1.000-1.000 1,1.000 1.000-1,-1.000 1.000 0,1.000 3.000 1,-1.000 3.000-2,1.000 4.000 1,-1.000 1.000 0,1.000 0.000 0,-1.000 0.000 0,1.000 0.000 0,-1.000-2.000 1,1.000-3.000-1,-1.000-3.000 1,1.000-2.000 1,-1.000-1.000-1,1.000 3.000 0,-1.000 3.000 0,1.000 4.000-1,1.000 1.000 1,3.000 0.000-1,3.000 0.000 1,4.000 0.000-1,1.000-2.000 1,0.000-3.000-1,0.000-3.000 1,0.000-2.000-1,0.000-5.000 0,0.000-2.000 0,0.000-3.000-1,0.000-3.000 0,1.000-4.000 0,4.000-3.000-1,3.000-3.000 0,3.000-2.000 0,3.000-5.000 0,3.000-2.000 0,3.000-3.000 1,4.000-3.000 0,1.000-4.000 0,0.000-3.000 1,0.000-3.000-1,0.000-2.000 1,1.000-3.000 0,4.000 1.000-1,3.000-1.000-1,3.000 1.000 0,3.000-3.000 0,3.000-2.000 1,3.000-3.000 0,4.000-3.000 0,-1.000-2.000 1,-3.000 0.000 0,-3.000 0.000-1,-2.000 0.000 0,0.000-2.000 1,7.000-3.000-1,6.000-3.000 0,7.000-2.000 0,0.000-5.000 1,-2.000-2.000-1,-3.000-3.000 0,-3.000-3.000 0,1.000-2.000 1,6.000 0.000-1,7.000 0.000 1,6.000 0.000 0,4.000 1.000 0,4.000 4.000 1,3.000 3.000-1,3.000 3.000 1,-1.000 1.000 0,-2.000 1.000 0,-3.000-1.000 0,-3.000 1.000 0,-1.000-1.000 0,4.000 1.000 1,3.000-1.000-1,3.000 1.000 1,1.000-1.000 0,1.000 1.000-1,-1.000-1.000 1,1.000 1.000-2,-1.000-3.000 1,1.000-2.000 0,-1.000-3.000 0,1.000-3.000 0,1.000-4.000 0,3.000-3.000 0,3.000-3.000 0,4.000-2.000 0,1.000-5.000-1,0.000-2.000 0,0.000-3.000 0,0.000-3.000-1,0.000-4.000 0,0.000-3.000-1,0.000-3.000 1,0.000-2.000 0,1.000-3.000 0,4.000 1.000 0,3.000-1.000 1,3.000 1.000-1,1.000-3.000 1,1.000-2.000-1,-1.000-3.000-1,1.000-3.000 0,-1.000-2.000 0,1.000 0.000 0,-1.000 0.000 1,1.000 0.000-1,-3.000 0.000 2,-2.000 0.000 0,-3.000 0.000 0,-3.000 0.000 0,-1.000 0.000 1,4.000 0.000-1,3.000 0.000 1,3.000 0.000-1,1.000 0.000-1,1.000 0.000 1,-1.000 0.000-1,1.000 0.000 0,-1.000 3.000 1,1.000 6.000-1,-1.000 7.000 0,1.000 6.000 1,-1.000 3.000-1,1.000 0.000 0,-1.000 0.000-1,1.000 0.000 0,-3.000-2.000-1,-2.000-3.000 2,-3.000-3.000-1,-3.000-2.000 1,-1.000-5.000 1,4.000-2.000 1,3.000-3.000 1,3.000-3.000 1,-1.000-2.000 0,-2.000 0.000-1,-3.000 0.000-2,-3.000 0.000-1,-2.000-2.000-1,0.000-3.000 1,0.000-3.000 0,0.000-2.000 0,3.000-5.000 0,6.000-2.000 0,7.000-3.000 0,6.000-3.000 0,3.000-2.000 0,0.000 0.000 0,0.000 0.000 0,0.000 0.000 1,-4.000 0.000-1,-5.000 0.000 2,-7.000 0.000 1,-5.000 0.000 1,-4.000-2.000 0,0.000-3.000-1,0.000-3.000 0,0.000-2.000-1,1.000-3.000-1,4.000 1.000 0,3.000-1.000-1,3.000 1.000 1,-1.000 1.000 0,-2.000 3.000-1,-3.000 3.000 1,-3.000 4.000 0,-2.000 1.000 0,0.000 0.000 0,0.000 0.000 0,0.000 0.000 0,-2.000 1.000 0,-3.000 4.000 0,-3.000 3.000 0,-2.000 3.000 0,-1.000-1.000-1,3.000-2.000 1,3.000-3.000 0,4.000-3.000 0,-1.000-2.000 0,-3.000 0.000-1,-3.000 0.000 0,-2.000 0.000-1,-3.000-2.000-1,1.000-3.000 1,-1.000-3.000 1,1.000-2.000 0,-3.000-3.000 0,-2.000 1.000-2,-3.000-1.000 0,-3.000 1.000-2,-4.000-1.000 0,-3.000 1.000 1,-3.000-1.000 0,-2.000 1.000 1,-1.000-1.000 1,3.000 1.000-1,3.000-1.000 1,4.000 1.000 1,-1.000-1.000-1,-3.000 1.000 1,-3.000-1.000-1,-2.000 1.000 1,-1.000-1.000 0,3.000 1.000 1,3.000-1.000 2,4.000 1.000 1,-3.000-1.000 0,-5.000 1.000-1,-7.000-1.000 0,-5.000 1.000-1,-6.000-1.000-1,-3.000 1.000 0,-3.000-1.000 0,-2.000 1.000-1,-3.000-3.000 1,1.000-2.000-1,-1.000-3.000 1,1.000-3.000 0,-1.000-1.000 0,1.000 4.000-1,-1.000 3.000 1,1.000 3.000 0,-3.000-1.000-1,-2.000-2.000 1,-3.000-3.000 0,-3.000-3.000-1,-1.000-2.000 1,4.000 0.000 0,3.000 0.000 0,3.000 0.000 0,1.000-2.000 0,1.000-3.000 0,-1.000-3.000-1,1.000-2.000 0,-3.000-3.000-1,-2.000 1.000 1,-3.000-1.000 0,-3.000 1.000 1,-1.000-1.000-1,4.000 1.000 0,3.000-1.000 0,3.000 1.000-1,-1.000-3.000 0,-2.000-2.000 1,-3.000-3.000-1,-3.000-3.000 1,-2.000-2.000-1,0.000 0.000 1,0.000 0.000 0,0.000 0.000 0,-2.000-2.000 1,-3.000-3.000-1,-3.000-3.000 0,-2.000-2.000 0,-5.000-3.000 0,-2.000 1.000 0,-3.000-1.000 0,-3.000 1.000 0,-2.000-4.000 0,0.000-6.000 0,0.000-6.000-1,0.000-6.000 0,0.000-6.000-1,0.000-2.000 1,0.000-3.000 1,0.000-3.000-1,0.000-1.000 1,0.000 4.000-1,0.000 3.000 1,0.000 3.000-1,0.000-1.000 0,0.000-2.000 1,0.000-3.000 0,0.000-3.000 0,1.000-4.000 0,4.000-3.000 0,3.000-3.000 0,3.000-2.000 0,1.000 2.000 0,1.000 9.000 1,-1.000 10.000 1,1.000 10.000 1,-1.000 2.000 0,1.000-3.000-1,-1.000-3.000 0,1.000-2.000-1,-1.000-3.000 0,1.000 1.000 0,-1.000-1.000 0,1.000 1.000-1,-3.000 1.000 1,-2.000 3.000-1,-3.000 3.000 1,-3.000 4.000 0,-2.000-1.000-1,0.000-3.000 1,0.000-3.000-1,0.000-2.000 0,-2.000-5.000 0,-3.000-2.000 0,-3.000-3.000 1,-2.000-3.000-1,-5.000-2.000 1,-2.000 0.000-2,-3.000 0.000 0,-3.000 0.000-1,-2.000-5.000 0,0.000-9.000-1,0.000-10.000 0,0.000-8.000 0,-2.000-9.000-1,-3.000-6.000 0,-3.000-6.000 0,-2.000-6.000 0,-3.000-2.000-1,1.000 3.000 1,-1.000 3.000 0,1.000 4.000 0,1.000 2.000 0,3.000 4.000 1,3.000 3.000 0,4.000 3.000 0,1.000-1.000 1,0.000-2.000 1,0.000-3.000 1,0.000-3.000 0,-2.000 2.000 0,-3.000 10.000 0,-3.000 10.000-1,-2.000 9.000 0,-1.000 6.000 0,3.000 3.000 0,3.000 3.000 1,4.000 4.000-1,-3.000 2.000 1,-5.000 4.000 0,-7.000 3.000-1,-5.000 3.000 0,-4.000 4.000 0,0.000 7.000 1,0.000 6.000 1,0.000 7.000 1,-2.000 0.000 0,-3.000-2.000 0,-3.000-3.000-1,-2.000-3.000 1,-5.000-2.000-1,-2.000 0.000 0,-3.000 0.000 0,-3.000 0.000-1,-2.000 1.000 0,0.000 4.000-1,0.000 3.000-1,0.000 3.000-1,-4.000-1.000-1,-5.000-2.000 2,-7.000-3.000 0,-5.000-3.000 0,-8.000-7.000 1,-5.000-9.000-1,-7.000-10.000 0,-5.000-8.000-1,-4.000-6.000 0,0.000 1.000 0,0.000-1.000 1,0.000 1.000 0,0.000 1.000 1,0.000 3.000-1,0.000 3.000 0,0.000 4.000 0,0.000 1.000-1,0.000 0.000 1,0.000 0.000 0,0.000 0.000 0,1.000 4.000 0,4.000 10.000 0,3.000 10.000 1,3.000 9.000 0,1.000 7.000 0,1.000 7.000 1,-1.000 6.000 0,1.000 7.000 2,-1.000 5.000 0,1.000 7.000 0,-1.000 6.000 0,1.000 7.000 0,-4.000 2.000 1,-6.000 1.000-1,-6.000-1.000 0,-6.000 1.000 1,-4.000 2.000-1,1.000 7.000 0,-1.000 6.000 1,1.000 7.000 0,-4.000 0.000 0,-6.000-2.000-2,-6.000-3.000 0,-6.000-3.000-1,-2.000-1.000 0,3.000 4.000 0,3.000 3.000 0,4.000 3.000 1,-1.000-2.000-2,-3.000-6.000-1,-3.000-6.000-2,-2.000-6.000-1,-5.000-4.000-1,-2.000 1.000 1,-3.000-1.000 2,-3.000 1.000 1,-4.000-1.000 0,-3.000 1.000 0,-3.000-1.000 0,-2.000 1.000-2,-1.000-3.000 1,3.000-2.000-1,3.000-3.000 1,4.000-3.000-1,-3.000-2.000 1,-5.000 0.000 0,-7.000 0.000 0,-5.000 0.000 0,-3.000 1.000 1,4.000 4.000 0,3.000 3.000 1,3.000 3.000 0,1.000 3.000 0,1.000 3.000-1,-1.000 3.000 1,1.000 4.000-1,-1.000 2.000 1,1.000 4.000 0,-1.000 3.000 2,1.000 3.000 1,-1.000 3.000-1,1.000 3.000 0,-1.000 3.000 0,1.000 4.000-1,1.000 1.000 0,3.000 0.000 1,3.000 0.000 2,4.000 0.000 1,-1.000 1.000 0,-3.000 4.000 0,-3.000 3.000-2,-2.000 3.000-1,-3.000 3.000 1,1.000 3.000-1,-1.000 3.000 1,1.000 4.000 0,1.000-3.000 1,3.000-5.000-1,3.000-7.000 0,4.000-5.000 0,2.000-4.000 0,4.000 0.000 0,3.000 0.000-1,3.000 0.000 1,1.000-4.000-1,1.000-5.000 1,-1.000-7.000 0,1.000-5.000 1,-1.000-8.000-1,1.000-5.000 0,-1.000-7.000 0,1.000-5.000 0,-1.000-3.000-1,1.000 4.000 0,-1.000 3.000-1,1.000 3.000 0,1.000 1.000 0,3.000 1.000 0,3.000-1.000 0,4.000 1.000 0,-1.000 2.000 1,-3.000 7.000-2,-3.000 6.000-1,-2.000 7.000-1,-3.000 2.000 0,1.000 1.000 1,-1.000-1.000 1,1.000 1.000 0,-3.000 2.000 0,-2.000 7.000-2,-3.000 6.000-1,-3.000 7.000-3,1.000 5.000 1,6.000 7.000 0,7.000 6.000 0,6.000 7.000 1,-1.000 4.000 1,-5.000 3.000-1,-7.000 3.000 0,-5.000 4.000-1,-1.000-1.000 0,6.000-3.000 1,7.000-3.000 1,6.000-2.000 0,4.000-8.000-1,4.000-8.000-5,3.000-10.000-4,3.000-9.000-5,7.000-7.000-5,14.000-3.000-8,11.000-3.000-7,14.000-2.000-7</inkml:trace>
</inkml:ink>
</file>

<file path=ppt/ink/ink11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5:14"/>
    </inkml:context>
    <inkml:brush xml:id="br0">
      <inkml:brushProperty name="width" value="0.0292441342025995" units="cm"/>
      <inkml:brushProperty name="height" value="0.0292441342025995" units="cm"/>
      <inkml:brushProperty name="color" value="#000000"/>
      <inkml:brushProperty name="ignorePressure" value="0"/>
    </inkml:brush>
  </inkml:definitions>
  <inkml:trace contextRef="#ctx0" brushRef="#br0">74138.000 20451.000 501,'-9.000'-20.000'4,"7.000"4.000"7,4.000 5.000 9,7.000 3.000 6,2.000 3.000 3,-1.000-1.000-3,1.000 1.000-5,0.000-1.000-3,1.000 2.000-3,1.000 0.000-1,1.000 2.000-2,2.000 1.000-1,0.000 1.000-3,0.000 0.000-2,0.000 0.000-3,1.000 0.000-3,0.000 0.000-1,1.000-2.000 1,2.000-2.000 1,1.000 0.000 0,0.000-2.000-2,-1.000 1.000-3,-2.000-1.000-5,-1.000 1.000-3,-1.000 0.000 0,1.000 2.000 1,-1.000 1.000 2,0.000 1.000 2,1.000 0.000-1,-1.000-1.000-2,0.000-1.000-4,1.000-2.000-2,-2.000 0.000-3,0.000 2.000-2,-3.000 1.000-1,0.000 1.000-1,-3.000 2.000 0,-4.000 1.000 0,-5.000 1.000 1,-3.000 2.000 2,-3.000 1.000 2,1.000 2.000 5,0.000 1.000 5,-1.000 1.000 4,-1.000 0.000 2,-2.000-1.000 0,-3.000-2.000-1,-3.000-1.000 1,-1.000 0.000 0,2.000-1.000 2,1.000 1.000 1,1.000-1.000 2,1.000 1.000 1,-2.000 2.000 2,-2.000 1.000 0,0.000 1.000 1,-1.000 0.000 1,2.000-1.000-1,1.000-2.000 0,1.000-1.000 0,2.000 0.000 1,-1.000-1.000 0,0.000 1.000 0,0.000-1.000 2,-1.000 1.000 0,-1.000-1.000 2,-1.000 0.000 2,-1.000 1.000 2,0.000-1.000 0,2.000 1.000-2,4.000-1.000-2,2.000 1.000-1,2.000-1.000-1,-1.000 1.000 1,1.000-1.000 1,-1.000 0.000 1,1.000 2.000 0,2.000 0.000-1,1.000 2.000-1,1.000 1.000-1,1.000 2.000 0,-2.000 1.000 0,-2.000 1.000 0,0.000 1.000-1,-2.000 2.000 0,1.000 2.000 0,-1.000 1.000-1,1.000 1.000-1,-1.000 2.000 0,1.000 5.000 0,-1.000 4.000 0,1.000 4.000 0,0.000 3.000-1,-1.000 1.000 1,1.000 2.000 0,-1.000 0.000 0,0.000 3.000-1,-1.000 3.000 1,-2.000 2.000 0,-1.000 3.000 0,-1.000 1.000 0,0.000-2.000 0,0.000-1.000 0,0.000-1.000 0,1.000-1.000 1,1.000 0.000-1,1.000 0.000-1,2.000 0.000 1,1.000-2.000-1,0.000-2.000 2,-1.000-3.000-1,1.000-2.000 1,0.000-4.000 1,2.000-4.000-2,0.000-4.000 1,3.000-5.000-1,0.000-1.000-1,0.000-3.000 0,0.000 0.000 1,0.000-2.000-1,3.000-2.000 0,7.000-3.000-1,7.000-3.000 1,7.000-2.000 0,4.000-1.000-1,1.000-1.000-2,2.000 0.000-3,1.000 1.000-1,-2.000-1.000-1,-3.000-2.000 0,-5.000-1.000-1,-3.000-1.000 1,-3.000-1.000 0,0.000 0.000 0,1.000 0.000 2,-1.000 0.000 0,0.000-1.000 0,1.000-1.000-2,-1.000-1.000-1,0.000-2.000-1,0.000-1.000-1,-2.000-2.000 0,-1.000-1.000 1,-1.000-1.000-1,-1.000 0.000 0,-1.000 1.000-3,1.000 2.000-2,0.000 1.000-2,0.000-1.000 0,0.000 0.000 1,0.000-2.000 2,0.000-1.000 0,-1.000-2.000-3,-1.000-1.000-8,-2.000-1.000-8,-1.000-1.000-9,-1.000-1.000-1,-2.000 2.000 4,0.000 1.000 5,-3.000 1.000 5,0.000 1.000 2,0.000-2.000 0,0.000-2.000 0,0.000 0.000-1,-1.000-1.000 2,-3.000 2.000 0,-3.000 1.000 3,-2.000 1.000 0,-2.000 2.000 2,2.000 1.000 2,2.000 2.000 1,1.000 1.000 1,0.000 0.000 2,1.000 1.000 1,0.000-1.000 0,-1.000 1.000 2,0.000-1.000 0,-2.000-2.000 2,0.000 0.000 1,-3.000-3.000 2</inkml:trace>
</inkml:ink>
</file>

<file path=ppt/ink/ink11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5:14"/>
    </inkml:context>
    <inkml:brush xml:id="br0">
      <inkml:brushProperty name="width" value="0.0230103582143784" units="cm"/>
      <inkml:brushProperty name="height" value="0.0230103582143784" units="cm"/>
      <inkml:brushProperty name="color" value="#000000"/>
      <inkml:brushProperty name="ignorePressure" value="0"/>
    </inkml:brush>
  </inkml:definitions>
  <inkml:trace contextRef="#ctx0" brushRef="#br0">74094.000 21364.000 637,'1.000'-19.000'10,"4.000"6.000"21,1.000 4.000 21,4.000 7.000 20,1.000 2.000 1,2.000 0.000-19,2.000 0.000-19,0.000 0.000-19,2.000-1.000-10,2.000-1.000 0,0.000-1.000-2,2.000-2.000-1,1.000 0.000-5,0.000 2.000-11,0.000 1.000-12,-1.000 1.000-10,0.000 0.000-3,-1.000-1.000 8,-1.000-1.000 6,-2.000-2.000 7,-1.000 0.000-2,0.000-1.000-13,0.000 1.000-11,1.000-1.000-12</inkml:trace>
</inkml:ink>
</file>

<file path=ppt/ink/ink11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5:14"/>
    </inkml:context>
    <inkml:brush xml:id="br0">
      <inkml:brushProperty name="width" value="0.0250981766730547" units="cm"/>
      <inkml:brushProperty name="height" value="0.0250981766730547" units="cm"/>
      <inkml:brushProperty name="color" value="#000000"/>
      <inkml:brushProperty name="ignorePressure" value="0"/>
    </inkml:brush>
  </inkml:definitions>
  <inkml:trace contextRef="#ctx0" brushRef="#br0">75160.000 20973.000 584,'-18.000'-11.000'58,"6.000"3.000"6,7.000 0.000 6,8.000 2.000 4,3.000 1.000-6,4.000 2.000-21,2.000 1.000-20,3.000 1.000-19,1.000 0.000-11,1.000-1.000 1,-1.000-1.000 0,0.000-2.000 1,1.000 0.000-3,-1.000-1.000-3,0.000 1.000-5,1.000 0.000-5,-2.000 0.000 0,0.000 1.000 4,-3.000 2.000 2,0.000 2.000 4,-1.000-1.000-9,0.000-1.000-21,0.000-1.000-21,0.000-2.000-22</inkml:trace>
</inkml:ink>
</file>

<file path=ppt/ink/ink11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5:14"/>
    </inkml:context>
    <inkml:brush xml:id="br0">
      <inkml:brushProperty name="width" value="0.0297537259757519" units="cm"/>
      <inkml:brushProperty name="height" value="0.0297537259757519" units="cm"/>
      <inkml:brushProperty name="color" value="#000000"/>
      <inkml:brushProperty name="ignorePressure" value="0"/>
    </inkml:brush>
  </inkml:definitions>
  <inkml:trace contextRef="#ctx0" brushRef="#br0">75204.000 21343.000 492,'-21.000'0.000'0,"4.000"2.000"0,2.000 2.000 0,2.000 0.000 0,3.000 2.000 6,1.000-1.000 10,2.000 1.000 12,1.000-1.000 10,3.000 0.000 10,6.000-2.000 6,5.000-1.000 7,6.000-1.000 7,3.000-1.000-5,1.000 0.000-15,2.000 0.000-15,1.000 0.000-15,0.000-1.000-9,1.000-3.000-2,0.000-3.000-1,0.000-3.000-2,0.000-1.000-3,2.000 1.000-8,1.000-1.000-6,2.000 0.000-6,0.000 1.000-2,0.000 1.000 5,0.000 1.000 4,0.000 2.000 3,1.000 0.000-1,-1.000-1.000-10,0.000-2.000-8,0.000-1.000-9,0.000 0.000-2,-2.000 3.000 4,-1.000 3.000 3,-2.000 3.000 5,-1.000 0.000-1,-4.000-1.000-7,-2.000-1.000-6,-3.000-2.000-6</inkml:trace>
</inkml:ink>
</file>

<file path=ppt/ink/ink11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5:15"/>
    </inkml:context>
    <inkml:brush xml:id="br0">
      <inkml:brushProperty name="width" value="0.0226696096360683" units="cm"/>
      <inkml:brushProperty name="height" value="0.0226696096360683" units="cm"/>
      <inkml:brushProperty name="color" value="#000000"/>
      <inkml:brushProperty name="ignorePressure" value="0"/>
    </inkml:brush>
  </inkml:definitions>
  <inkml:trace contextRef="#ctx0" brushRef="#br0">77532.000 18775.000 646,'-39.000'2.000'4,"10.000"2.000"5,9.000 3.000 7,10.000 2.000 6,5.000 2.000 1,2.000 0.000-3,1.000 0.000-4,1.000 0.000-5,1.000 0.000-1,0.000 2.000-2,0.000 1.000-1,0.000 2.000-1,0.000 1.000-1,0.000 1.000 1,0.000 2.000 0,0.000 1.000 1,0.000 2.000-1,0.000 3.000-2,0.000 3.000-1,0.000 2.000-3,1.000 2.000 1,0.000 2.000-1,3.000 1.000 2,1.000 1.000 0,-1.000 2.000 0,0.000 1.000-2,-2.000 2.000-2,-1.000 0.000 0,-1.000 3.000-1,0.000 0.000 2,0.000 2.000 2,0.000 1.000 1,0.000 1.000 2,0.000 0.000-1,0.000 0.000-1,0.000 0.000 0,0.000-1.000 0,0.000-3.000 0,0.000-3.000 1,0.000-3.000-1,1.000-1.000 2,3.000-2.000 0,3.000-2.000 2,2.000 0.000 1,2.000-4.000 0,0.000-6.000 0,0.000-5.000 0,0.000-5.000-1,0.000-4.000 1,2.000-1.000-1,2.000-2.000 1,0.000-1.000-1,3.000-2.000 1,2.000-2.000-2,3.000-4.000-2,3.000-2.000 0,2.000-2.000-1,-1.000-4.000 1,0.000-2.000 0,0.000-3.000 1,0.000-3.000 0,0.000-2.000 0,1.000-3.000 0,-1.000-3.000 0,0.000-2.000 0,0.000-1.000 0,0.000-2.000 1,1.000-1.000-1,-1.000-1.000 0,0.000 1.000-3,0.000-1.000-2,0.000 1.000-2,-1.000-1.000-2,-3.000 0.000 2,-2.000 1.000 0,-4.000-1.000 0,0.000 0.000 1,-1.000 1.000 0,0.000-1.000 0,1.000 1.000-1,-2.000-1.000 0,0.000 0.000 0,-2.000 1.000 1,-2.000-1.000-1,-1.000 1.000 1,-4.000 1.000 0,-1.000 2.000 0,-4.000 1.000 0,-1.000 1.000 0,0.000 0.000-1,0.000 0.000-1,0.000 0.000-1,-1.000 0.000-1,-1.000 2.000 0,-1.000 1.000 0,-2.000 2.000 0,-1.000-1.000-3,-2.000-1.000-2,0.000-1.000-3,-3.000-1.000-2,1.000 0.000-2,1.000 3.000 2,2.000 2.000 2,1.000 4.000 1,0.000 1.000-1,1.000 2.000-3,-1.000 1.000-2,1.000 1.000-4,1.000 2.000-2,2.000 1.000-5,4.000 2.000-3,2.000 1.000-4,2.000 2.000 2,2.000 2.000 8,0.000 4.000 8,3.000 2.000 7</inkml:trace>
</inkml:ink>
</file>

<file path=ppt/ink/ink11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5:15"/>
    </inkml:context>
    <inkml:brush xml:id="br0">
      <inkml:brushProperty name="width" value="0.0252070091664791" units="cm"/>
      <inkml:brushProperty name="height" value="0.0252070091664791" units="cm"/>
      <inkml:brushProperty name="color" value="#000000"/>
      <inkml:brushProperty name="ignorePressure" value="0"/>
    </inkml:brush>
  </inkml:definitions>
  <inkml:trace contextRef="#ctx0" brushRef="#br0">78815.000 19646.000 581,'10.000'38.000'-38,"-3.000"-8.000"7,-3.000-11.000 8,-3.000-9.000 8,-1.000-4.000 10,0.000-1.000 13,0.000 1.000 13,0.000-1.000 12,-1.000 0.000 11,-3.000-2.000 9,-3.000-1.000 9,-3.000-1.000 8,-1.000-2.000-2,-2.000-1.000-15,-2.000-1.000-15,0.000-2.000-15,-1.000 0.000-8,2.000-1.000-4,1.000 1.000-2,1.000-1.000-4,2.000 1.000-2,-1.000 0.000 1,0.000-1.000 0,0.000 1.000 0,-1.000 0.000-1,-3.000 2.000-6,-3.000 0.000-3,-2.000 3.000-5,-1.000 0.000-3,1.000 0.000-3,2.000 0.000-1,0.000 0.000-3,3.000 0.000 0,1.000 0.000 4,1.000 0.000 2,1.000 0.000 2,1.000 1.000 2,0.000 3.000-1,0.000 3.000-1,1.000 3.000-1,-1.000 1.000 0,3.000 2.000 2,0.000 1.000 1,2.000 2.000 1,1.000 0.000 2,-1.000 1.000 0,1.000-1.000 1,-1.000 0.000 1,1.000 1.000 0,2.000 2.000 1,1.000 0.000 2,1.000 2.000 0,2.000 1.000 0,1.000 0.000-1,1.000 0.000 1,2.000-1.000-2,2.000 0.000 2,3.000-1.000 1,2.000-1.000 3,3.000-2.000 1,1.000-1.000 1,0.000 0.000-1,1.000 0.000 0,-1.000 1.000 0,0.000-3.000-1,1.000-4.000 0,-1.000-4.000 0,0.000-4.000-1,1.000-2.000 1,2.000 0.000-1,0.000 0.000 0,2.000 0.000 0,1.000-1.000-1,0.000-3.000 0,0.000-3.000 0,-1.000-2.000-1,1.000-4.000 0,-3.000-2.000-1,0.000-2.000 0,-2.000-4.000 0,-1.000-2.000 0,0.000-3.000 0,1.000-2.000 1,-1.000-3.000-1,0.000-2.000 1,0.000 0.000-1,1.000 1.000-1,-1.000-1.000 0,-1.000 0.000-1,-3.000 1.000 1,-2.000-1.000 0,-3.000 1.000 1,-1.000 0.000-1,1.000 1.000-2,2.000 2.000-1,1.000 1.000-1,0.000 0.000-1,-1.000-1.000 1,-1.000-2.000 1,-2.000-1.000 1,-1.000 1.000 0,-2.000 2.000-2,-1.000 4.000-2,-1.000 1.000-2,-1.000 2.000-1,0.000-2.000 0,0.000-1.000 0,0.000-1.000-1,0.000 0.000 2,0.000 3.000 1,0.000 2.000 2,0.000 4.000 2,-1.000 0.000 2,-1.000 1.000 1,-1.000 0.000 1,-2.000-1.000 1,0.000 2.000 1,2.000 0.000 0,1.000 2.000 0,1.000 2.000 1,0.000 1.000 0,-1.000 1.000 0,-1.000 1.000 0,-2.000 2.000-1,0.000 1.000 1,-1.000 2.000 0,1.000 1.000 0,-1.000 1.000 0,2.000 2.000 0,0.000 1.000 0,2.000 1.000 0,1.000 2.000 0,1.000 1.000 2,0.000 2.000 4,0.000 1.000 3,0.000 1.000 4,0.000 1.000 1,0.000 2.000 1,0.000 2.000 1,0.000 0.000-1,0.000 2.000 0,-2.000-1.000-1,-2.000 0.000 0,0.000 1.000 0,-1.000 0.000-2,2.000 1.000 1,0.000 2.000-1,3.000 1.000 0,0.000 0.000 0,0.000 1.000 0,0.000 0.000-1,0.000 0.000 0,0.000 0.000-1,0.000 2.000-2,0.000 1.000-3,0.000 2.000-2,-1.000 0.000 0,-1.000 0.000 0,-1.000 0.000 1,-2.000 0.000 1,0.000 1.000 0,2.000-1.000-2,1.000 0.000-3,1.000 0.000-1,1.000 1.000-1,0.000 1.000 0,0.000 2.000 1,0.000 1.000 1,0.000-1.000 0,0.000-2.000-1,0.000-4.000 0,0.000-1.000-2,0.000-3.000 0,0.000 1.000-2,0.000 0.000-1,0.000 0.000-2,0.000-1.000-1,0.000-2.000 0,0.000 0.000 0,0.000-2.000 0,1.000-2.000-2,1.000-3.000-5,1.000-3.000-3,2.000-2.000-5,1.000-2.000-1,2.000-2.000 2,0.000-1.000 1,2.000-1.000 1,1.000-2.000 3,-2.000-1.000 4,-2.000-1.000 3,-1.000-2.000 5</inkml:trace>
</inkml:ink>
</file>

<file path=ppt/ink/ink11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5:16"/>
    </inkml:context>
    <inkml:brush xml:id="br0">
      <inkml:brushProperty name="width" value="0.0179475620388985" units="cm"/>
      <inkml:brushProperty name="height" value="0.0179475620388985" units="cm"/>
      <inkml:brushProperty name="color" value="#000000"/>
      <inkml:brushProperty name="ignorePressure" value="0"/>
    </inkml:brush>
  </inkml:definitions>
  <inkml:trace contextRef="#ctx0" brushRef="#br0">79272.000 19667.000 817,'-20.000'10.000'-1,"5.000"-1.000"-2,3.000-1.000-1,5.000-2.000-3,1.000-1.000 2,1.000 1.000 3,-1.000-1.000 3,1.000 1.000 3,0.000 0.000 3,2.000 1.000 0,1.000 2.000 2,1.000 1.000 0,1.000 1.000 1,0.000 0.000-1,0.000 0.000-1,0.000 0.000-1,0.000 0.000 0,0.000 0.000-1,0.000-1.000 1,0.000 1.000-1,0.000 0.000 0,0.000 0.000-1,0.000 0.000 1,0.000 0.000-1,1.000 0.000 1,1.000 2.000-1,1.000 2.000 1,2.000 0.000-1,1.000 1.000 1,2.000-2.000-2,0.000-1.000 1,3.000-1.000-2,-1.000-1.000 1,1.000 2.000 0,0.000 1.000 0,0.000 2.000 0,0.000-1.000 0,0.000-3.000 1,0.000-2.000 0,0.000-3.000 0,-1.000-2.000 0,1.000 0.000-2,0.000 1.000-1,0.000-1.000-1,0.000 0.000-2,0.000-2.000 1,0.000-1.000 0,0.000-1.000-1,0.000-2.000 0,-1.000-3.000-2,1.000-3.000-1,0.000-3.000-1,-1.000-1.000-2,-1.000-2.000-2,-1.000-1.000-1,-2.000-2.000-2,-1.000-1.000-1,1.000-1.000 3,-1.000-2.000 0,1.000-1.000 2,-2.000-1.000 0,0.000 0.000-2,-2.000 1.000 0,-2.000-1.000-2,1.000 0.000 0,1.000 0.000 2,1.000 1.000 1,2.000-1.000 2,0.000 0.000 1,-2.000 0.000 1,0.000 1.000-1,-3.000-1.000 1,0.000 1.000 1,0.000 4.000 1,0.000 2.000 0,0.000 3.000 2,0.000 0.000-1,-3.000-1.000-1,0.000-1.000 0,-2.000-2.000-1,0.000 1.000 1,-1.000 3.000 2,1.000 2.000 3,0.000 4.000 2,-2.000 0.000 0,0.000 1.000-1,-2.000-1.000-2,-1.000 1.000-1,-1.000 0.000 0,0.000 2.000 2,0.000 1.000 3,0.000 1.000 2,1.000 2.000 0,-1.000 1.000 0,0.000 1.000 0,0.000 2.000-1,0.000 1.000-1,0.000 1.000 0,0.000 2.000-1,0.000 2.000 0,0.000-1.000 0,1.000 1.000-1,-1.000 0.000 0,0.000 0.000 0,1.000 0.000-2,1.000 0.000 0,1.000 0.000-1,2.000 0.000-2,2.000 0.000-2,0.000 2.000-2,2.000 1.000-3,1.000 2.000-3,3.000-1.000-4,2.000-3.000-7,3.000-2.000-5,2.000-4.000-7</inkml:trace>
</inkml:ink>
</file>

<file path=ppt/ink/ink11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5:16"/>
    </inkml:context>
    <inkml:brush xml:id="br0">
      <inkml:brushProperty name="width" value="0.0243786126375198" units="cm"/>
      <inkml:brushProperty name="height" value="0.0243786126375198" units="cm"/>
      <inkml:brushProperty name="color" value="#000000"/>
      <inkml:brushProperty name="ignorePressure" value="0"/>
    </inkml:brush>
  </inkml:definitions>
  <inkml:trace contextRef="#ctx0" brushRef="#br0">80142.000 19515.000 601,'-20.000'0.000'3,"2.000"0.000"4,3.000 0.000 5,3.000 0.000 5,5.000 0.000 8,6.000 0.000 10,7.000 0.000 11,7.000 0.000 10,3.000-1.000 1,1.000-1.000-12,-1.000-1.000-11,0.000-2.000-10,1.000 0.000-8,2.000 2.000-5,0.000 1.000-3,2.000 1.000-5,0.000 1.000-4,-1.000-2.000 0,-1.000-2.000-2,-2.000-1.000-2,-1.000 0.000 0,0.000-1.000 1,0.000 1.000 0,1.000 0.000 0,-1.000-1.000-2,0.000 1.000-5,1.000-1.000-7,-1.000 1.000-5,0.000 0.000-1,-2.000 2.000 3,-1.000 1.000 3,-2.000 1.000 4,0.000 1.000-1,0.000 0.000-4,0.000 0.000-4,0.000 0.000-4,-1.000 1.000-5,-1.000 1.000-4,-2.000 1.000-5,0.000 2.000-5</inkml:trace>
</inkml:ink>
</file>

<file path=ppt/ink/ink11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5:17"/>
    </inkml:context>
    <inkml:brush xml:id="br0">
      <inkml:brushProperty name="width" value="0.0218805111944675" units="cm"/>
      <inkml:brushProperty name="height" value="0.0218805111944675" units="cm"/>
      <inkml:brushProperty name="color" value="#000000"/>
      <inkml:brushProperty name="ignorePressure" value="0"/>
    </inkml:brush>
  </inkml:definitions>
  <inkml:trace contextRef="#ctx0" brushRef="#br0">80773.000 18993.000 670,'10.000'-20.000'1,"-1.000"4.000"4,-1.000 5.000 4,-2.000 3.000 2,0.000 4.000 2,2.000 0.000-1,0.000 2.000-1,3.000 2.000 0,0.000-1.000-1,2.000-1.000 2,1.000-2.000 0,2.000 0.000 2,1.000-1.000-1,1.000 2.000-2,2.000 0.000-2,1.000 3.000-2,0.000 0.000-2,-1.000 0.000-2,-2.000 0.000-1,-1.000 0.000-2,0.000 0.000 0,2.000 0.000-1,0.000 0.000 0,2.000 0.000-1,0.000-1.000 1,-1.000-1.000 1,-1.000-1.000 0,-2.000-2.000 2,-1.000 0.000-2,0.000 2.000-3,0.000 1.000-4,1.000 1.000-3,-2.000 0.000 0,0.000-1.000 1,-2.000-1.000 3,-2.000-2.000 1,-2.000 1.000-1,-4.000 3.000-3,-4.000 2.000-3,-5.000 3.000-3,-2.000 2.000 1,-1.000 2.000 5,-2.000 1.000 4,-2.000 1.000 5,1.000 1.000 2,1.000 2.000 0,2.000 2.000-1,1.000 0.000 0,0.000 2.000 0,-2.000-1.000 1,-1.000 0.000 1,-1.000 0.000 0,0.000 1.000 2,1.000 2.000-2,2.000 1.000 0,1.000 1.000 0,0.000 1.000 0,1.000 2.000-2,-1.000 1.000 1,1.000 2.000-2,-1.000 0.000 1,1.000 0.000 0,-1.000 0.000 0,1.000 0.000 1,0.000 1.000-1,2.000 1.000-1,1.000 2.000-3,1.000 1.000-2,0.000 0.000 0,-1.000-1.000 1,-1.000-2.000 1,-2.000-1.000 2,0.000 0.000-1,-1.000 1.000-1,1.000 1.000-2,0.000 2.000-1,-1.000 0.000 0,1.000-4.000 0,-1.000-2.000 2,1.000-3.000 1,-1.000-1.000 0,1.000 0.000-2,-1.000-1.000-1,1.000 1.000-2,-1.000-1.000-1,-2.000-1.000-1,0.000-2.000 1,-3.000-1.000-1,0.000-1.000 0,1.000-2.000 2,-1.000-1.000 1,0.000-1.000 2,0.000-2.000 0,0.000-1.000-1,0.000-2.000 1,0.000-1.000-1,1.000-1.000 1,-1.000-2.000-1,0.000-1.000 1,0.000-1.000-1,1.000-1.000 3,1.000 0.000 2,1.000 0.000 4,2.000 0.000 3,1.000-1.000 2,-1.000-1.000-2,1.000-1.000-1,-1.000-2.000-2,0.000 0.000 3,-1.000-1.000 6,-2.000 1.000 7,-1.000 0.000 6,2.000-1.000 6,5.000 1.000 6,6.000-1.000 7,5.000 1.000 7,3.000 0.000-2,0.000 2.000-10,0.000 1.000-8,-1.000 1.000-11,2.000 1.000-6,1.000 0.000-2,1.000 0.000-5,2.000 0.000-2,0.000 0.000-3,0.000 0.000-5,1.000 0.000-4,-1.000 0.000-4,1.000 1.000-1,1.000 1.000-1,2.000 1.000 0,1.000 2.000 0,1.000 0.000 0,0.000-2.000-3,-1.000-1.000-3,1.000-1.000-2,0.000-1.000 0,0.000 0.000 0,-1.000 0.000 0,1.000 0.000 0,1.000 0.000-1,0.000 0.000-5,3.000 0.000-4,0.000 0.000-5,-1.000 0.000 2,-4.000 0.000 4,-4.000 0.000 7,-4.000 0.000 4</inkml:trace>
</inkml:ink>
</file>

<file path=ppt/ink/ink11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5:17"/>
    </inkml:context>
    <inkml:brush xml:id="br0">
      <inkml:brushProperty name="width" value="0.0209020785987377" units="cm"/>
      <inkml:brushProperty name="height" value="0.0209020785987377" units="cm"/>
      <inkml:brushProperty name="color" value="#000000"/>
      <inkml:brushProperty name="ignorePressure" value="0"/>
    </inkml:brush>
  </inkml:definitions>
  <inkml:trace contextRef="#ctx0" brushRef="#br0">81992.000 19689.000 701,'-41.000'-1.000'4,"8.000"-1.000"9,7.000-1.000 7,6.000-2.000 9,4.000 0.000 2,2.000 2.000-3,1.000 1.000-4,2.000 1.000-3,-1.000 1.000-2,-1.000 0.000-2,-1.000 0.000-1,-2.000 0.000-2,1.000 0.000-1,0.000 0.000-3,2.000 0.000-3,2.000 0.000-3,0.000 0.000-1,0.000 0.000 2,0.000 0.000 0,0.000 0.000 2,0.000 1.000-1,1.000 1.000-4,-1.000 1.000-2,0.000 2.000-4,-1.000 2.000-1,-1.000 2.000 0,-1.000 4.000 0,-2.000 2.000 1,1.000 0.000 1,3.000 0.000 1,3.000-2.000 2,2.000-2.000 2,1.000 1.000-2,1.000 1.000-5,0.000 1.000-5,-1.000 1.000-5,1.000 2.000-1,2.000-1.000 1,1.000 0.000 1,1.000 1.000 2,1.000 0.000 0,0.000 1.000 1,0.000 2.000 0,0.000 1.000 1,0.000 0.000 0,0.000-1.000 2,0.000-2.000 2,0.000-1.000 0,1.000-1.000 2,1.000 1.000 1,1.000-1.000 0,2.000 0.000 1,1.000 0.000 2,2.000-2.000 1,1.000-1.000 2,1.000-1.000 1,1.000-1.000 1,2.000-1.000-2,2.000 1.000-1,0.000 0.000-1,1.000-1.000 0,1.000-3.000-1,-1.000-3.000 1,0.000-3.000-1,1.000-1.000 0,-1.000 0.000 0,0.000 0.000-2,1.000 0.000 0,-1.000-1.000-2,0.000-3.000-2,1.000-3.000-1,-1.000-3.000-2,0.000-2.000-2,1.000-3.000-2,-1.000-3.000-1,0.000-2.000-3,1.000-3.000 0,-1.000 0.000 1,0.000-2.000 0,1.000-2.000 0,-1.000-1.000 0,0.000-1.000 1,0.000-2.000-1,1.000-1.000 0,-2.000 0.000 0,0.000-1.000 3,-2.000 0.000 1,-2.000 1.000 3,-1.000-1.000 1,-1.000 1.000 1,-1.000-1.000 3,-2.000 0.000 1,-1.000 1.000 2,1.000-1.000 0,-1.000 0.000 0,1.000 1.000 0,-2.000 0.000 1,0.000 1.000 0,-2.000 2.000-1,-2.000 1.000 1,0.000 0.000 0,-2.000-1.000 0,-2.000-2.000 0,0.000-1.000 0,-3.000 2.000 0,0.000 3.000 0,-2.000 5.000 0,-1.000 4.000 0,-1.000 2.000 0,0.000 2.000 0,0.000 1.000 0,0.000 1.000 0,1.000 3.000 0,1.000 2.000 0,2.000 3.000 0,1.000 2.000 0,0.000 2.000 3,1.000 0.000 7,-1.000 0.000 6,1.000 0.000 7,0.000 2.000 3,2.000 5.000 2,1.000 3.000 1,1.000 4.000 2,1.000 2.000-1,0.000 1.000-3,0.000-1.000-5,0.000 0.000-2,0.000 1.000-4,0.000 2.000-1,0.000 0.000-1,0.000 2.000-1,0.000 2.000-2,0.000 1.000 0,0.000 1.000 0,0.000 1.000-1,0.000 2.000-1,0.000-1.000-1,0.000 0.000-1,0.000 0.000-2,0.000 1.000-1,0.000 1.000-1,0.000 2.000-1,0.000 1.000-1,0.000 0.000 0,0.000 1.000-1,0.000 0.000 0,0.000-1.000-1,0.000 2.000 0,0.000 0.000-3,0.000 2.000-2,0.000 2.000-2,0.000-1.000-1,0.000-1.000 1,0.000-1.000 0,0.000-2.000 0,0.000-1.000-1,0.000-1.000-3,0.000-2.000-3,0.000-1.000-4,2.000-2.000 0,2.000-1.000 2,2.000-1.000 2,4.000-1.000 1,1.000-4.000 0,0.000-3.000-4,0.000-4.000-5,-1.000-5.000-3,2.000-2.000-1,1.000-2.000 2,1.000-1.000 2,2.000-1.000 3</inkml:trace>
</inkml:ink>
</file>

<file path=ppt/ink/ink12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5:17"/>
    </inkml:context>
    <inkml:brush xml:id="br0">
      <inkml:brushProperty name="width" value="0.0175786055624485" units="cm"/>
      <inkml:brushProperty name="height" value="0.0175786055624485" units="cm"/>
      <inkml:brushProperty name="color" value="#000000"/>
      <inkml:brushProperty name="ignorePressure" value="0"/>
    </inkml:brush>
  </inkml:definitions>
  <inkml:trace contextRef="#ctx0" brushRef="#br0">82449.000 19102.000 834,'0.000'-30.000'-8,"2.000"8.000"5,2.000 6.000 5,0.000 7.000 5,1.000 7.000 4,-1.000 4.000-1,-2.000 7.000 1,-2.000 4.000 1,0.000 4.000 0,0.000 2.000 0,0.000 0.000 0,0.000 2.000 0,0.000 2.000 0,0.000 3.000-2,0.000 3.000-2,0.000 2.000-2,1.000 2.000 0,1.000-1.000-3,1.000 1.000-1,2.000 0.000-1,0.000 0.000-1,-2.000 2.000 1,-1.000 1.000 2,-1.000 1.000 1,-1.000 1.000 0,0.000 0.000 0,0.000 0.000-1,0.000 0.000 0,0.000 0.000 0,0.000 1.000-1,0.000-1.000-2,0.000 0.000 1,0.000-1.000-2,0.000-1.000 0,0.000-1.000-1,0.000-2.000 0,0.000-2.000-1,0.000-2.000 0,0.000-3.000 0,0.000-3.000-2,0.000-3.000-2,0.000-2.000-6,0.000-3.000-5,0.000-3.000-7,0.000-4.000 0,0.000-5.000 2,0.000-6.000 4,0.000-5.000 4,0.000-4.000 0,0.000-3.000-4,0.000-3.000-3,0.000-2.000-4,-1.000-3.000 1,-1.000 0.000 3,-1.000-2.000 3,-2.000-2.000 4,0.000 2.000 3,2.000 4.000 2,1.000 4.000 4,1.000 4.000 2,1.000 1.000 1,-2.000-1.000 1,-2.000-1.000 1,-1.000-2.000 0</inkml:trace>
</inkml:ink>
</file>

<file path=ppt/ink/ink12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5:18"/>
    </inkml:context>
    <inkml:brush xml:id="br0">
      <inkml:brushProperty name="width" value="0.0243104118853807" units="cm"/>
      <inkml:brushProperty name="height" value="0.0243104118853807" units="cm"/>
      <inkml:brushProperty name="color" value="#000000"/>
      <inkml:brushProperty name="ignorePressure" value="0"/>
    </inkml:brush>
  </inkml:definitions>
  <inkml:trace contextRef="#ctx0" brushRef="#br0">82579.000 18971.000 603,'21.000'-20.000'0,"-4.000"5.000"2,-2.000 3.000 0,-3.000 5.000 2,-1.000 2.000 1,0.000 2.000 3,0.000 0.000 1,0.000 3.000 2,0.000 0.000 1,0.000 3.000-1,-1.000 0.000-1,1.000 2.000-1,0.000 0.000-1,0.000 1.000-1,0.000-1.000 0,0.000 0.000-1,0.000 2.000-1,0.000 0.000 1,0.000 2.000 1,-1.000 1.000-1,1.000 1.000 0,0.000 0.000-2,0.000 0.000-3,0.000 0.000-1,1.000-1.000-2,0.000 1.000-1,3.000 0.000-1,0.000 0.000 0,0.000-1.000-1,-3.000-1.000 1,-2.000-1.000 0,-3.000-2.000 0,-2.000 0.000-1,-2.000 1.000-1,-1.000 2.000-2,-1.000 1.000-1,-2.000 3.000-2,-1.000 2.000 1,-1.000 2.000-1,-2.000 4.000 1,-1.000-1.000 1,-2.000-2.000 2,-1.000-3.000 3,-1.000-3.000 3,-1.000-1.000 0,0.000 2.000 1,1.000 2.000-1,-1.000 0.000 0,-1.000 1.000 0,-1.000-2.000 1,-1.000-1.000 1,-2.000-1.000 2,0.000-1.000 0,0.000 2.000 1,-1.000 1.000 2,1.000 2.000 1,0.000 0.000 0,2.000-2.000 1,1.000-1.000 0,2.000-2.000-1,0.000 0.000 2,0.000 0.000 0,0.000 0.000 1,0.000 0.000 1,1.000 0.000 2,1.000 0.000 2,2.000 0.000 2,0.000 0.000 2,4.000-1.000 2,4.000 1.000 0,3.000 0.000 3,5.000 0.000 0,3.000-1.000-1,1.000-1.000-3,1.000-1.000-3,2.000-2.000-4,1.000-1.000-2,1.000 1.000-1,2.000-1.000-1,1.000 0.000 0,1.000 1.000-2,-1.000-1.000-2,1.000 1.000-2,0.000-1.000-2,0.000 1.000 0,-1.000 2.000-2,1.000 1.000-1,0.000 1.000 0,0.000 0.000-1,-1.000-1.000 0,1.000-2.000 0,0.000-1.000 0,0.000 0.000-2,-1.000-1.000-1,1.000 1.000-2,0.000-1.000-3,0.000 0.000 0,-1.000-2.000 2,1.000-1.000 1,0.000-1.000 1,-2.000-1.000-2,-2.000 0.000-8,-3.000 0.000-7,-3.000 0.000-7,-4.000-1.000-8,-8.000-1.000-6,-6.000-1.000-7,-7.000-2.000-6</inkml:trace>
</inkml:ink>
</file>

<file path=ppt/ink/ink12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9:13"/>
    </inkml:context>
    <inkml:brush xml:id="br0">
      <inkml:brushProperty name="width" value="0.0250432472676039" units="cm"/>
      <inkml:brushProperty name="height" value="0.0250432472676039" units="cm"/>
      <inkml:brushProperty name="color" value="#000000"/>
      <inkml:brushProperty name="ignorePressure" value="0"/>
    </inkml:brush>
  </inkml:definitions>
  <inkml:trace contextRef="#ctx0" brushRef="#br0">17907.000 25796.000 585,'-26.000'-25.000'3,"-8.000"-7.000"4,-6.000-4.000 5,-7.000-7.000 5,-1.000 1.000 2,5.000 5.000 0,7.000 6.000-1,5.000 6.000 0,1.000 3.000 0,-3.000 1.000-1,-2.000 2.000 0,-3.000 2.000-2,-2.000 2.000-1,-2.000 4.000-2,-1.000 5.000-1,-2.000 4.000-2,-1.000 2.000-1,-4.000 0.000 0,-2.000 0.000-1,-3.000 0.000 0,-2.000 2.000-1,-2.000 4.000 0,-1.000 5.000-1,-2.000 4.000-1,0.000 3.000 0,0.000 3.000-1,0.000 3.000-1,0.000 3.000 0,-1.000 3.000 0,-2.000 2.000 0,0.000 3.000 1,-2.000 4.000 0,0.000 1.000 0,1.000 2.000 0,2.000 1.000 0,1.000 1.000 1,0.000 2.000-3,-2.000 1.000-3,0.000 2.000-3,-2.000 1.000-4,-1.000 2.000-1,0.000 1.000 1,0.000 1.000 1,0.000 2.000 2,2.000 1.000-2,2.000 2.000-3,3.000 1.000-3,4.000 2.000-5,1.000 0.000 0,1.000 0.000 2,2.000 0.000 3,2.000 0.000 1,1.000 2.000 3,4.000 2.000 0,2.000 4.000 3,3.000 2.000 1,2.000 2.000 0,2.000 1.000 1,1.000 2.000 0,1.000 2.000 0,2.000 1.000 0,1.000 4.000-1,1.000 2.000 1,3.000 3.000-1,0.000 2.000 1,2.000 2.000 0,1.000 1.000 0,2.000 1.000 1,1.000 3.000 1,1.000 5.000 0,2.000 3.000 1,2.000 5.000 1,0.000 5.000 1,3.000 3.000 1,0.000 5.000 1,2.000 3.000 1,2.000 4.000 0,3.000-1.000-1,3.000 0.000 0,3.000 0.000 0,1.000 0.000 0,2.000 0.000 1,2.000 0.000 1,1.000 0.000 3,2.000 0.000-1,3.000 2.000 0,3.000 2.000-2,2.000 1.000 0,3.000-4.000 0,4.000-8.000 0,2.000-8.000 1,3.000-9.000 2,3.000-5.000-1,4.000 1.000 0,5.000 0.000-1,5.000 0.000 0,2.000-2.000 0,4.000-2.000 1,2.000-4.000 0,3.000-2.000 2,4.000-4.000 0,4.000-6.000-1,4.000-6.000 1,4.000-5.000-1,3.000-5.000 1,2.000-2.000 0,1.000-4.000 0,1.000-2.000 0,4.000-3.000 1,6.000-2.000 0,5.000-4.000 0,6.000-2.000 1,4.000-5.000 0,0.000-8.000 0,3.000-6.000 0,0.000-8.000 0,2.000-5.000 0,2.000-4.000 1,1.000-5.000 0,1.000-4.000 0,3.000-4.000 0,2.000-4.000 0,3.000-5.000-2,3.000-4.000 0,-2.000-5.000-2,-5.000-5.000-2,-5.000-6.000-3,-7.000-6.000-2,-1.000-6.000-1,1.000-7.000 0,1.000-7.000 2,1.000-8.000 1,1.000-6.000 0,-2.000-7.000-1,-1.000-8.000 0,-1.000-7.000-1,-4.000-6.000 1,-3.000-8.000 1,-5.000-7.000 0,-4.000-6.000 1,-2.000-7.000 0,2.000-4.000-3,2.000-4.000-1,0.000-4.000-4,2.000-4.000-1,-1.000-5.000-2,1.000-4.000-1,-1.000-4.000-2,-3.000-1.000-1,-7.000 3.000 1,-7.000 3.000 1,-8.000 3.000 0,-5.000-1.000 0,-4.000-2.000 0,-4.000-3.000-1,-5.000-3.000 1,-4.000-2.000 0,-7.000-1.000 1,-5.000-2.000 0,-5.000-1.000 0,-6.000 3.000 3,-6.000 9.000 2,-6.000 8.000 2,-5.000 9.000 4,-5.000 4.000 0,-4.000 0.000 0,-5.000 0.000-2,-4.000 0.000 0,-5.000 1.000 1,-8.000 3.000 1,-7.000 4.000 1,-6.000 1.000 2,-6.000 7.000 1,-2.000 8.000-1,-4.000 8.000-2,-2.000 9.000 1,-3.000 5.000-1,-5.000 2.000 0,-4.000 0.000 0,-5.000 3.000 0,-2.000 2.000-1,-2.000 4.000-2,-1.000 4.000-3,-1.000 5.000-1,-2.000 4.000-2,-1.000 4.000-1,-2.000 4.000 0,-1.000 5.000 1,-1.000 3.000-2,-2.000 1.000-2,-2.000 1.000-2,0.000 2.000-1,-2.000 1.000-1,1.000 4.000 1,-1.000 3.000 2,1.000 2.000 1,1.000 3.000-1,3.000 3.000-2,2.000 3.000-2,4.000 2.000-2,1.000 3.000-1,-1.000 1.000 2,1.000 2.000 0,0.000 1.000 1,2.000 1.000 1,4.000-1.000-1,5.000 1.000 1,4.000 0.000 0,5.000-1.000 0,7.000-2.000 2,8.000-1.000 1,6.000-1.000 2,7.000-1.000 0,3.000 0.000-1,5.000 0.000-2,4.000 0.000-1</inkml:trace>
</inkml:ink>
</file>

<file path=ppt/ink/ink12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9:13"/>
    </inkml:context>
    <inkml:brush xml:id="br0">
      <inkml:brushProperty name="width" value="0.0224245730787516" units="cm"/>
      <inkml:brushProperty name="height" value="0.0224245730787516" units="cm"/>
      <inkml:brushProperty name="color" value="#000000"/>
      <inkml:brushProperty name="ignorePressure" value="0"/>
    </inkml:brush>
  </inkml:definitions>
  <inkml:trace contextRef="#ctx0" brushRef="#br0">21072.000 23151.000 654,'0.000'-21.000'0,"0.000"5.000"0,0.000 4.000 0,0.000 4.000 0,-1.000 3.000 5,-4.000 2.000 12,-2.000 0.000 11,-2.000 3.000 12,-3.000 1.000 2,1.000 3.000-5,0.000 3.000-4,-1.000 3.000-6,0.000 2.000-5,-4.000-1.000-3,-2.000 0.000-3,-3.000 1.000-5,-2.000 0.000-1,0.000 4.000 0,1.000 2.000-1,-1.000 3.000-1,0.000 3.000-1,-2.000 0.000-3,-1.000 3.000-3,-2.000 0.000-4,-1.000 1.000 0,-1.000 1.000 1,-2.000-1.000 2,-1.000 0.000 2,-1.000 1.000 0,0.000 2.000-1,0.000 0.000-2,0.000 3.000 0,0.000 0.000-1,-2.000 2.000 1,-2.000 2.000-1,-1.000 1.000 1,0.000 0.000-2,-1.000 1.000-4,1.000-1.000-4,-1.000 1.000-5,3.000-2.000 0,3.000-3.000 1,5.000-2.000 2,5.000-4.000 1,2.000-2.000 2,4.000-3.000 0,3.000-2.000 1,2.000-4.000 0,3.000-2.000 1,3.000-1.000-1,3.000-2.000 2,2.000-1.000-1,4.000-1.000 1,2.000-2.000 1,3.000-1.000 1,3.000-2.000 0,2.000 0.000 0,1.000 0.000-3,2.000-1.000-1,1.000 1.000-2,1.000 0.000-1,0.000-1.000 1,0.000 1.000 1,0.000 0.000 1,-1.000-1.000 0,-1.000 1.000 1,-1.000 0.000 0,-2.000-1.000 1,0.000 1.000 1,1.000-1.000-1,2.000 1.000 2,1.000 0.000-1,1.000-1.000 1,0.000 1.000 2,0.000 0.000 0,0.000-1.000 1,-1.000 2.000 2,-4.000 1.000 0,-2.000 1.000 1,-3.000 1.000 0,0.000 2.000 1,0.000 2.000 0,3.000 1.000 0,0.000 1.000 0,0.000 2.000 1,-3.000 3.000 1,-3.000 3.000 1,-2.000 3.000 2,-2.000 2.000 0,0.000-1.000 0,0.000 0.000 0,0.000 0.000 1,-1.000 3.000 0,-1.000 6.000 2,-2.000 6.000 1,0.000 5.000 2,-4.000 2.000 1,-1.000-1.000-2,-4.000-2.000-1,-3.000-1.000 0,0.000-1.000-1,1.000 0.000 0,2.000 0.000 1,1.000 1.000 1,0.000 0.000-1,-2.000 1.000-1,0.000 2.000-1,-3.000 1.000-2,1.000-2.000 0,1.000-6.000 0,2.000-5.000-1,1.000-6.000-1,1.000-3.000 0,2.000-2.000-3,1.000-1.000 0,2.000-2.000-3,0.000-3.000 0,1.000-3.000-1,-1.000-5.000-1,0.000-5.000 1,3.000-4.000-4,3.000-8.000-7,5.000-7.000-7,5.000-8.000-6,1.000-4.000-5,0.000-2.000-2,0.000-4.000-2,1.000-3.000-2,-2.000 1.000 2,0.000 2.000 5,-3.000 3.000 7,0.000 3.000 5,-1.000 1.000 4,2.000-2.000-2,1.000-1.000 1,2.000-1.000-1</inkml:trace>
</inkml:ink>
</file>

<file path=ppt/ink/ink12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9:13"/>
    </inkml:context>
    <inkml:brush xml:id="br0">
      <inkml:brushProperty name="width" value="0.0228420868515968" units="cm"/>
      <inkml:brushProperty name="height" value="0.0228420868515968" units="cm"/>
      <inkml:brushProperty name="color" value="#000000"/>
      <inkml:brushProperty name="ignorePressure" value="0"/>
    </inkml:brush>
  </inkml:definitions>
  <inkml:trace contextRef="#ctx0" brushRef="#br0">20484.000 24462.000 642,'31.000'-90.000'1,"-8.000"22.000"2,-7.000 22.000 1,-7.000 24.000 2,-2.000 11.000 1,1.000-1.000 3,1.000 1.000 3,1.000 0.000 3,2.000 0.000 0,-1.000 2.000-1,0.000 1.000-1,1.000 2.000-1,-1.000 1.000 0,0.000 1.000 1,0.000 2.000 0,1.000 1.000 2,0.000 1.000-1,1.000-2.000-1,2.000-2.000-2,1.000-1.000-1,1.000 0.000-1,-3.000 2.000-1,0.000 1.000-1,-2.000 1.000-1,0.000 1.000 0,1.000 0.000 0,2.000 0.000 0,1.000 0.000 0,1.000 0.000 1,-3.000 0.000-1,0.000 0.000-1,-2.000 0.000 0,-1.000 1.000-1,0.000 3.000-1,1.000 4.000 0,-1.000 1.000 0,0.000 2.000-1,1.000-2.000 0,-1.000-1.000 0,0.000-2.000-1,0.000 1.000 1,-2.000 3.000 0,-1.000 3.000-1,-2.000 3.000 0,-1.000 1.000 0,-1.000-1.000-1,-2.000 1.000-1,-1.000 0.000 0,-1.000 1.000-2,0.000 1.000 1,0.000 2.000-2,0.000 1.000 1,-1.000 0.000-1,-1.000 1.000 2,-2.000-1.000 1,-1.000 1.000 1,-2.000 0.000 0,-3.000 2.000-2,-2.000 1.000-1,-4.000 2.000-2,-1.000 0.000 0,0.000 0.000 1,0.000 1.000 1,0.000-1.000 2,0.000 1.000 0,-3.000 4.000-2,0.000 2.000-1,-2.000 3.000-1,-1.000 1.000-2,-2.000-4.000-1,-1.000-3.000-3,-2.000-2.000-2,0.000-1.000 0,0.000 1.000 0,-1.000 2.000 0,1.000 1.000 1,-1.000 1.000 0,-1.000-3.000-1,-2.000 0.000-1,-1.000-2.000 0,0.000-2.000-1,4.000 0.000 1,2.000-3.000 0,3.000 0.000 1,2.000-3.000-1,1.000-3.000 0,2.000-2.000-1,2.000-4.000 1,1.000-2.000-3,4.000-5.000-2,2.000-5.000-4,3.000-3.000-2,1.000-4.000-2,0.000 0.000 2,1.000-3.000 0,-1.000 0.000 2</inkml:trace>
</inkml:ink>
</file>

<file path=ppt/ink/ink12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9:14"/>
    </inkml:context>
    <inkml:brush xml:id="br0">
      <inkml:brushProperty name="width" value="0.0284272283315659" units="cm"/>
      <inkml:brushProperty name="height" value="0.0284272283315659" units="cm"/>
      <inkml:brushProperty name="color" value="#000000"/>
      <inkml:brushProperty name="ignorePressure" value="0"/>
    </inkml:brush>
  </inkml:definitions>
  <inkml:trace contextRef="#ctx0" brushRef="#br0">20620.000 24620.000 515,'2.000'14.000'43,"5.000"3.000"-1,3.000 5.000-2,5.000 4.000 0,2.000 2.000-3,0.000-2.000-4,0.000-1.000-5,0.000-2.000-4,1.000 0.000-2,3.000-1.000-3,3.000 1.000-1,3.000 0.000-3,2.000 0.000 0,1.000 2.000 0,2.000 1.000 0,2.000 1.000 0,0.000 1.000-1,2.000-2.000-1,2.000-1.000-1,0.000-2.000-1,2.000-2.000-3,0.000-2.000-3,-1.000-4.000-5,1.000-2.000-2,0.000-3.000-3,2.000 0.000 3,1.000-3.000 0,1.000 0.000 2,1.000-2.000-4,-2.000-2.000-9,-1.000-1.000-10,-2.000-1.000-9,-1.000-2.000-3,-2.000-1.000 7,-1.000-1.000 5,-1.000-2.000 5,-3.000-2.000-4,-5.000 0.000-17,-4.000-3.000-16,-3.000 0.000-15</inkml:trace>
</inkml:ink>
</file>

<file path=ppt/ink/ink12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9:14"/>
    </inkml:context>
    <inkml:brush xml:id="br0">
      <inkml:brushProperty name="width" value="0.0304308626800776" units="cm"/>
      <inkml:brushProperty name="height" value="0.0304308626800776" units="cm"/>
      <inkml:brushProperty name="color" value="#000000"/>
      <inkml:brushProperty name="ignorePressure" value="0"/>
    </inkml:brush>
  </inkml:definitions>
  <inkml:trace contextRef="#ctx0" brushRef="#br0">22180.000 23241.000 481,'-12.000'0.000'3,"-1.000"0.000"6,-2.000 0.000 5,-1.000 0.000 6,1.000 1.000 2,7.000 1.000 1,5.000 1.000-1,6.000 2.000 1,3.000 0.000-2,2.000-1.000-3,1.000-2.000-3,2.000-1.000-4,2.000-1.000-2,2.000 0.000-1,3.000 0.000-1,4.000 0.000-1,0.000 0.000-1,1.000 0.000-1,0.000 0.000-1,-1.000 0.000-1,1.000 0.000 0,2.000 0.000 0,1.000 0.000 1,2.000 0.000 0,-1.000 0.000 0,0.000 0.000-2,-3.000 0.000-1,0.000 0.000-2,-2.000 0.000 0,1.000 0.000 0,-1.000 0.000 1,1.000 0.000 1,-1.000 0.000-1,-2.000 2.000-1,0.000 2.000-3,-3.000 1.000-1,0.000 1.000 0,0.000-1.000 0,0.000 1.000 1,0.000 0.000 1,-1.000 1.000 0,-4.000 3.000-1,-2.000 2.000 0,-3.000 4.000 0,-3.000 1.000 0,-2.000 3.000 0,-4.000 0.000 1,-2.000 2.000-1,-3.000 1.000 1,-3.000-1.000 1,-2.000 1.000 1,-4.000-1.000 1,-2.000 2.000 1,-1.000 0.000 1,-1.000 3.000 0,-2.000 0.000 1,-1.000 1.000 1,-2.000 1.000-1,-1.000-1.000 1,-2.000 0.000 0,0.000 0.000 0,0.000 1.000 0,-1.000-1.000 0,1.000 0.000 0,1.000 0.000 0,0.000 1.000-1,3.000-1.000 0,0.000 0.000 0,3.000-1.000 0,3.000-3.000 2,2.000-3.000 0,3.000-2.000 3,3.000-3.000-1,1.000-1.000 1,1.000-2.000-1,2.000-1.000 0,1.000 0.000 0,1.000-1.000 1,2.000 0.000 0,1.000 0.000 0,3.000 0.000 0,2.000-2.000-1,3.000-1.000-2,3.000-2.000-1,2.000 0.000-2,1.000 0.000 0,2.000-1.000 0,1.000 1.000-1,2.000 0.000 0,1.000 2.000-1,2.000 1.000 0,1.000 2.000 0,0.000 0.000 0,1.000 0.000-1,-1.000 1.000 1,1.000-1.000-1,0.000 1.000 0,2.000 2.000 0,1.000 0.000 0,2.000 3.000 1,-1.000 1.000-1,-3.000 3.000 1,-3.000 3.000 0,-3.000 3.000 0,-1.000 2.000 1,0.000 1.000 0,0.000 2.000 1,0.000 1.000 1,-1.000 3.000 1,-1.000 2.000 1,-1.000 3.000 1,-2.000 3.000 1,-2.000 2.000 1,-1.000 1.000 0,-1.000 2.000 0,-2.000 1.000 0,-1.000 0.000 0,-1.000-1.000 1,-2.000-2.000 0,-1.000-1.000 1,-3.000-1.000 1,-2.000 1.000-1,-3.000-1.000 0,-3.000 0.000 0,-1.000-1.000 0,0.000-3.000 0,-1.000-3.000-1,1.000-3.000 1,-1.000-2.000-1,-2.000-1.000 1,0.000-1.000-1,-3.000-2.000 0,0.000-2.000 0,-2.000-1.000-2,-2.000-1.000-1,-1.000-2.000-1,0.000-1.000 0,2.000-1.000 0,1.000-2.000 0,1.000-2.000 2,1.000-1.000-1,-3.000-3.000-2,0.000-3.000-1,-2.000-3.000-1,-1.000-2.000 0,1.000-2.000 0,-1.000-1.000 0,1.000-1.000 1,-1.000-2.000-5,0.000-1.000-6,1.000-1.000-9,-1.000-2.000-7,0.000-3.000-6,-2.000-4.000-4,-1.000-4.000-3,-2.000-5.000-3,1.000-2.000-1,1.000-2.000 1,1.000-1.000 2,2.000-2.000 2,1.000 1.000 0,4.000 1.000-1,2.000 1.000-1,4.000 2.000-2</inkml:trace>
</inkml:ink>
</file>

<file path=ppt/ink/ink12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2:59"/>
    </inkml:context>
    <inkml:brush xml:id="br0">
      <inkml:brushProperty name="width" value="0.028718113899231" units="cm"/>
      <inkml:brushProperty name="height" value="0.028718113899231" units="cm"/>
      <inkml:brushProperty name="color" value="#000000"/>
      <inkml:brushProperty name="ignorePressure" value="0"/>
    </inkml:brush>
  </inkml:definitions>
  <inkml:trace contextRef="#ctx0" brushRef="#br0">63440.000 27229.000 510,'-10.000'-27.000'2,"0.000"4.000"2,-1.000 6.000 4,2.000 5.000 2,-1.000 4.000 7,2.000 5.000 10,1.000 6.000 10,2.000 5.000 10,0.000 2.000 2,2.000 0.000-8,1.000-1.000-7,1.000 1.000-7,1.000 1.000-5,0.000-2.000-3,0.000 2.000-3,0.000-2.000-2,0.000 3.000-2,0.000 1.000-3,0.000 4.000-2,0.000 1.000-2,0.000 3.000-1,0.000-2.000 0,0.000 2.000 2,0.000-1.000 0,0.000 0.000-1,0.000 2.000 0,0.000 1.000-2,0.000 2.000-1,0.000 0.000 0,0.000 2.000 0,0.000 1.000 1,0.000 2.000 0,1.000 1.000 1,1.000 5.000 0,1.000 3.000 0,2.000 5.000 0,-1.000 1.000 0,-1.000 0.000 0,-1.000-1.000 0,-2.000 2.000-1,0.000-1.000-1,0.000 2.000 0,0.000 1.000 0,0.000 1.000-2,0.000 1.000 1,-2.000 0.000-3,-1.000 0.000 0,-1.000 0.000-1,-2.000-1.000 0,1.000-5.000-1,0.000-3.000-1,1.000-4.000 1,-1.000-4.000-1,0.000-4.000 0,0.000-3.000-1,-1.000-4.000 0,3.000-7.000-5,2.000-8.000-8,2.000-9.000-9,2.000-9.000-9,3.000-5.000-4,-1.000-5.000 1,0.000-3.000 1,0.000-5.000 0,0.000-1.000 4,2.000-2.000 4,1.000-1.000 5,1.000-1.000 5,2.000-3.000 2,-1.000-1.000-2,-1.000-4.000 0,2.000-1.000-2,-2.000 0.000 1,-1.000 6.000 2,-1.000 4.000 2,-1.000 6.000 3</inkml:trace>
</inkml:ink>
</file>

<file path=ppt/ink/ink12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2:59"/>
    </inkml:context>
    <inkml:brush xml:id="br0">
      <inkml:brushProperty name="width" value="0.0320161394774914" units="cm"/>
      <inkml:brushProperty name="height" value="0.0320161394774914" units="cm"/>
      <inkml:brushProperty name="color" value="#000000"/>
      <inkml:brushProperty name="ignorePressure" value="0"/>
    </inkml:brush>
  </inkml:definitions>
  <inkml:trace contextRef="#ctx0" brushRef="#br0">63559.000 26989.000 458,'-8.000'-8.000'5,"1.000"4.000"10,4.000 3.000 9,2.000 4.000 11,2.000 2.000 2,3.000 0.000-5,2.000 1.000-6,2.000-1.000-6,3.000 0.000-3,1.000 2.000 0,1.000 1.000-2,1.000 1.000 0,3.000 2.000-2,1.000 1.000 0,4.000 1.000-2,2.000 1.000-1,1.000 1.000 0,0.000-2.000 2,0.000-1.000 0,0.000-2.000 2,0.000 0.000 0,2.000-2.000-1,1.000-1.000-2,2.000-1.000 0,-1.000-1.000-1,1.000 2.000-1,0.000 1.000 0,1.000 1.000 0,-1.000 2.000 0,2.000-2.000-1,1.000 2.000-1,2.000-2.000 0,-1.000 1.000-1,-1.000-2.000-1,-1.000-1.000-2,-2.000-1.000-1,0.000-2.000-1,-2.000 2.000 0,-1.000-1.000-1,-1.000-1.000-1,-2.000 1.000 1,-1.000 0.000 1,-1.000 1.000 1,-2.000-1.000 0,-1.000 0.000 1,-2.000 2.000-1,-4.000 1.000 0,-1.000 1.000-1,-4.000 2.000 0,-1.000 1.000 0,-4.000 1.000 2,-2.000 1.000 1,-1.000 2.000-1,-2.000 1.000-1,-1.000 1.000-2,-1.000 2.000-1,-3.000 1.000 0,-4.000 3.000-1,-3.000 2.000 1,-4.000 3.000-1,-4.000 1.000 1,-2.000 0.000 1,-2.000 0.000 0,-2.000 0.000 1,-2.000 1.000 1,0.000 3.000 0,0.000 2.000 1,-1.000 3.000 1,1.000 0.000 0,-2.000-1.000 0,-1.000-1.000 0,-1.000-1.000 1,-2.000-1.000-1,-1.000-1.000-2,-1.000 1.000-2,-1.000 1.000 0,-1.000-1.000-2,-1.000 2.000 0,2.000 1.000 0,-1.000 2.000-1,0.000-2.000 0,2.000-1.000 0,1.000-4.000-2,2.000-2.000 0,0.000-2.000 0,2.000-2.000 1,1.000-4.000 0,1.000-2.000 1,3.000-2.000-1,2.000-2.000-5,2.000-4.000-4,2.000-1.000-4,5.000-5.000-6,4.000-4.000-8,6.000-6.000-6,5.000-4.000-9,2.000-4.000-5,2.000 1.000-5,1.000 1.000-4,1.000-1.000-4</inkml:trace>
</inkml:ink>
</file>

<file path=ppt/ink/ink12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0"/>
    </inkml:context>
    <inkml:brush xml:id="br0">
      <inkml:brushProperty name="width" value="0.0263040214776993" units="cm"/>
      <inkml:brushProperty name="height" value="0.0263040214776993" units="cm"/>
      <inkml:brushProperty name="color" value="#000000"/>
      <inkml:brushProperty name="ignorePressure" value="0"/>
    </inkml:brush>
  </inkml:definitions>
  <inkml:trace contextRef="#ctx0" brushRef="#br0">65040.000 26989.000 557,'9.000'-26.000'3,"-1.000"8.000"4,-1.000 6.000 5,-1.000 8.000 5,-2.000 6.000 3,-1.000 1.000 0,-1.000 4.000 1,-2.000 2.000 1,0.000 1.000-2,0.000 0.000-5,0.000-1.000-4,0.000 1.000-4,1.000 1.000-2,1.000 1.000 0,1.000 1.000 1,2.000 1.000 0,-1.000 2.000-1,-1.000 1.000-2,-1.000 1.000-2,-1.000 2.000-3,-1.000 0.000 0,0.000 0.000 1,0.000-1.000 1,0.000 1.000 2,0.000 0.000-3,0.000-2.000-4,0.000-1.000-6,0.000-1.000-6,0.000-2.000-1,0.000-1.000 2,0.000-1.000 2,0.000-1.000 2,0.000-1.000-1,0.000-1.000-3,0.000 1.000-3,0.000 1.000-5,0.000-2.000 0,0.000-1.000 2,0.000-1.000 1,0.000-2.000 1,0.000-1.000 3,0.000-5.000 1,0.000-3.000 3,0.000-4.000 3,0.000-4.000 1,2.000-1.000 2,1.000-4.000 3,1.000-1.000 1,1.000-4.000 1,1.000-2.000 1,-1.000-2.000 0,-1.000-2.000 0,2.000-2.000 1,-1.000 0.000-1,0.000-1.000 1,0.000 1.000 0,0.000 1.000 0,2.000-2.000 0,1.000 2.000 0,1.000-1.000 0,1.000 0.000 0,-2.000 2.000 0,-1.000 1.000 0,-2.000 2.000 0,0.000 0.000 0,1.000 0.000 0,-1.000 0.000 0,-1.000 0.000 0,1.000 0.000 1,-2.000 2.000 4,-1.000 1.000 2,-1.000 2.000 3,-1.000 1.000 1,0.000 3.000 1,0.000 2.000-1,0.000 3.000 1,0.000 1.000 1,2.000 0.000 0,1.000-1.000 1,2.000 2.000 1,-1.000-1.000 0,1.000 2.000-2,0.000 1.000-1,1.000 1.000-1,-1.000 2.000 1,2.000 1.000 4,1.000 1.000 5,2.000 1.000 3,0.000 1.000 2,-1.000 0.000-3,2.000 0.000-2,-1.000 0.000-2,0.000 1.000-1,0.000 1.000-1,-1.000 1.000 0,1.000 1.000 0,1.000 2.000-1,1.000 1.000-1,1.000 1.000-1,1.000 2.000 0,1.000-1.000-2,-2.000-1.000-1,-1.000-1.000 0,-2.000-1.000-2,1.000-1.000-1,1.000 2.000-2,1.000 1.000 0,1.000 1.000-2,2.000 1.000-1,-2.000 1.000-1,2.000-1.000 1,-1.000 0.000-1,-1.000-1.000 0,-1.000 1.000 1,-1.000 1.000-1,-1.000-1.000 1,-1.000-1.000 0,0.000-1.000 1,-1.000-1.000 1,1.000-2.000 0,0.000 1.000 0,-2.000 1.000-2,-1.000 1.000-3,-2.000 2.000-1,0.000-1.000-1,1.000 1.000 0,-1.000 1.000 0,-1.000-1.000 0,1.000 0.000 0,-2.000 2.000-5,-1.000 1.000-2,-1.000 2.000-4,-3.000-1.000-2,-1.000-1.000-1,-4.000-1.000 0,-1.000-1.000-1,-3.000-1.000 0,2.000 2.000 1,-1.000 1.000 1,-1.000 2.000 0,0.000 0.000 1,-3.000 2.000-1,-2.000 1.000 1,-2.000 1.000-1,-2.000 1.000 0,0.000-2.000 1,0.000-1.000 1,0.000-1.000 0,0.000-2.000-1,0.000 1.000-1,-1.000 1.000-2,1.000-1.000 0,0.000-1.000-1,1.000-1.000 2,-1.000-1.000 1,-1.000-1.000 2,2.000-1.000 1,1.000-1.000 0,1.000 1.000 0,1.000 1.000 1,1.000-3.000 0,0.000-1.000 1,1.000-4.000 1,-1.000-1.000 0,1.000-2.000 0,3.000 0.000-1,2.000 0.000-1,2.000 0.000-2,3.000-2.000 1,1.000-4.000 2,1.000-3.000 3,2.000-5.000 3,-1.000 1.000 1,-1.000 1.000 0,-1.000 4.000 2,-1.000 2.000 0,-1.000 0.000 0,2.000-1.000 1,1.000-1.000-1,1.000-1.000 1</inkml:trace>
</inkml:ink>
</file>

<file path=ppt/ink/ink13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0"/>
    </inkml:context>
    <inkml:brush xml:id="br0">
      <inkml:brushProperty name="width" value="0.0208623725920916" units="cm"/>
      <inkml:brushProperty name="height" value="0.0208623725920916" units="cm"/>
      <inkml:brushProperty name="color" value="#000000"/>
      <inkml:brushProperty name="ignorePressure" value="0"/>
    </inkml:brush>
  </inkml:definitions>
  <inkml:trace contextRef="#ctx0" brushRef="#br0">65259.000 26889.000 703,'0.000'-8.000'0,"-2.000"2.000"0,-1.000 2.000 0,-1.000 3.000 0,0.000 1.000 6,3.000 0.000 15,2.000 0.000 13,3.000 0.000 14,1.000 0.000 2,2.000 0.000-10,1.000 0.000-11,1.000 0.000-9,2.000 0.000-7,-1.000 0.000-2,-1.000 0.000-2,2.000 0.000-2,-1.000 0.000-3,2.000 0.000-1,1.000 0.000-2,2.000 0.000-1,-2.000 0.000-6,-2.000 2.000-6,-2.000 1.000-7,-3.000 1.000-8,-1.000 2.000-1,-2.000 1.000 4,-1.000 1.000 4,-1.000 2.000 3,-1.000 0.000 3,0.000-1.000 1,0.000 1.000 1,0.000 1.000 1,0.000-1.000 2,0.000 0.000 0,0.000-1.000 2,0.000 1.000 0,-2.000 1.000 2,-1.000-2.000 1,-4.000 2.000 2,-1.000-2.000 1,-2.000 2.000 0,2.000 1.000 0,1.000 1.000-1,2.000 1.000 0,-1.000 1.000-1,1.000-2.000 2,0.000-1.000 1,1.000-2.000 1,-2.000 0.000 0,-1.000-2.000 0,-1.000-1.000-1,-1.000-1.000-1,0.000-1.000 0,2.000 2.000 2,4.000 1.000 2,2.000 1.000 1,0.000 1.000 0,-1.000-2.000-2,-1.000-1.000-2,-1.000-1.000-2,-1.000-1.000-5,2.000-1.000-8,1.000 1.000-8,1.000 0.000-8,2.000 0.000-1,1.000 1.000 4,1.000-1.000 5,2.000 0.000 5</inkml:trace>
</inkml:ink>
</file>

<file path=ppt/ink/ink13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1"/>
    </inkml:context>
    <inkml:brush xml:id="br0">
      <inkml:brushProperty name="width" value="0.0200777091085911" units="cm"/>
      <inkml:brushProperty name="height" value="0.0200777091085911" units="cm"/>
      <inkml:brushProperty name="color" value="#000000"/>
      <inkml:brushProperty name="ignorePressure" value="0"/>
    </inkml:brush>
  </inkml:definitions>
  <inkml:trace contextRef="#ctx0" brushRef="#br0">65179.000 27510.000 730,'-18.000'0.000'2,"4.000"0.000"5,3.000 0.000 4,4.000 0.000 5,4.000-2.000 3,4.000-1.000 2,3.000-4.000 3,5.000-2.000 1,1.000-1.000-1,0.000 1.000-4,-1.000-1.000-3,1.000 0.000-4,1.000-1.000-1,-1.000 1.000-1,-1.000 1.000-1,2.000-1.000 1,-1.000 0.000-2,2.000 2.000-2,1.000 1.000-2,2.000 1.000-2,-1.000 1.000-2,2.000-2.000 0,-1.000-1.000 0,-1.000-1.000-2,2.000-1.000 0,-2.000 2.000-1,2.000 1.000-2,-1.000 2.000 0,0.000 0.000-1,0.000 0.000 2,-1.000-1.000 0,2.000 2.000 3,-2.000-1.000-1,-1.000 2.000-1,-1.000 1.000-1,-1.000 1.000-1,-1.000 1.000-1,-1.000 0.000 3,2.000 0.000 0,-1.000 0.000 2,0.000 1.000 1,0.000 1.000 1,-1.000 1.000 0,1.000 2.000 2,-1.000 0.000-1,-2.000 2.000 0,-4.000 1.000-1,-1.000 1.000 0,-2.000 2.000-1,0.000-1.000 0,0.000 0.000-1,0.000 0.000 0,0.000 0.000-1,0.000 2.000 1,0.000 1.000 1,0.000 2.000 0,-1.000-1.000 0,-1.000 2.000-3,-1.000-2.000 0,-1.000 1.000-3,-1.000 1.000 0,-1.000 1.000 2,2.000 1.000 1,-1.000 2.000 1,-1.000-1.000 0,1.000-1.000-1,0.000-1.000-3,1.000-1.000-1,-2.000-2.000-1,-1.000 2.000 2,-1.000-2.000 1,-1.000 1.000 1,0.000 0.000 1,2.000-2.000-1,4.000-1.000-1,2.000-2.000 0,0.000 0.000 0,-1.000-2.000 1,-1.000-1.000 0,-1.000-1.000 1,0.000-3.000-1,2.000-2.000-5,4.000-2.000-3,2.000-2.000-5,1.000-3.000 0,2.000-1.000 2,1.000-1.000 4,2.000-2.000 3,-1.000 0.000 1,-1.000 1.000 2,-1.000-1.000 1,-1.000-1.000 1,-2.000 2.000 0,1.000 1.000 0,0.000 1.000-1,1.000 2.000 0,-1.000 0.000 0,0.000 0.000 2,0.000-1.000 1,0.000 1.000 2,0.000 1.000 0,0.000-2.000 0,-1.000 2.000-1,1.000-1.000 1,0.000 1.000-1,1.000 5.000 0,-1.000 3.000 0,-1.000 4.000 0,0.000 3.000-1,-2.000-1.000 1,-4.000 0.000-1,-2.000 0.000 0,-1.000 0.000-1,-2.000-1.000-2,-1.000 2.000-2,-1.000-1.000-2,-2.000 0.000-1,-1.000 2.000-2,-1.000 1.000 0,-1.000 2.000-1,-1.000 0.000-1,2.000 2.000 1,1.000 1.000 0,2.000 1.000 0,-2.000 1.000 0,-1.000-2.000 2,-4.000-1.000 0,-1.000-1.000 1,-3.000-1.000 1,-1.000 2.000 0,-1.000 1.000 1,-1.000 2.000 0,-1.000 0.000 0,0.000 0.000 2,0.000-1.000 1,0.000 2.000 0,0.000-2.000 1,0.000-1.000-1,0.000-1.000-1,0.000-1.000 0,0.000-2.000 0,2.000 2.000 1,1.000-2.000 3,1.000 1.000 3,2.000-1.000-1,1.000-3.000 0,1.000-2.000 0,2.000-2.000-1,1.000-3.000-1,3.000-1.000 2,2.000-1.000 0,3.000-2.000 0,1.000 0.000 0,0.000-2.000-3,0.000-1.000-2,-1.000-1.000-4,2.000-2.000-1,1.000-1.000 0,1.000-1.000 0,2.000-2.000 0,0.000 0.000 0,2.000 1.000 2,1.000-1.000 2,1.000 0.000 1</inkml:trace>
</inkml:ink>
</file>

<file path=ppt/ink/ink13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1"/>
    </inkml:context>
    <inkml:brush xml:id="br0">
      <inkml:brushProperty name="width" value="0.0270292162895203" units="cm"/>
      <inkml:brushProperty name="height" value="0.0270292162895203" units="cm"/>
      <inkml:brushProperty name="color" value="#000000"/>
      <inkml:brushProperty name="ignorePressure" value="0"/>
    </inkml:brush>
  </inkml:definitions>
  <inkml:trace contextRef="#ctx0" brushRef="#br0">65320.000 27870.000 542,'9.000'9.000'2,"2.000"-1.000"4,-1.000-1.000 3,-1.000-1.000 4,2.000-1.000 3,1.000 0.000 0,1.000 0.000 1,1.000 0.000 1,3.000 1.000 1,1.000 3.000 1,4.000 2.000 2,2.000 3.000 0,1.000 1.000 1,2.000 2.000-3,1.000 1.000-2,2.000 1.000-3,0.000 2.000 1,2.000-1.000 0,1.000 0.000 3,1.000 0.000 0,2.000 0.000 0,-1.000 0.000-1,-1.000-1.000-3,2.000 1.000-1,-2.000 0.000-2,2.000-2.000-1,-1.000-1.000-3,-1.000-1.000-2,1.000-2.000 0,-2.000-1.000-1,-1.000-1.000 2,-1.000-1.000 0,-2.000-3.000-4,-1.000-1.000-4,-1.000-4.000-7,-1.000-2.000-6,-3.000-1.000-5,-1.000 0.000-4,-4.000 0.000-3,-2.000 0.000-4,-1.000 0.000-1,-2.000-2.000 0,-1.000-1.000 2,-2.000-1.000 0,0.000-2.000-3,-2.000-1.000-8,-1.000-1.000-7,-2.000-2.000-7</inkml:trace>
</inkml:ink>
</file>

<file path=ppt/ink/ink13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2"/>
    </inkml:context>
    <inkml:brush xml:id="br0">
      <inkml:brushProperty name="width" value="0.0203691106289625" units="cm"/>
      <inkml:brushProperty name="height" value="0.0203691106289625" units="cm"/>
      <inkml:brushProperty name="color" value="#000000"/>
      <inkml:brushProperty name="ignorePressure" value="0"/>
    </inkml:brush>
  </inkml:definitions>
  <inkml:trace contextRef="#ctx0" brushRef="#br0">66459.000 27229.000 720,'-10.000'-9.000'2,"-2.000"-1.000"7,-1.000 0.000 5,-2.000-1.000 6,3.000 1.000 3,5.000 1.000 0,4.000-1.000 0,6.000 0.000 0,3.000 0.000-1,2.000 2.000-3,4.000 1.000-3,1.000 2.000-3,3.000 0.000-2,-2.000 0.000-1,2.000-1.000 0,-1.000 2.000-1,0.000-2.000-1,2.000-1.000-2,1.000-1.000-1,1.000-1.000-1,1.000-1.000-1,1.000 0.000 0,-1.000-1.000-1,0.000 1.000 0,0.000 1.000-3,-1.000-1.000-2,2.000 0.000-4,-1.000-1.000-2,-1.000 1.000-2,1.000 1.000 0,0.000-1.000 1,1.000 0.000 0,-1.000-1.000-3,0.000 1.000-7,0.000 1.000-7,-1.000-1.000-7,1.000 0.000-2,-2.000 2.000 5,-1.000 1.000 2,-1.000 1.000 5,-3.000 2.000 1,-1.000-1.000-1,-4.000 0.000 1,-1.000 0.000-1,-4.000 1.000 2,-4.000 2.000 5,-3.000 4.000 3,-5.000 2.000 5,0.000 0.000 2,-2.000 2.000 2,2.000-1.000 1,-1.000-1.000 2,0.000 1.000 0,0.000-2.000 1,-1.000-1.000 0,2.000-2.000 1,-2.000 0.000 0,2.000 0.000-1,-2.000 0.000 1,1.000 0.000 0,1.000 0.000 0,1.000 0.000 0,1.000 0.000 0,1.000 0.000 0,1.000 0.000 0,-2.000 0.000 0,-1.000 0.000 0,-1.000 0.000 0,-1.000 0.000 0,2.000-2.000 0,1.000-1.000 0,2.000-2.000 0,-1.000 1.000 0,1.000-1.000 0,0.000 0.000 0,1.000 0.000 0,-1.000 0.000 1,0.000 0.000 4,0.000-1.000 2,-1.000 1.000 3,2.000 1.000 2,1.000-2.000 1,1.000 2.000 1,2.000-1.000 1,0.000 1.000 1,0.000 5.000 0,0.000 3.000 0,0.000 4.000 1,0.000 4.000-2,2.000 1.000-2,1.000 4.000-2,1.000 1.000-4,2.000 3.000 0,1.000 1.000 0,1.000 1.000-1,1.000 1.000 0,1.000 3.000-1,0.000 4.000-3,1.000 3.000-2,-1.000 5.000-4,-1.000 2.000-1,-1.000 3.000 1,-1.000 2.000 0,-2.000 2.000 0,1.000 4.000 0,1.000 1.000 2,1.000 4.000 1,1.000 2.000 2,1.000 1.000 0,-2.000-1.000 2,-1.000 1.000 0,-1.000 1.000 2,-2.000-3.000 0,-1.000-4.000 0,-1.000-3.000 0,-1.000-4.000 0,-1.000-4.000 1,0.000-4.000 2,0.000-3.000 2,0.000-4.000 1,-1.000-4.000 1,-1.000-2.000-1,-1.000-2.000-2,-1.000-2.000 0,-1.000-4.000-2,-1.000-4.000-3,2.000-3.000-3,-1.000-4.000-3,-1.000-3.000-1,-1.000-1.000 2,-1.000-1.000 2,-1.000-1.000 2,-1.000-3.000-3,0.000-1.000-5,-1.000-4.000-7,2.000-1.000-4,-2.000-3.000-5,2.000-1.000-2,-2.000-1.000-2,1.000-1.000-1,1.000-1.000-1,-2.000 0.000 1,2.000-1.000 3,-1.000 1.000 0,-1.000 0.000 3,-1.000-2.000 4,-1.000-1.000 2,-1.000-1.000 4,-1.000-1.000 3,2.000 2.000 1,1.000 1.000 2,2.000 2.000 1</inkml:trace>
</inkml:ink>
</file>

<file path=ppt/ink/ink13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2"/>
    </inkml:context>
    <inkml:brush xml:id="br0">
      <inkml:brushProperty name="width" value="0.0199895445257425" units="cm"/>
      <inkml:brushProperty name="height" value="0.0199895445257425" units="cm"/>
      <inkml:brushProperty name="color" value="#000000"/>
      <inkml:brushProperty name="ignorePressure" value="0"/>
    </inkml:brush>
  </inkml:definitions>
  <inkml:trace contextRef="#ctx0" brushRef="#br0">66520.000 27770.000 733,'-27.000'-9.000'2,"6.000"2.000"4,7.000 4.000 4,6.000 2.000 3,4.000 0.000 6,3.000-1.000 4,2.000-1.000 7,3.000-2.000 5,2.000 1.000-1,3.000-2.000-8,2.000 2.000-7,3.000-1.000-8,1.000 0.000-4,2.000 0.000 2,1.000-1.000-1,1.000 2.000 2,1.000-3.000-5,1.000-1.000-10,-1.000-4.000-8,0.000-1.000-10,0.000-2.000-2,2.000 2.000 5,1.000 1.000 4,1.000 2.000 5,1.000 0.000-5,-2.000 0.000-13,-1.000-1.000-14,-1.000 2.000-13</inkml:trace>
</inkml:ink>
</file>

<file path=ppt/ink/ink13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2"/>
    </inkml:context>
    <inkml:brush xml:id="br0">
      <inkml:brushProperty name="width" value="0.0208952259272337" units="cm"/>
      <inkml:brushProperty name="height" value="0.0208952259272337" units="cm"/>
      <inkml:brushProperty name="color" value="#000000"/>
      <inkml:brushProperty name="ignorePressure" value="0"/>
    </inkml:brush>
  </inkml:definitions>
  <inkml:trace contextRef="#ctx0" brushRef="#br0">67340.000 26750.000 701,'-19.000'-27.000'3,"5.000"6.000"6,3.000 7.000 6,5.000 5.000 6,1.000 6.000 5,-1.000 4.000 4,2.000 3.000 6,-1.000 4.000 4,0.000 3.000-2,2.000-2.000-8,1.000 2.000-9,1.000-2.000-7,1.000 2.000-7,0.000 1.000-1,0.000 1.000-4,0.000 1.000-1,0.000 2.000-3,0.000-1.000 1,0.000 0.000 0,0.000-1.000 0,0.000 2.000-1,0.000 1.000-4,0.000 1.000-1,0.000 2.000-4,0.000-1.000 0,0.000-1.000 0,0.000-1.000 1,0.000-2.000 2,0.000 1.000 0,0.000-1.000 0,0.000 0.000 0,0.000-1.000 0,1.000 1.000 1,1.000 1.000 1,1.000-1.000 1,2.000 0.000 1,0.000-2.000 0,0.000-1.000 2,0.000-4.000 0,0.000-2.000 0,0.000-1.000 1,2.000 1.000 0,1.000-1.000 0,2.000 0.000-1,0.000-1.000 2,2.000-1.000 1,1.000-1.000 3,2.000-1.000 2,-1.000-2.000 0,2.000-1.000 1,-1.000-1.000-1,-1.000-1.000-1,2.000-3.000 0,1.000-1.000 1,1.000-4.000 0,2.000-1.000 0,0.000-3.000 0,0.000-1.000-1,0.000-1.000-1,-1.000-1.000-1,0.000-1.000 0,-2.000 2.000 0,-4.000 1.000-1,-1.000 1.000 0,-2.000 1.000 0,2.000 1.000-1,1.000-1.000-1,2.000 0.000-1,-1.000 0.000 0,-1.000 2.000 1,-1.000 1.000 0,-1.000 2.000 2,-1.000 0.000-2,0.000 0.000-2,-1.000-1.000-1,1.000 1.000-3,-1.000 1.000-2,-2.000-1.000-5,-4.000 0.000-5,-1.000-1.000-4,-4.000 3.000-7,-1.000 2.000-8,-4.000 2.000-9,-2.000 3.000-9,0.000 1.000 1,1.000 0.000 12,1.000 0.000 13,2.000 0.000 11,-1.000-1.000 7,-1.000-1.000 3,-1.000-1.000 2,-1.000-1.000 2,-2.000-1.000 2,2.000 2.000 1,-1.000 1.000-1,-1.000 2.000 2,2.000-1.000-1,-2.000-1.000 1,2.000-1.000 0,-1.000-2.000 0,0.000 1.000-1,0.000 1.000 1,-1.000 1.000 0,2.000 1.000 0,-1.000 1.000 0,2.000-2.000 0,1.000-1.000 0,2.000-1.000 0,-1.000-1.000 0,1.000 2.000 0,0.000 1.000 0,1.000 2.000 0,-1.000 0.000 1,0.000 0.000 0,0.000 0.000 1,-1.000 0.000 1,2.000 0.000 0,-2.000 0.000 0,1.000 0.000-1,0.000 0.000 0,1.000 0.000 2,1.000 2.000 3,1.000 1.000 3,2.000 2.000 3,0.000 0.000 1,0.000 2.000-2,0.000 1.000-2,0.000 2.000-2,0.000 0.000-1,0.000 2.000-1,0.000 1.000 0,0.000 2.000-2,0.000 0.000 0,0.000 2.000-1,0.000 1.000-2,0.000 2.000 0,0.000 0.000-1,0.000 0.000 0,0.000-1.000-1,0.000 2.000 0,0.000-2.000-3,0.000 1.000-3,0.000 0.000-3,0.000 0.000-5,0.000 1.000-1,0.000-1.000 3,0.000 0.000 1,0.000 0.000 2,-1.000-1.000 1,-1.000-1.000 2,-1.000-1.000 1,-1.000-2.000 2</inkml:trace>
</inkml:ink>
</file>

<file path=ppt/ink/ink13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3"/>
    </inkml:context>
    <inkml:brush xml:id="br0">
      <inkml:brushProperty name="width" value="0.0201310254633427" units="cm"/>
      <inkml:brushProperty name="height" value="0.0201310254633427" units="cm"/>
      <inkml:brushProperty name="color" value="#000000"/>
      <inkml:brushProperty name="ignorePressure" value="0"/>
    </inkml:brush>
  </inkml:definitions>
  <inkml:trace contextRef="#ctx0" brushRef="#br0">67400.000 27450.000 728,'-18.000'27.000'30,"5.000"-4.000"-4,6.000-6.000-4,4.000-5.000-3,3.000-1.000-3,-2.000-1.000 1,-1.000 0.000 1,-1.000 0.000-1,-1.000 0.000 0,2.000 2.000-3,1.000 1.000-2,2.000 2.000-3,0.000-1.000 0,0.000-1.000-1,0.000-1.000 1,0.000-1.000-1,0.000-1.000 0,0.000 2.000-3,0.000 1.000-3,0.000 2.000-2,0.000-1.000 0,0.000 2.000 0,0.000-2.000 2,0.000 1.000 0,0.000 0.000 0,0.000 1.000-5,0.000-1.000-4,0.000-1.000-3,0.000 1.000-2,0.000-2.000 4,0.000-1.000 2,0.000-2.000 2,0.000 1.000 0,2.000-2.000-4,1.000 2.000-4,2.000-2.000-3,-1.000 2.000-6,-1.000-1.000-4,-1.000 0.000-5,-2.000 0.000-5,0.000-2.000-2,0.000-4.000 5,0.000-3.000 3,0.000-5.000 4,1.000-1.000 3,1.000-2.000 2,1.000-1.000 2,2.000-1.000 2,0.000-3.000 2,0.000-1.000 4,0.000-4.000 2,0.000-2.000 2,0.000-1.000 3,0.000-2.000 0,-1.000-1.000 1,1.000-1.000 1,0.000-1.000 0,1.000 0.000 1,-1.000 0.000-1,-1.000 0.000 1,2.000 0.000 0,-1.000 0.000 0,0.000 0.000 0,0.000 0.000 0,-1.000 0.000 0,-1.000 2.000-1,-1.000 1.000 1,-2.000 2.000 0,1.000-1.000 0,1.000 2.000 0,1.000-1.000 0,2.000-1.000 0,0.000 2.000 0,0.000 1.000 0,0.000 1.000 0,0.000 2.000 0,-1.000 0.000 0,-1.000 2.000 0,-1.000 1.000 0,-1.000 2.000 0,-1.000 0.000 0,2.000 2.000 0,1.000 1.000 0,1.000 1.000 0,1.000 2.000 4,1.000 1.000 5,-1.000 1.000 7,-1.000 2.000 7,2.000 0.000 3,-1.000 2.000 1,0.000 1.000 1,0.000 1.000 0,-1.000 1.000 0,1.000 0.000-3,0.000 1.000-2,1.000-1.000-3,-1.000 0.000-1,0.000 0.000 0,0.000 0.000 1,0.000 0.000 1,0.000-1.000-2,2.000-1.000-1,1.000-1.000-4,2.000-2.000-2,-1.000 0.000-1,2.000 0.000-2,-1.000 0.000-1,-1.000 0.000-1,1.000 0.000-2,0.000 0.000-2,1.000 0.000-4,-1.000 0.000-2,0.000 1.000 0,-1.000 1.000 1,2.000 1.000 2,-1.000 1.000 1,0.000 1.000 0,0.000-2.000-1,-1.000-1.000-1,1.000-1.000-2,1.000-1.000-2,-1.000 0.000-2,-1.000 0.000-2,2.000 0.000-3,-2.000 1.000 0,-1.000 2.000 0,-1.000 4.000 2,-1.000 2.000 0,-2.000 1.000 1,-1.000 2.000 0,-1.000 1.000-1,-2.000 2.000 0,0.000-1.000 1,0.000 2.000 1,0.000-2.000 2,0.000 1.000 1,0.000 1.000 2,0.000 1.000 0,0.000 1.000 2,0.000 2.000 2,0.000-1.000-1,0.000 1.000 1,0.000 0.000-2,0.000 0.000 1,0.000 1.000-1,0.000 1.000 2,0.000 1.000 1,0.000 2.000 1,0.000 0.000 1,0.000 0.000-2,0.000 0.000 0,0.000 0.000-1,0.000-1.000-1,0.000-1.000 0,0.000-1.000 1,0.000-1.000-1,0.000-1.000 1,0.000 0.000-1,0.000-1.000 1,0.000 1.000-1,0.000-1.000-1,0.000-2.000-1,0.000-4.000-1,0.000-1.000-2,0.000-3.000-3,-2.000-1.000-4,-1.000-1.000-6,-1.000-2.000-4,-1.000-1.000-3,2.000-3.000-2,1.000-2.000-1,2.000-3.000-1,-1.000-2.000 2,-1.000-3.000 4,-1.000-2.000 4,-2.000-3.000 5,1.000 1.000 3,-2.000 1.000 3,1.000 4.000 2,0.000 2.000 3,0.000 0.000 0,1.000-1.000 2,-1.000-1.000 0,0.000-1.000 0</inkml:trace>
</inkml:ink>
</file>

<file path=ppt/ink/ink13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3"/>
    </inkml:context>
    <inkml:brush xml:id="br0">
      <inkml:brushProperty name="width" value="0.0180162787437439" units="cm"/>
      <inkml:brushProperty name="height" value="0.0180162787437439" units="cm"/>
      <inkml:brushProperty name="color" value="#000000"/>
      <inkml:brushProperty name="ignorePressure" value="0"/>
    </inkml:brush>
  </inkml:definitions>
  <inkml:trace contextRef="#ctx0" brushRef="#br0">67479.000 27650.000 814,'-8.000'9.000'5,"2.000"-1.000"11,2.000-1.000 10,2.000-2.000 11,4.000 0.000 1,4.000-2.000-9,3.000-1.000-8,5.000-2.000-10,1.000 0.000-9,0.000 0.000-8,-1.000 0.000-9,2.000 0.000-9,-2.000 0.000-2,2.000 0.000 3,-2.000 0.000 4,1.000 0.000 4,0.000 0.000-1,-2.000 0.000-6,-1.000 0.000-6,-2.000 0.000-6,0.000 0.000-1,0.000 0.000 6,1.000 0.000 5,-1.000 0.000 6,-1.000 0.000 3,-1.000-2.000 4,-1.000-1.000 3,-2.000-2.000 3</inkml:trace>
</inkml:ink>
</file>

<file path=ppt/ink/ink13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3"/>
    </inkml:context>
    <inkml:brush xml:id="br0">
      <inkml:brushProperty name="width" value="0.0248562395572662" units="cm"/>
      <inkml:brushProperty name="height" value="0.0248562395572662" units="cm"/>
      <inkml:brushProperty name="color" value="#000000"/>
      <inkml:brushProperty name="ignorePressure" value="0"/>
    </inkml:brush>
  </inkml:definitions>
  <inkml:trace contextRef="#ctx0" brushRef="#br0">67540.000 27970.000 590,'-19.000'18.000'-15,"5.000"-2.000"3,3.000-2.000 3,5.000-3.000 3,2.000-2.000 15,5.000-2.000 28,3.000-4.000 27,5.000-1.000 26,1.000-2.000 3,2.000 0.000-24,1.000 0.000-24,2.000 0.000-24,-1.000-1.000-13,2.000-1.000-1,-2.000-1.000-2,1.000-2.000-2,0.000 1.000-6,-2.000-2.000-12,-1.000 2.000-13,-2.000-1.000-11,1.000 0.000-2,1.000 0.000 6,1.000-1.000 7,1.000 2.000 6,1.000-2.000-1,-2.000 1.000-11,-1.000 0.000-11,-2.000 0.000-11</inkml:trace>
</inkml:ink>
</file>

<file path=ppt/ink/ink13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4"/>
    </inkml:context>
    <inkml:brush xml:id="br0">
      <inkml:brushProperty name="width" value="0.0180775672197342" units="cm"/>
      <inkml:brushProperty name="height" value="0.0180775672197342" units="cm"/>
      <inkml:brushProperty name="color" value="#000000"/>
      <inkml:brushProperty name="ignorePressure" value="0"/>
    </inkml:brush>
  </inkml:definitions>
  <inkml:trace contextRef="#ctx0" brushRef="#br0">68479.000 26850.000 811,'-18.000'-9.000'3,"4.000"2.000"6,3.000 4.000 7,4.000 1.000 5,3.000 4.000 4,1.000 1.000 2,1.000 4.000 1,2.000 2.000 0,1.000 1.000-5,3.000 2.000-14,2.000 1.000-15,3.000 2.000-13,0.000-2.000-8,-1.000-1.000 1,-1.000-4.000-1,-1.000-2.000 1,-1.000-1.000-2,0.000 1.000-4,0.000-1.000-3,0.000 0.000-4</inkml:trace>
</inkml:ink>
</file>

<file path=ppt/ink/ink14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4"/>
    </inkml:context>
    <inkml:brush xml:id="br0">
      <inkml:brushProperty name="width" value="0.0188566613942385" units="cm"/>
      <inkml:brushProperty name="height" value="0.0188566613942385" units="cm"/>
      <inkml:brushProperty name="color" value="#000000"/>
      <inkml:brushProperty name="ignorePressure" value="0"/>
    </inkml:brush>
  </inkml:definitions>
  <inkml:trace contextRef="#ctx0" brushRef="#br0">68440.000 27310.000 777,'0.000'10.000'1,"0.000"2.000"2,0.000 1.000 2,0.000 2.000 1,0.000-1.000 2,0.000-1.000 0,0.000-1.000 0,0.000-1.000 1,0.000-1.000 1,0.000 2.000 2,0.000 1.000 2,0.000 2.000 2,0.000 0.000 1,0.000 0.000-3,0.000-1.000-1,0.000 2.000-1,0.000-2.000-2,0.000 2.000-2,0.000-2.000-3,0.000 1.000-1,0.000 1.000-1,0.000 1.000 0,0.000 1.000 2,0.000 2.000-1,0.000-1.000 1,0.000-1.000 0,0.000-1.000 0,0.000-1.000 0,0.000-2.000-1,0.000 2.000-4,0.000-2.000-1,0.000 1.000-3,-1.000 0.000-1,-1.000-2.000 2,-1.000-1.000 2,-2.000-2.000 2,1.000 1.000-2,1.000-1.000-3,1.000 0.000-5,2.000 0.000-4,0.000-4.000-4,2.000-5.000-6,1.000-7.000-5,1.000-5.000-5,2.000-5.000 0,-1.000-1.000 3,0.000-1.000 3,0.000-2.000 5,-1.000 0.000 1,1.000-2.000 0,0.000-1.000 1,1.000-1.000-1,-1.000-1.000 3,2.000 0.000 2,1.000 0.000 5,2.000 0.000 2,-1.000 1.000 3,-1.000 2.000 1,-1.000 4.000 2,-2.000 2.000 1</inkml:trace>
</inkml:ink>
</file>

<file path=ppt/ink/ink14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4"/>
    </inkml:context>
    <inkml:brush xml:id="br0">
      <inkml:brushProperty name="width" value="0.0181432813405991" units="cm"/>
      <inkml:brushProperty name="height" value="0.0181432813405991" units="cm"/>
      <inkml:brushProperty name="color" value="#000000"/>
      <inkml:brushProperty name="ignorePressure" value="0"/>
    </inkml:brush>
  </inkml:definitions>
  <inkml:trace contextRef="#ctx0" brushRef="#br0">68740.000 27029.000 808,'-1.000'11.000'0,"-1.000"1.000"0,-1.000 1.000 0,-2.000 1.000 0,1.000 1.000 1,-2.000-2.000 4,1.000-1.000 2,0.000-2.000 4,1.000 0.000 1,1.000 1.000-1,1.000-1.000 0,2.000 0.000-1,0.000-1.000 1,0.000 1.000 1,0.000 1.000 0,0.000-1.000 1,0.000 0.000 0,0.000 2.000-2,0.000 1.000-2,0.000 2.000-1,0.000 0.000-2,0.000 0.000 0,0.000-1.000 0,0.000 2.000 0,0.000-1.000-2,0.000 2.000 0,0.000 1.000-2,0.000 1.000-1,0.000 2.000-2,0.000-2.000 0,0.000 2.000 0,0.000-1.000-1,0.000-1.000 0,0.000-1.000-1,0.000-1.000 0,0.000-2.000 1,0.000 1.000 0,0.000 1.000 1,0.000 1.000 2,0.000 2.000 1,0.000-2.000-1,0.000-1.000-5,0.000-4.000-5,0.000-1.000-5,0.000-5.000-8,0.000-5.000-10,0.000-4.000-10,0.000-5.000-10,0.000-4.000-1,0.000-1.000 11,0.000-1.000 9,0.000-1.000 12,0.000-1.000 6,0.000-1.000 3,0.000 2.000 4,0.000-1.000 3,0.000 0.000 2,2.000-1.000 1,1.000 1.000 0,1.000 1.000 1</inkml:trace>
</inkml:ink>
</file>

<file path=ppt/ink/ink14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5"/>
    </inkml:context>
    <inkml:brush xml:id="br0">
      <inkml:brushProperty name="width" value="0.019521988928318" units="cm"/>
      <inkml:brushProperty name="height" value="0.019521988928318" units="cm"/>
      <inkml:brushProperty name="color" value="#000000"/>
      <inkml:brushProperty name="ignorePressure" value="0"/>
    </inkml:brush>
  </inkml:definitions>
  <inkml:trace contextRef="#ctx0" brushRef="#br0">68879.000 26670.000 751,'0.000'-19.000'2,"0.000"5.000"5,0.000 3.000 5,0.000 5.000 5,2.000 1.000 2,4.000 2.000-1,3.000 1.000 0,4.000 2.000 0,2.000-1.000-1,-2.000-1.000-1,-1.000-1.000 0,-2.000-1.000-2,2.000-1.000-1,1.000 2.000-3,4.000 1.000-3,2.000 1.000-2,0.000 1.000-2,-1.000-2.000 1,-1.000-1.000 1,-1.000-2.000 0,-1.000 1.000 0,2.000 1.000-2,1.000 1.000-1,1.000 2.000-2,1.000-1.000 0,1.000-1.000 1,-1.000-1.000 2,0.000-1.000 0,-1.000-1.000 0,-1.000 2.000-1,-1.000 1.000-2,-2.000 2.000 0,1.000 0.000-2,-2.000 0.000 0,2.000 0.000 0,-1.000 0.000 0,-1.000 0.000-1,2.000 0.000-1,-1.000 0.000-1,-1.000 0.000-1,1.000 0.000 1,-2.000 0.000 0,-1.000 0.000 1,-2.000 0.000 1,1.000 0.000 0,1.000 0.000 1,1.000 0.000-1,1.000 0.000 0,1.000 0.000 0,-2.000 2.000 0,-1.000 1.000 0,-2.000 2.000 0,0.000 0.000 1,-2.000 2.000 0,-1.000 1.000 0,-2.000 1.000 1,0.000 2.000-1,-2.000-2.000 2,-1.000 2.000-1,-1.000-2.000 0,-1.000 3.000 1,0.000 1.000 0,0.000 4.000 0,0.000 1.000 0,0.000 3.000 0,0.000 1.000 0,0.000 1.000 0,0.000 1.000 0,0.000 2.000 0,0.000 1.000 1,0.000 1.000-1,0.000 1.000 0,0.000 2.000 1,0.000 1.000 1,0.000 1.000 1,0.000 2.000 1,0.000 0.000 0,0.000 2.000 0,0.000 1.000-2,0.000 2.000 0,0.000-1.000-1,2.000-1.000 1,1.000-1.000 0,1.000-1.000-1,1.000-1.000 1,-2.000-1.000 0,-1.000 2.000-1,-1.000-1.000 1,-1.000 0.000-1,0.000-1.000 1,0.000 1.000 0,0.000 1.000 0,0.000-3.000 1,2.000-4.000-1,1.000-3.000 0,2.000-4.000-1,-1.000-2.000 0,-1.000 0.000-3,-1.000-1.000-1,-2.000 1.000-3,0.000 1.000 0,0.000-2.000 0,0.000 2.000 1,0.000-1.000 0,0.000-1.000 0,-2.000-1.000 0,-1.000-1.000-2,-1.000-2.000-1,-1.000-1.000-2,0.000-2.000-4,0.000-4.000-2,-1.000-2.000-3,1.000-2.000-3,-2.000-3.000 0,-1.000-2.000-2,-1.000-3.000 0,0.000 0.000 1,3.000-1.000 2,2.000 0.000 3,2.000 0.000 2,2.000-2.000 1,-2.000-1.000-1,-1.000-4.000 0,-1.000-1.000-2,-2.000-2.000 2,1.000-1.000 4,0.000 2.000 3,1.000-1.000 3,-1.000-2.000 3,0.000-1.000 1,0.000-4.000 0,-1.000-2.000 1,1.000 1.000 0,-2.000 1.000 1,-1.000 4.000-1,-1.000 2.000 1</inkml:trace>
</inkml:ink>
</file>

<file path=ppt/ink/ink14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5"/>
    </inkml:context>
    <inkml:brush xml:id="br0">
      <inkml:brushProperty name="width" value="0.0181926097720861" units="cm"/>
      <inkml:brushProperty name="height" value="0.0181926097720861" units="cm"/>
      <inkml:brushProperty name="color" value="#000000"/>
      <inkml:brushProperty name="ignorePressure" value="0"/>
    </inkml:brush>
  </inkml:definitions>
  <inkml:trace contextRef="#ctx0" brushRef="#br0">69020.000 27089.000 806,'-19.000'0.000'-16,"5.000"-2.000"4,3.000-1.000 3,5.000-2.000 3,2.000 1.000 10,2.000 1.000 16,4.000 1.000 16,2.000 2.000 17,1.000-1.000 1,0.000-1.000-16,0.000-1.000-15,0.000-1.000-14,0.000-1.000-11,2.000 2.000-5,1.000 1.000-5,2.000 2.000-4,0.000-1.000-2,2.000-1.000 0,1.000-1.000 0,2.000-2.000 1,-1.000 0.000 0,-1.000-2.000 0,-1.000-1.000-1,-1.000-1.000 0,-2.000-1.000 1,2.000 2.000 2,-1.000 1.000 2,-1.000 1.000 3,1.000 2.000 0,-2.000-1.000-4,-1.000 0.000-4,-1.000 0.000-4,-1.000-1.000 1,2.000-1.000 3,1.000-1.000 3,2.000-2.000 4,-2.000 1.000 3,-2.000 1.000 1,-2.000 1.000 3,-2.000 2.000 1,-2.000-1.000 1,2.000-1.000 1,1.000-1.000 0,2.000-1.000 0,-1.000-1.000 1,1.000 2.000 0,0.000 1.000 0,1.000 1.000-1,-2.000 2.000 1,-1.000-2.000 0,-1.000 2.000 0,-2.000-1.000 0,0.000-1.000 0,0.000-1.000 0,0.000-1.000 0,0.000-2.000 0,0.000 1.000 0,0.000 1.000 0,0.000 1.000 0,0.000 2.000 0,0.000 0.000 0,-2.000 2.000 1,-1.000 1.000-1,-1.000 2.000 0,-2.000 0.000 1,1.000 2.000-1,0.000 1.000 1,1.000 2.000-1,-1.000-1.000 0,2.000 2.000 0,1.000-1.000 0,2.000-1.000 0,-1.000 2.000 3,-1.000 1.000 6,-1.000 1.000 7,-2.000 2.000 6,1.000-1.000 2,1.000-1.000 0,1.000-1.000-1,2.000-2.000-1,0.000 1.000-1,0.000 1.000-1,0.000 1.000-1,0.000 2.000-1,0.000-1.000-1,0.000 1.000-3,0.000 1.000-3,0.000-1.000-2,0.000 0.000-2,0.000-1.000-1,0.000 1.000 0,0.000 1.000-2,0.000-1.000 0,0.000 0.000-2,0.000-1.000-2,0.000 1.000-1,-1.000 1.000 0,-1.000-2.000 1,-1.000 2.000 1,-2.000-2.000 1,1.000 2.000-2,1.000 1.000-8,1.000 1.000-7,2.000 1.000-7,-1.000 1.000-4,-1.000-2.000 0,-1.000-1.000 1,-1.000-2.000-1,-1.000 1.000 1,-1.000 1.000 2,2.000 1.000 2,-1.000 1.000 2,-1.000 2.000 2,1.000-1.000 3,0.000 0.000 4,1.000-1.000 2,-1.000 1.000 2,0.000 1.000 1,0.000-1.000 2,-1.000 0.000 1,2.000-2.000 1,-2.000-1.000 0,1.000-4.000 0,0.000-2.000 1,0.000 0.000 0,1.000 1.000 0,-1.000 1.000-1,0.000 2.000 1</inkml:trace>
</inkml:ink>
</file>

<file path=ppt/ink/ink14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5"/>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69059.000 27350.000 1000,'19.000'0.000'-43,"-5.000"0.000"12,-3.000 0.000 11,-5.000 0.000 11,-1.000 0.000 7,1.000 0.000 5,-1.000 0.000 2,-1.000 0.000 5,2.000 0.000-1,-1.000 0.000-6,0.000 0.000-6,0.000 0.000-6,-1.000 0.000-3,1.000 0.000 0,0.000 0.000-1,1.000 0.000 0,-1.000 0.000 0,0.000 0.000 0,0.000 0.000 1,0.000 0.000 1,0.000 0.000 0,0.000 0.000 2,-1.000 0.000 0,1.000 0.000 2,0.000 0.000 1,1.000 2.000 1,-1.000 1.000 1,-1.000 2.000 2</inkml:trace>
</inkml:ink>
</file>

<file path=ppt/ink/ink14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5"/>
    </inkml:context>
    <inkml:brush xml:id="br0">
      <inkml:brushProperty name="width" value="0.0186919160187244" units="cm"/>
      <inkml:brushProperty name="height" value="0.0186919160187244" units="cm"/>
      <inkml:brushProperty name="color" value="#000000"/>
      <inkml:brushProperty name="ignorePressure" value="0"/>
    </inkml:brush>
  </inkml:definitions>
  <inkml:trace contextRef="#ctx0" brushRef="#br0">69220.000 27489.000 784,'-1.000'10.000'-35,"-1.000"-2.000"5,-1.000-1.000 5,-2.000-1.000 5,0.000-1.000 7,1.000-1.000 10,-1.000 1.000 9,0.000 0.000 9,0.000 0.000 11,-1.000-2.000 10,2.000-1.000 11,-1.000-1.000 11,1.000-3.000-2,2.000-1.000-13,4.000-4.000-15,2.000-2.000-12,1.000 0.000-10,0.000 1.000-2,0.000 1.000-3,0.000 2.000-4,0.000-1.000-1,2.000 1.000 0,1.000 0.000 1,2.000 0.000 0,-1.000 1.000-1,-1.000-1.000-2,-1.000 0.000-4,-1.000 0.000-3,-2.000 1.000-3,1.000 2.000-2,0.000 4.000-5,1.000 2.000-2,-2.000 1.000 1,-1.000 2.000 3,-1.000 1.000 6,-2.000 1.000 4,0.000 2.000 3,0.000-2.000 2,0.000 2.000 2,0.000-2.000 1,0.000 2.000 2,0.000-1.000-2,0.000 0.000 0,0.000 0.000-2,0.000 0.000 1,-2.000-1.000 0,-1.000 2.000 1,-1.000-1.000 1,-1.000-1.000-1,2.000-1.000-3,1.000-1.000-2,1.000-2.000-3,1.000 0.000-1,0.000 1.000-1,0.000-1.000 0,0.000 0.000 0,0.000-1.000 0,0.000 2.000 2,0.000-1.000 1,0.000-1.000 1</inkml:trace>
</inkml:ink>
</file>

<file path=ppt/ink/ink14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6"/>
    </inkml:context>
    <inkml:brush xml:id="br0">
      <inkml:brushProperty name="width" value="0.020087942481041" units="cm"/>
      <inkml:brushProperty name="height" value="0.020087942481041" units="cm"/>
      <inkml:brushProperty name="color" value="#000000"/>
      <inkml:brushProperty name="ignorePressure" value="0"/>
    </inkml:brush>
  </inkml:definitions>
  <inkml:trace contextRef="#ctx0" brushRef="#br0">70240.000 26670.000 730,'0.000'-11.000'-4,"0.000"-1.000"-8,0.000-1.000-7,0.000-1.000-8,0.000-1.000 1,0.000 2.000 11,0.000 1.000 10,0.000 2.000 11,0.000 0.000 7,2.000 2.000 2,1.000 1.000 4,2.000 1.000 3,-1.000 2.000 2,1.000 1.000-2,0.000 1.000 0,1.000 1.000-2,0.000 1.000-1,2.000-2.000-1,4.000-1.000-2,1.000-1.000-1,3.000-1.000 0,-2.000 2.000 1,2.000 1.000 1,-1.000 2.000 2,-1.000 0.000-1,2.000 0.000-3,-1.000 0.000-2,-1.000 0.000-4,2.000 0.000-1,1.000 0.000-2,1.000 0.000-1,2.000 0.000-2,0.000-1.000-1,0.000-1.000-2,0.000-1.000 0,-1.000-1.000-1,2.000-1.000-1,-2.000 2.000 1,1.000 1.000-1,0.000 1.000 1,0.000 1.000 0,-2.000-2.000-2,-1.000-1.000 0,-2.000-2.000-2,0.000 1.000 0,-2.000-1.000-1,-1.000 0.000 0,-2.000 0.000 0,1.000 0.000-4,-1.000 2.000-5,-1.000 1.000-6,2.000 2.000-5,-3.000 0.000-6,-4.000 2.000-7,-3.000 1.000-6,-5.000 2.000-7,0.000-1.000 3,-2.000 2.000 10,1.000-1.000 12,0.000-1.000 11,0.000 1.000 6,1.000 0.000 2,-1.000 1.000 2,0.000-1.000 3</inkml:trace>
</inkml:ink>
</file>

<file path=ppt/ink/ink14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6"/>
    </inkml:context>
    <inkml:brush xml:id="br0">
      <inkml:brushProperty name="width" value="0.0195009037852287" units="cm"/>
      <inkml:brushProperty name="height" value="0.0195009037852287" units="cm"/>
      <inkml:brushProperty name="color" value="#000000"/>
      <inkml:brushProperty name="ignorePressure" value="0"/>
    </inkml:brush>
  </inkml:definitions>
  <inkml:trace contextRef="#ctx0" brushRef="#br0">70340.000 26789.000 752,'-19.000'19.000'0,"5.000"-5.000"2,3.000-3.000 2,5.000-5.000 1,1.000-1.000 1,2.000 1.000 1,1.000-1.000 2,1.000 0.000 1,1.000-1.000 0,-2.000 2.000 1,-1.000-1.000 0,-1.000-1.000-1,-1.000 2.000-1,2.000 1.000-1,1.000 1.000-1,1.000 2.000-3,1.000 0.000 1,0.000-1.000 0,0.000 1.000 2,0.000 1.000 1,1.000-1.000-4,1.000 0.000-5,1.000-1.000-7,2.000 1.000-6,0.000 0.000-4,0.000-2.000-1,0.000-1.000-2,0.000-1.000-1,0.000-1.000 0,0.000 2.000 2,-1.000 1.000 0,1.000 2.000 2,0.000-2.000 1,1.000-1.000 1,-1.000-4.000 0,-1.000-1.000 1,2.000-2.000 1,-1.000 0.000 1,0.000 0.000 1,0.000 0.000 2,0.000-2.000 1,2.000-1.000 3,1.000-4.000 1,1.000-1.000 2,2.000-3.000 1,-1.000 1.000 1,-1.000 1.000 0,2.000-1.000 0,-2.000-1.000 1,-1.000-1.000 0,-1.000-1.000 0,-1.000-1.000 0,-2.000-1.000-1,1.000-1.000 1,0.000 1.000 0,1.000 1.000 0,-1.000-1.000 0,0.000 2.000 1,0.000 1.000 0,0.000 2.000 0,0.000-1.000 2,0.000 1.000 5,-1.000 1.000 5,1.000-1.000 5,0.000 0.000 3,1.000 2.000 0,-1.000 1.000 1,-1.000 1.000 0,2.000 2.000 1,-1.000-1.000 1,0.000 0.000 0,0.000 0.000 0,1.000 0.000 2,3.000 0.000-1,2.000-1.000 2,3.000 1.000 0,0.000 1.000-1,-1.000 1.000-4,-1.000 1.000-4,-1.000 1.000-3,-1.000 1.000-4,0.000 0.000-5,-1.000 0.000-5,1.000 0.000-3,1.000 0.000-2,-1.000 0.000 2,-1.000 0.000 1,2.000 0.000 3,-1.000 0.000-1,2.000 0.000-1,1.000 0.000-3,2.000 0.000-1,-1.000 0.000-1,-1.000 0.000 1,-1.000 0.000 0,-1.000 0.000 1,-2.000 0.000-1,2.000 0.000-5,-1.000 0.000-3,-1.000 0.000-3,1.000 1.000-3,-2.000 1.000-1,-1.000 1.000-1,-1.000 1.000 0,-2.000 2.000 0,-1.000 1.000 2,-1.000 1.000 2,-1.000 2.000 1,-3.000-1.000 4,-1.000 1.000 3,-4.000 1.000 4,-2.000-1.000 2,-1.000 0.000 3,-2.000 2.000-2,-1.000 1.000 0,-2.000 2.000-1,1.000-1.000 0,-1.000-1.000 0,-1.000-1.000 0,2.000-1.000 0,-2.000-1.000 0,-1.000 2.000 0,-1.000 1.000 1,-1.000 2.000-1,-1.000 0.000 0,2.000 0.000 1,1.000-1.000 1,1.000 2.000-1,2.000-2.000 2,-1.000-1.000-1,-1.000-1.000 1,2.000-1.000 1,0.000-2.000 0,3.000-1.000-1,2.000-1.000 2,2.000-1.000-1,3.000-1.000 0,-2.000 0.000-2,1.000 0.000 0,0.000 0.000-1,2.000-2.000-1,4.000-1.000-4,3.000-4.000-2,5.000-1.000-2,1.000-3.000-2,2.000-1.000 2,1.000-1.000 1,2.000-2.000 1,-1.000 0.000-1,2.000-2.000-2,-1.000-1.000-2,-1.000-2.000-3,0.000 2.000 1,-3.000 1.000 2,-2.000 4.000 2,-2.000 2.000 3,-2.000 0.000 2,2.000 1.000 2,1.000 0.000 0,2.000 0.000 2</inkml:trace>
</inkml:ink>
</file>

<file path=ppt/ink/ink14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7"/>
    </inkml:context>
    <inkml:brush xml:id="br0">
      <inkml:brushProperty name="width" value="0.0186141300946474" units="cm"/>
      <inkml:brushProperty name="height" value="0.0186141300946474" units="cm"/>
      <inkml:brushProperty name="color" value="#000000"/>
      <inkml:brushProperty name="ignorePressure" value="0"/>
    </inkml:brush>
  </inkml:definitions>
  <inkml:trace contextRef="#ctx0" brushRef="#br0">70459.000 26270.000 787,'-18.000'-45.000'1,"4.000"12.000"2,3.000 11.000 1,4.000 12.000 1,3.000 6.000 4,1.000 5.000 5,1.000 3.000 5,2.000 5.000 6,1.000 1.000 0,2.000 2.000-3,4.000 1.000-4,2.000 2.000-3,0.000 0.000-3,-1.000 2.000-3,-1.000 1.000-3,-1.000 1.000-2,-1.000 2.000-1,2.000 1.000 1,1.000 1.000 0,1.000 1.000 1,2.000 2.000-1,-1.000 1.000-2,-1.000 1.000-3,2.000 1.000-3,-2.000 3.000 0,2.000 1.000 2,-1.000 4.000 2,-1.000 1.000 1,1.000 3.000 0,0.000 1.000-5,1.000 1.000-3,-1.000 2.000-3,-1.000 1.000-3,-1.000 3.000 1,-1.000 2.000-1,-2.000 3.000 1,1.000 1.000 0,1.000 0.000 0,1.000 0.000 1,1.000 0.000 1,0.000-1.000 1,-2.000-1.000 2,-4.000-1.000 3,-2.000-2.000 2,-1.000-1.000 1,0.000-5.000-1,0.000-3.000 0,0.000-4.000 0,0.000-3.000 1,0.000-1.000 3,0.000-1.000 4,0.000-2.000 4,0.000-2.000 0,0.000-6.000-1,0.000-4.000-1,0.000-5.000-1,0.000-4.000-2,-2.000-1.000-1,-1.000-1.000-1,-1.000-2.000-1,-2.000-1.000-4,1.000-2.000-2,0.000-4.000-5,1.000-2.000-4,-1.000-2.000-3,0.000-2.000-1,0.000-4.000-3,-1.000-1.000-1,2.000-3.000-1,-2.000-1.000 1,1.000-1.000 2,0.000-2.000 0,0.000 1.000 2,1.000 1.000 0,-1.000 1.000 1,0.000 2.000 1,0.000 0.000 1,-1.000 2.000 2,2.000 1.000 2,-1.000 2.000 1,0.000-1.000 3,2.000-1.000 1,1.000-1.000 1,1.000-1.000 2</inkml:trace>
</inkml:ink>
</file>

<file path=ppt/ink/ink14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7"/>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70520.000 27310.000 1000,'-11.000'-1.000'-2,"2.000"-1.000"-2,-1.000-1.000-2,-1.000-1.000-3,2.000-1.000-1,1.000 2.000 2,1.000 1.000 1,2.000 1.000 1,0.000 3.000 1,0.000 1.000-1,0.000 4.000 0,-1.000 2.000 0,2.000 0.000 2,-2.000-1.000 2,1.000-1.000 2,0.000-2.000 4,0.000 2.000 0,1.000 1.000-1,-1.000 4.000-2,0.000 1.000 0,0.000 2.000-1,-1.000-2.000 2,2.000-1.000 1,-1.000-2.000 2,-1.000 1.000-1,1.000 1.000-2,0.000 1.000-3,1.000 1.000-3,-1.000 1.000-1,0.000-2.000-1,0.000-1.000-1,-1.000-2.000-1,2.000 0.000 0,-2.000-2.000 1,1.000-1.000 0,0.000-1.000 1,1.000-2.000 0,1.000 2.000-1,1.000-1.000-1,2.000-1.000 0,0.000 0.000-2,2.000-5.000-2,1.000-3.000-2,1.000-4.000-2,2.000-2.000 1,1.000 2.000 3,1.000 1.000 3,2.000 1.000 4,0.000 1.000 2,0.000-2.000 1,-1.000-1.000 0,1.000-1.000 1</inkml:trace>
</inkml:ink>
</file>

<file path=ppt/ink/ink15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7"/>
    </inkml:context>
    <inkml:brush xml:id="br0">
      <inkml:brushProperty name="width" value="0.0174781959503889" units="cm"/>
      <inkml:brushProperty name="height" value="0.0174781959503889" units="cm"/>
      <inkml:brushProperty name="color" value="#000000"/>
      <inkml:brushProperty name="ignorePressure" value="0"/>
    </inkml:brush>
  </inkml:definitions>
  <inkml:trace contextRef="#ctx0" brushRef="#br0">70779.000 27229.000 839,'21.000'-8.000'0,"1.000"1.000"0,1.000 4.000 0,2.000 2.000 0,-2.000 1.000 0,-4.000 0.000 0,-3.000 0.000 0,-4.000 0.000 0,-2.000 1.000 2,0.000 3.000 6,-1.000 2.000 4,1.000 2.000 6,1.000 2.000 2,-1.000 1.000-2,-1.000-1.000 0,2.000 0.000-2,-2.000-1.000-1,-1.000-1.000-3,-1.000-1.000-3,-1.000-1.000-3,-1.000-1.000-2,2.000 2.000-2,1.000 1.000-2,1.000 1.000-1,2.000 0.000-5,-1.000-2.000-4,-1.000-4.000-6,2.000-1.000-4,-5.000-4.000-7,-5.000-1.000-7,-7.000-4.000-8,-6.000-2.000-7</inkml:trace>
</inkml:ink>
</file>

<file path=ppt/ink/ink15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7"/>
    </inkml:context>
    <inkml:brush xml:id="br0">
      <inkml:brushProperty name="width" value="0.0156965870410204" units="cm"/>
      <inkml:brushProperty name="height" value="0.0156965870410204" units="cm"/>
      <inkml:brushProperty name="color" value="#000000"/>
      <inkml:brushProperty name="ignorePressure" value="0"/>
    </inkml:brush>
  </inkml:definitions>
  <inkml:trace contextRef="#ctx0" brushRef="#br0">69920.000 26589.000 934,'8.000'1.000'1,"-2.000"1.000"2,-2.000 1.000 3,-2.000 2.000 1,-2.000 0.000 3,2.000 0.000-1,1.000 0.000 1,2.000 0.000 1,-1.000 0.000-4,-1.000 2.000-6,-1.000 1.000-6,-2.000 2.000-6,1.000 0.000-3,1.000 0.000 2,1.000-1.000 2,2.000 1.000 3,0.000 1.000-1,0.000-2.000-1,0.000 2.000-2,0.000-2.000-2,-1.000 1.000-1,-1.000 1.000-2,-1.000-1.000-3,-1.000 0.000-1,-1.000-1.000 0,2.000-1.000 0,1.000-1.000 2,1.000-1.000 2</inkml:trace>
</inkml:ink>
</file>

<file path=ppt/ink/ink15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7"/>
    </inkml:context>
    <inkml:brush xml:id="br0">
      <inkml:brushProperty name="width" value="0.0275404341518879" units="cm"/>
      <inkml:brushProperty name="height" value="0.0275404341518879" units="cm"/>
      <inkml:brushProperty name="color" value="#000000"/>
      <inkml:brushProperty name="ignorePressure" value="0"/>
    </inkml:brush>
  </inkml:definitions>
  <inkml:trace contextRef="#ctx0" brushRef="#br0">70040.000 26950.000 532,'0.000'10.000'0,"2.000"0.000"0,1.000-1.000 0,2.000 1.000 0,-1.000 0.000 1,-1.000-2.000 0,-1.000-1.000 2,-2.000-1.000 1,0.000-1.000 1,0.000-1.000 1,0.000 1.000 0,0.000 0.000 0,0.000 1.000 0,0.000 1.000-1,0.000 1.000-2,0.000 2.000-2,0.000-1.000 0,0.000 1.000 1,0.000 1.000 2,0.000-1.000 1,0.000 0.000-2,0.000 2.000-4,0.000 1.000-4,0.000 2.000-5,0.000-1.000-1,0.000-1.000 0,0.000-1.000 0,0.000-1.000 0,0.000-1.000 1,0.000-1.000 2,0.000 1.000 0,0.000 1.000 1,0.000-1.000 1,0.000 2.000 1,0.000 1.000 2,0.000 2.000 1,-1.000-1.000 1,-3.000-1.000 0,-2.000-1.000-1,-2.000-1.000 0,-2.000-1.000 0,2.000 0.000-1,1.000-1.000 1,1.000 1.000 0,1.000 1.000 0,-2.000-2.000 2,-1.000 2.000 2,-2.000-2.000 2,1.000 2.000 1,-2.000-1.000-1,2.000 0.000-1,-1.000 0.000 0,0.000 0.000 1,2.000-1.000 1,1.000 2.000 2,1.000-1.000 1,1.000-1.000 1,-2.000-1.000-1,-1.000-1.000 0,-2.000-2.000-2,2.000 0.000 2,2.000 1.000 0,2.000-1.000 2,2.000 0.000 2,2.000-1.000 0,-2.000 2.000-1,-1.000-1.000 0,-1.000-1.000-1,0.000 1.000 0,3.000 0.000 0,2.000 1.000 0,3.000-1.000 1,2.000 0.000 0,3.000 0.000-1,2.000 0.000-1,3.000 0.000-1,1.000-1.000-1,0.000-1.000 0,-1.000-1.000-2,2.000-2.000 1,0.000 0.000-1,3.000 0.000 0,2.000 0.000 0,2.000 0.000 0,2.000 0.000 0,0.000 0.000 0,0.000 0.000 0,0.000 0.000-1,2.000 0.000 0,4.000 0.000 1,3.000 0.000-1,4.000 0.000 0,3.000 0.000 2,-2.000 0.000 2,2.000 0.000 3,-1.000 0.000 2,0.000 2.000 1,2.000 1.000 1,1.000 4.000 0,2.000 2.000 1,-1.000 1.000-1,-1.000 0.000 0,-1.000-1.000-1,-2.000 1.000-1,0.000 1.000-1,-2.000-2.000-2,-1.000 2.000-2,-2.000-2.000-3,1.000 2.000 0,1.000-1.000-1,1.000 0.000 0,1.000 0.000 0,1.000-1.000-1,-2.000-1.000-1,-1.000-1.000-1,-2.000-1.000-1,1.000-1.000 0,1.000 0.000 0,1.000 0.000-1,1.000 0.000 0,2.000-2.000-3,-2.000-1.000-5,2.000-4.000-6,-1.000-1.000-5,-1.000-4.000-1,-1.000-2.000 3,-1.000-2.000 3,-1.000-3.000 4,-2.000 0.000-3,2.000-1.000-8,-1.000 0.000-7,-1.000 0.000-8,0.000-1.000-2,-2.000-1.000 4,-4.000-1.000 4,-2.000-1.000 3,-2.000 0.000 2,-5.000 5.000 1,-3.000 3.000 1,-4.000 5.000 0,-2.000 0.000 1,2.000-1.000 1,1.000-1.000 1,2.000-1.000 0</inkml:trace>
</inkml:ink>
</file>

<file path=ppt/ink/ink15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8"/>
    </inkml:context>
    <inkml:brush xml:id="br0">
      <inkml:brushProperty name="width" value="0.0208636950701475" units="cm"/>
      <inkml:brushProperty name="height" value="0.0208636950701475" units="cm"/>
      <inkml:brushProperty name="color" value="#000000"/>
      <inkml:brushProperty name="ignorePressure" value="0"/>
    </inkml:brush>
  </inkml:definitions>
  <inkml:trace contextRef="#ctx0" brushRef="#br0">71720.000 26529.000 702,'0.000'-10.000'-3,"0.000"-2.000"-6,0.000-1.000-7,0.000-2.000-7,0.000 2.000-1,2.000 1.000 3,1.000 4.000 3,1.000 1.000 3,2.000 3.000 10,1.000-2.000 16,1.000 2.000 16,1.000-1.000 18,1.000 0.000 4,0.000 0.000-5,1.000-1.000-6,-1.000 2.000-6,0.000-2.000-4,2.000 1.000-3,1.000 0.000-2,2.000 0.000-2,1.000 1.000-2,3.000-1.000-3,2.000 0.000-3,2.000 0.000-2,2.000 0.000-3,-2.000 0.000 0,-1.000-1.000-2,-1.000 1.000-1,-2.000 1.000-3,1.000-2.000-1,0.000 2.000-4,1.000-1.000-2,-1.000-1.000 0,2.000-1.000 2,1.000-1.000 2,2.000-2.000 2,-1.000 1.000-3,-1.000 1.000-6,-1.000 1.000-6,-2.000 2.000-7,1.000-1.000-2,-2.000-1.000 3,1.000-1.000 3,0.000-2.000 3,0.000 1.000 1,-2.000 1.000-3,-1.000 1.000-1,-2.000 2.000-3,0.000 0.000 0,-2.000 2.000 2,-1.000 1.000 1,-2.000 1.000 3,-1.000 1.000-3,-5.000 0.000-4,-3.000 0.000-6,-4.000 0.000-4</inkml:trace>
</inkml:ink>
</file>

<file path=ppt/ink/ink15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8"/>
    </inkml:context>
    <inkml:brush xml:id="br0">
      <inkml:brushProperty name="width" value="0.0168098900467157" units="cm"/>
      <inkml:brushProperty name="height" value="0.0168098900467157" units="cm"/>
      <inkml:brushProperty name="color" value="#000000"/>
      <inkml:brushProperty name="ignorePressure" value="0"/>
    </inkml:brush>
  </inkml:definitions>
  <inkml:trace contextRef="#ctx0" brushRef="#br0">71900.000 26289.000 872,'0.000'-11.000'0,"2.000"-2.000"0,1.000-4.000-1,1.000-2.000 1,1.000 1.000 0,-2.000 4.000 2,-1.000 3.000 1,-1.000 4.000 2,-1.000 3.000 1,2.000 1.000 1,1.000 1.000 2,1.000 2.000 1,1.000 1.000 1,-2.000 3.000 1,-1.000 2.000 1,-1.000 2.000 0,-1.000 3.000-1,2.000-2.000-2,1.000 2.000-2,2.000-2.000-3,-1.000 2.000-3,-1.000 1.000-2,-1.000 1.000-3,-2.000 1.000-3,0.000 2.000-1,0.000 1.000 2,0.000 1.000 2,0.000 2.000 2,0.000-1.000-1,0.000-1.000-3,0.000-1.000-4,0.000-1.000-3,0.000-1.000-2,0.000 0.000 2,0.000-1.000 1,0.000 1.000 1,0.000 1.000-1,0.000-1.000-1,0.000 0.000-3,0.000-1.000-3,0.000 0.000 0,0.000-2.000 2,0.000-4.000 2,0.000-2.000 1,1.000-1.000 0,1.000 0.000-1,1.000 1.000 0,2.000-1.000-1,0.000 0.000 0,0.000 0.000 3,0.000 0.000 1,0.000 0.000 4</inkml:trace>
</inkml:ink>
</file>

<file path=ppt/ink/ink15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8"/>
    </inkml:context>
    <inkml:brush xml:id="br0">
      <inkml:brushProperty name="width" value="0.017142903059721" units="cm"/>
      <inkml:brushProperty name="height" value="0.017142903059721" units="cm"/>
      <inkml:brushProperty name="color" value="#000000"/>
      <inkml:brushProperty name="ignorePressure" value="0"/>
    </inkml:brush>
  </inkml:definitions>
  <inkml:trace contextRef="#ctx0" brushRef="#br0">72220.000 26070.000 855,'-19.000'8.000'2,"5.000"-1.000"5,3.000-4.000 4,5.000-2.000 4,1.000 1.000 2,2.000 1.000 0,1.000 4.000 0,1.000 2.000-1,1.000 1.000-2,-2.000-1.000-3,-1.000 1.000-5,-1.000 1.000-3,-1.000-1.000-1,2.000 2.000-1,1.000 1.000 1,2.000 2.000 1,0.000 0.000-2,0.000 2.000-5,0.000 1.000-4,0.000 2.000-4,0.000-1.000-4,0.000-1.000-2,0.000-1.000-4,0.000-2.000-3,0.000 1.000-1,0.000 1.000 0,0.000 1.000 2,0.000 2.000 1,0.000 0.000 1,0.000 0.000 2,0.000-1.000 2,0.000 1.000 2,-1.000-1.000 2,-1.000-2.000 2,-1.000-4.000 1,-2.000-1.000 1</inkml:trace>
</inkml:ink>
</file>

<file path=ppt/ink/ink15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8"/>
    </inkml:context>
    <inkml:brush xml:id="br0">
      <inkml:brushProperty name="width" value="0.015473217703402" units="cm"/>
      <inkml:brushProperty name="height" value="0.015473217703402" units="cm"/>
      <inkml:brushProperty name="color" value="#000000"/>
      <inkml:brushProperty name="ignorePressure" value="0"/>
    </inkml:brush>
  </inkml:definitions>
  <inkml:trace contextRef="#ctx0" brushRef="#br0">71820.000 26789.000 947,'-10.000'0.000'-12,"2.000"0.000"12,1.000 0.000 11,2.000 0.000 13,1.000 1.000-2,2.000 1.000-14,4.000 1.000-15,2.000 2.000-15,1.000-1.000-5,0.000-1.000 5,-1.000-1.000 3,1.000-1.000 4,0.000 0.000 1,1.000 3.000-3,-1.000 2.000-3,-1.000 2.000-3,1.000 2.000 0,-2.000-2.000 4,-1.000-1.000 4,-1.000-1.000 4,-1.000-2.000 2,2.000 2.000 3,1.000-1.000 1,2.000-1.000 2</inkml:trace>
</inkml:ink>
</file>

<file path=ppt/ink/ink15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9"/>
    </inkml:context>
    <inkml:brush xml:id="br0">
      <inkml:brushProperty name="width" value="0.0147018078714609" units="cm"/>
      <inkml:brushProperty name="height" value="0.0147018078714609" units="cm"/>
      <inkml:brushProperty name="color" value="#000000"/>
      <inkml:brushProperty name="ignorePressure" value="0"/>
    </inkml:brush>
  </inkml:definitions>
  <inkml:trace contextRef="#ctx0" brushRef="#br0">71879.000 27410.000 997,'0.000'7.000'-57,"0.000"-5.000"28,0.000-4.000 28,0.000-5.000 28,0.000-4.000 7,0.000-1.000-13,0.000-1.000-13,0.000-1.000-14,1.000-2.000-6,1.000-1.000 1,1.000-1.000 2,2.000-2.000 1,-1.000 2.000-1,-1.000 1.000-3,-1.000 4.000-4,-1.000 1.000-2,-1.000 2.000-2,2.000-2.000 0,1.000-1.000-1,1.000-2.000 1</inkml:trace>
</inkml:ink>
</file>

<file path=ppt/ink/ink15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9"/>
    </inkml:context>
    <inkml:brush xml:id="br0">
      <inkml:brushProperty name="width" value="0.0203109979629517" units="cm"/>
      <inkml:brushProperty name="height" value="0.0203109979629517" units="cm"/>
      <inkml:brushProperty name="color" value="#000000"/>
      <inkml:brushProperty name="ignorePressure" value="0"/>
    </inkml:brush>
  </inkml:definitions>
  <inkml:trace contextRef="#ctx0" brushRef="#br0">72059.000 26729.000 722,'2.000'-9.000'0,"1.000"-1.000"0,4.000 0.000 0,1.000-1.000 0,2.000 3.000 1,-2.000 2.000 2,-1.000 2.000 2,-2.000 3.000 2,1.000 0.000 1,1.000-1.000 3,1.000-1.000 0,2.000-1.000 3,0.000-1.000 0,2.000 2.000 0,1.000 1.000 0,2.000 2.000 1,0.000 0.000-2,0.000 0.000-2,-1.000 0.000-2,2.000 0.000-3,-2.000 0.000-2,-1.000 0.000 0,-1.000 0.000-2,-1.000 0.000 1,-1.000 0.000-3,-1.000 0.000-3,2.000 0.000-2,-1.000 0.000-4,0.000 0.000 0,0.000 2.000 2,-1.000 1.000 3,1.000 2.000 1,1.000-1.000 0,-1.000-1.000 0,-1.000-1.000-1,2.000-1.000 0,-2.000-1.000-4,-1.000 2.000-4,-1.000 1.000-4,-1.000 1.000-5,-2.000 1.000-1,-1.000 0.000 2,-1.000 1.000 3,-2.000-1.000 2,0.000 0.000 1,-2.000 2.000 3,-1.000 1.000 2,-1.000 1.000 1,-2.000 1.000 2,-1.000 1.000-1,-1.000-1.000-1,-1.000 0.000 1,-2.000-1.000-1,2.000-1.000 1,-1.000-1.000 1,-1.000-1.000 0,1.000-1.000 0,-2.000 2.000 1,-1.000 1.000 0,-2.000 1.000 1,1.000 1.000-1,1.000 1.000 0,1.000-1.000 1,1.000 0.000-1,1.000-1.000 0,-2.000 1.000 1,-1.000 1.000 1,-2.000-1.000 0,1.000 0.000 0,-1.000-1.000 1,-1.000 1.000 1,2.000 1.000 0,-2.000-1.000 1,2.000 0.000-1,-1.000-1.000 1,-1.000 1.000 0,3.000 0.000 0,1.000-2.000 0,4.000-1.000 0,2.000-1.000 0,0.000-1.000 0,-1.000-1.000 0,-1.000 1.000 0,-1.000 0.000 0,0.000 0.000 0,3.000 1.000 3,2.000-1.000 0,3.000 0.000 2,1.000-1.000 2,2.000 2.000 2,1.000-1.000 2,1.000-1.000 2,2.000 1.000 0,-1.000-2.000 0,0.000-1.000-1,0.000-2.000-1,-1.000 1.000 0,1.000 1.000 0,0.000 1.000-1,1.000 2.000-1,-1.000 0.000 1,0.000 0.000-2,0.000 0.000-1,0.000 0.000-1,0.000 0.000 0,0.000-1.000 1,-1.000 1.000 1,1.000 0.000 1,0.000 1.000 0,1.000 1.000 0,-1.000 1.000-2,-1.000 2.000 0,1.000-1.000-1,-2.000 1.000 0,-1.000 1.000 0,-1.000-1.000 0,-1.000 0.000 0,2.000-1.000 0,1.000 1.000 0,2.000 1.000 1,-1.000-1.000-1,1.000 0.000 0,0.000-1.000 0,1.000 1.000-1,-1.000 1.000 1,0.000-2.000 0,0.000 2.000 1,0.000-2.000 0,0.000 1.000 1,2.000-2.000-1,1.000-1.000 0,2.000-1.000-1,0.000-2.000 0,2.000-1.000-1,1.000-1.000 1,2.000-1.000-1,-1.000-1.000 0,2.000 0.000 0,-1.000 0.000 1,-1.000 0.000-1,2.000 0.000 1,-2.000 0.000-1,2.000 0.000-1,-1.000 0.000-1,0.000-2.000 0,2.000-1.000 0,1.000-4.000-1,1.000-1.000 1,1.000-3.000-1,-2.000-1.000 0,-1.000-1.000-1,-2.000-1.000 1,0.000-1.000-1,-2.000 2.000 2,-1.000 1.000 0,-2.000 2.000 0,0.000-1.000 0,-2.000 1.000-2,-1.000 1.000-4,-2.000-1.000-1,0.000 0.000-2,1.000 0.000 1,-1.000-1.000 2,-1.000 2.000 0,2.000-1.000-3,-1.000 0.000-5,0.000-1.000-6,0.000 1.000-5,-1.000 1.000-2,-1.000-1.000 3,-1.000 0.000 3,-2.000-1.000 3,0.000 1.000-3,-2.000-2.000-9,-1.000-1.000-10,-1.000-2.000-9,-1.000 2.000-1,2.000 1.000 11,1.000 4.000 8,2.000 2.000 11</inkml:trace>
</inkml:ink>
</file>

<file path=ppt/ink/ink15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09"/>
    </inkml:context>
    <inkml:brush xml:id="br0">
      <inkml:brushProperty name="width" value="0.0198530778288841" units="cm"/>
      <inkml:brushProperty name="height" value="0.0198530778288841" units="cm"/>
      <inkml:brushProperty name="color" value="#000000"/>
      <inkml:brushProperty name="ignorePressure" value="0"/>
    </inkml:brush>
  </inkml:definitions>
  <inkml:trace contextRef="#ctx0" brushRef="#br0">73220.000 26489.000 738,'-27.000'-17.000'2,"6.000"5.000"1,7.000 4.000 4,6.000 6.000 2,3.000 2.000 2,0.000 0.000 1,0.000 0.000 2,-1.000 0.000 1,2.000 1.000 3,1.000 5.000 1,1.000 3.000 4,2.000 4.000 2,0.000 3.000 0,0.000-1.000-4,0.000 0.000-3,0.000-1.000-4,0.000 1.000-3,0.000 1.000-3,0.000-1.000-3,0.000 0.000-4,0.000 0.000-1,0.000 2.000-1,0.000 1.000-1,0.000 2.000-1,0.000 1.000-1,0.000 3.000 1,0.000 2.000 0,0.000 3.000 1,0.000 1.000-1,0.000-1.000-1,0.000 1.000-1,0.000 0.000 0,0.000 0.000-1,2.000 1.000 0,1.000-1.000 0,1.000 0.000-1,1.000-1.000 0,-2.000-1.000-2,-1.000-1.000-2,-1.000-1.000-1,-1.000-3.000 0,0.000-1.000 0,0.000-4.000 0,0.000-1.000 2,0.000-3.000-1,2.000-1.000-1,1.000-1.000 0,2.000-1.000 0,-1.000-3.000-3,-1.000-4.000-4,-1.000-3.000-3,-2.000-4.000-4,1.000-4.000-1,1.000-1.000 2,1.000-4.000 3,2.000-1.000 3,-1.000-3.000 2,-1.000-1.000 3,-1.000-1.000 3,-2.000-1.000 2,0.000-2.000 3,0.000-1.000 0,0.000-1.000 3,0.000-1.000 1,1.000 0.000 0,1.000 5.000 1,1.000 3.000 0,2.000 4.000 1,-1.000 2.000 0,-1.000-2.000 0,-1.000-1.000-1,-1.000-2.000 1</inkml:trace>
</inkml:ink>
</file>

<file path=ppt/ink/ink16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10"/>
    </inkml:context>
    <inkml:brush xml:id="br0">
      <inkml:brushProperty name="width" value="0.0221939627081156" units="cm"/>
      <inkml:brushProperty name="height" value="0.0221939627081156" units="cm"/>
      <inkml:brushProperty name="color" value="#000000"/>
      <inkml:brushProperty name="ignorePressure" value="0"/>
    </inkml:brush>
  </inkml:definitions>
  <inkml:trace contextRef="#ctx0" brushRef="#br0">73159.000 26089.000 660,'1.000'-26.000'4,"1.000"5.000"5,1.000 7.000 7,2.000 6.000 6,0.000 3.000 2,2.000 2.000-4,1.000 1.000-4,2.000 2.000-2,0.000 0.000-3,2.000 0.000 1,1.000 0.000 0,2.000 0.000 1,0.000 0.000 0,2.000 0.000-1,1.000 0.000 1,2.000 0.000-1,0.000 0.000 0,2.000 0.000-2,1.000 0.000 0,1.000 0.000-1,1.000 0.000-1,0.000 0.000 0,0.000 0.000 1,0.000 0.000 0,0.000-1.000-1,-2.000-1.000-2,-1.000-1.000-1,-1.000-1.000-3,-1.000-1.000 1,2.000 2.000-1,1.000 1.000 2,2.000 1.000 0,-1.000 1.000 0,-1.000-2.000-1,-1.000-1.000-3,-2.000-2.000 0,-1.000 1.000-2,-2.000 1.000 1,-4.000 1.000-1,-1.000 2.000 0,-2.000-1.000 1,2.000-1.000 0,1.000-1.000 0,2.000-1.000 1,-1.000-1.000 0,-1.000 2.000 0,-1.000 1.000-1,-1.000 2.000-1,-1.000 0.000 1,0.000 0.000 0,-1.000 0.000 0,1.000 0.000 0,-1.000 1.000 1,-2.000 2.000 1,-4.000 4.000-1,-1.000 2.000 1,-2.000 0.000 0,2.000 1.000 0,1.000 1.000-2,1.000-1.000 0,1.000 0.000 0,-2.000 2.000 1,-1.000 1.000 0,-1.000 2.000 1,-1.000 0.000-1,0.000 2.000-1,0.000 1.000-2,0.000 1.000-2,0.000 3.000 0,0.000 2.000 1,0.000 2.000 2,0.000 2.000 1,0.000 3.000-1,0.000 1.000-1,0.000 1.000-3,0.000 2.000-1,0.000 1.000-2,0.000 2.000 1,0.000 4.000 0,0.000 2.000 0,0.000 1.000 1,0.000 0.000-1,0.000-1.000 2,0.000 2.000 0,0.000-2.000 0,2.000-1.000 1,1.000-1.000 0,1.000-1.000 0,2.000-1.000 0,-1.000 0.000 0,0.000-1.000 0,0.000 1.000 0,-1.000-1.000 0,1.000-3.000-2,0.000-2.000-2,1.000-2.000-1,-2.000-3.000-1,-1.000-1.000 0,-1.000-1.000 2,-2.000-2.000 0,1.000-1.000 2,1.000-2.000 1,1.000-4.000 4,2.000-1.000 1,-1.000-3.000 2,-1.000-1.000-2,-1.000-1.000-1,-1.000-1.000-1,-2.000-2.000-1,-1.000-1.000-2,-1.000-1.000-2,-1.000-2.000-1,-1.000 0.000-1,-1.000-2.000 2,2.000-1.000 0,-1.000-1.000 2,-1.000-2.000 0,1.000-1.000-1,0.000-1.000-2,1.000-2.000 0,-1.000 0.000-2,0.000-2.000 0,0.000-1.000-1,-1.000-1.000 0,1.000-1.000-2,-2.000 0.000 0,-1.000-1.000-2,-1.000 2.000-2,-2.000-2.000 2,2.000-1.000 3,-2.000-1.000 4,1.000-1.000 4,1.000-1.000 2,-2.000-1.000 0,2.000 2.000 1,-1.000-1.000 1,0.000 1.000 1,2.000 2.000-1,1.000 4.000 1,2.000 2.000 0,-1.000-1.000-1,-1.000-2.000 1,-1.000-2.000 0,-2.000-3.000 0</inkml:trace>
</inkml:ink>
</file>

<file path=ppt/ink/ink16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10"/>
    </inkml:context>
    <inkml:brush xml:id="br0">
      <inkml:brushProperty name="width" value="0.0184521917253733" units="cm"/>
      <inkml:brushProperty name="height" value="0.0184521917253733" units="cm"/>
      <inkml:brushProperty name="color" value="#000000"/>
      <inkml:brushProperty name="ignorePressure" value="0"/>
    </inkml:brush>
  </inkml:definitions>
  <inkml:trace contextRef="#ctx0" brushRef="#br0">73459.000 26470.000 794,'-9.000'9.000'14,"1.000"-1.000"-2,1.000-1.000 1,1.000-1.000-1,2.000-1.000 2,1.000 2.000 4,1.000 1.000 3,2.000 1.000 5,1.000 1.000-1,3.000-2.000-5,2.000-1.000-4,3.000-1.000-6,1.000-2.000-6,0.000-1.000-5,-1.000-1.000-7,1.000-1.000-5,1.000-1.000-4,-1.000 0.000 1,-1.000 0.000 1,2.000 0.000 1,-1.000-1.000-1,2.000-1.000-1,1.000-1.000-2,2.000-1.000-1,-2.000-1.000 0,-2.000 2.000-1,-2.000 1.000 0,-3.000 2.000 0,-1.000 0.000 0,1.000 0.000 0,-1.000 0.000 0,-1.000 0.000 0,2.000 0.000 1,-1.000 0.000 3,0.000 0.000 3,0.000 0.000 2,-1.000 0.000 3,-1.000 2.000 2,-1.000 1.000 1,-2.000 2.000 2,0.000-1.000 2,-2.000-1.000-1,-1.000-1.000 1,-1.000-1.000 1,-1.000 0.000-1,0.000 3.000 1,0.000 2.000 0,-1.000 2.000 0</inkml:trace>
</inkml:ink>
</file>

<file path=ppt/ink/ink16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10"/>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73579.000 26789.000 1000,'0.000'19.000'-14,"0.000"-5.000"4,0.000-3.000 3,0.000-5.000 5,0.000-1.000 1,0.000 1.000-2,0.000-1.000-2,0.000 0.000-2,0.000-1.000 0,0.000 2.000-1,0.000-1.000-1,0.000-1.000 1,0.000 1.000 0,0.000 0.000-1,0.000 1.000 1,0.000-1.000 0,1.000-1.000 0,1.000-1.000-1,1.000-1.000-1,2.000-1.000-1,0.000-2.000 1,0.000-1.000 2,-1.000-1.000 2,1.000-1.000 3,1.000-2.000 2,1.000 1.000 2,1.000 0.000 3,2.000 0.000 1,-1.000 1.000 1,-1.000-1.000-1,-1.000 0.000-1,-1.000 0.000-1,-1.000 0.000 0,2.000 0.000-1,1.000-1.000 0,2.000 1.000 0,-1.000 1.000-1,-1.000-2.000 1,-1.000 2.000 1,-2.000-1.000-1,1.000 0.000 0,-1.000 2.000 1,0.000 1.000-1,0.000 2.000 0,-1.000-1.000 1,1.000-1.000 1,0.000-1.000 1,1.000-1.000 1,-1.000-1.000 1,0.000 2.000-2,0.000 1.000 0,0.000 1.000-2,0.000 1.000 1,0.000 0.000 0,-1.000 0.000 0,1.000 0.000 0,0.000 1.000 0,-2.000 1.000 0,-1.000 1.000-1,-1.000 2.000 0,-1.000 0.000 0,0.000 0.000 1,0.000 0.000 2,0.000 0.000 0,0.000 0.000 1,2.000 2.000-3,1.000 1.000-2,1.000 2.000-2,1.000-1.000 0,-2.000-1.000 0,-1.000-1.000 2,-1.000-2.000 0,-1.000 1.000 0,0.000 1.000 0,0.000 1.000-2,0.000 2.000-1,0.000-1.000 0,0.000-1.000-1,0.000-1.000 0,0.000-2.000-1,0.000 1.000-1,0.000 1.000-2,0.000 1.000-3,0.000 2.000-3,-1.000-1.000 0,-1.000-1.000 1,-1.000-1.000 1,-2.000-1.000 2,1.000-1.000-2,-2.000 0.000-5,1.000 0.000-4,0.000 0.000-4,0.000-1.000 0,1.000-1.000 5,-1.000-1.000 5,0.000-2.000 5,-1.000 0.000 4,-1.000 0.000 0,-1.000 0.000 2,-2.000 0.000 0,1.000 0.000 1,1.000 0.000 1,1.000 0.000-1,1.000 0.000 1</inkml:trace>
</inkml:ink>
</file>

<file path=ppt/ink/ink16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11"/>
    </inkml:context>
    <inkml:brush xml:id="br0">
      <inkml:brushProperty name="width" value="0.0162578877061605" units="cm"/>
      <inkml:brushProperty name="height" value="0.0162578877061605" units="cm"/>
      <inkml:brushProperty name="color" value="#000000"/>
      <inkml:brushProperty name="ignorePressure" value="0"/>
    </inkml:brush>
  </inkml:definitions>
  <inkml:trace contextRef="#ctx0" brushRef="#br0">73520.000 26410.000 902,'1.000'-9.000'-2,"3.000"3.000"-1,2.000 2.000-4,3.000 2.000-2,0.000 3.000 1,-1.000 1.000 2,-1.000 1.000 2,-1.000 2.000 3,-2.000 1.000 3,-1.000 2.000 3,-1.000 4.000 4,-2.000 1.000 3,0.000 2.000 0,0.000 1.000 0,0.000-1.000-1,0.000 0.000 0,0.000 1.000-1,0.000 2.000 0,0.000 4.000 0,0.000 1.000 1,0.000 3.000-2,0.000 1.000-3,0.000 1.000-3,0.000 1.000-3,0.000 1.000-1,0.000 1.000 1,0.000-1.000 1,0.000 0.000 2,0.000-1.000-2,0.000 2.000-1,0.000-1.000-4,0.000-1.000-2,0.000 1.000-1,0.000-2.000 0,0.000-1.000 0,0.000-2.000 1,0.000 0.000-3,0.000-2.000-4,0.000-1.000-4,0.000-2.000-4,0.000 0.000-1,-2.000-2.000 2,-1.000-1.000 3,-1.000-1.000 1,-2.000-2.000 2,1.000-1.000-2,0.000-1.000-2,1.000-1.000 0,-1.000-2.000 0,0.000-1.000 3,0.000-1.000 3,-1.000-2.000 2,2.000 0.000 3,-2.000 0.000 2,1.000 1.000 1,0.000-1.000 2</inkml:trace>
</inkml:ink>
</file>

<file path=ppt/ink/ink16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11"/>
    </inkml:context>
    <inkml:brush xml:id="br0">
      <inkml:brushProperty name="width" value="0.0236772354692221" units="cm"/>
      <inkml:brushProperty name="height" value="0.0236772354692221" units="cm"/>
      <inkml:brushProperty name="color" value="#000000"/>
      <inkml:brushProperty name="ignorePressure" value="0"/>
    </inkml:brush>
  </inkml:definitions>
  <inkml:trace contextRef="#ctx0" brushRef="#br0">73320.000 27329.000 619,'-27.000'0.000'2,"6.000"0.000"6,7.000 0.000 5,6.000 0.000 4,6.000 0.000 8,6.000 0.000 8,7.000 0.000 8,5.000 0.000 8,5.000 0.000 0,-2.000 0.000-10,1.000 0.000-10,0.000 0.000-10,0.000 0.000-6,1.000 0.000-1,-1.000 0.000-1,0.000 0.000-1,0.000 0.000-2,2.000 0.000-6,1.000 0.000-3,1.000 0.000-5,1.000 0.000-4,0.000-2.000-4,0.000-1.000-3,0.000-1.000-5,0.000-1.000-1,0.000 0.000 1,0.000-1.000 0,0.000 2.000 0,0.000-2.000-1,-2.000 1.000-3,-1.000 0.000-3,-1.000 0.000-4,-2.000 1.000-1,1.000-1.000 2,0.000 0.000 0,1.000 0.000 2,-3.000 0.000 2,-2.000 0.000 5,-2.000-1.000 4,-3.000 1.000 5,-1.000 1.000 3,0.000 1.000 1,1.000 1.000 3,-1.000 1.000 1</inkml:trace>
</inkml:ink>
</file>

<file path=ppt/ink/ink16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0"/>
    </inkml:context>
    <inkml:brush xml:id="br0">
      <inkml:brushProperty name="width" value="0.0191463530063629" units="cm"/>
      <inkml:brushProperty name="height" value="0.0191463530063629" units="cm"/>
      <inkml:brushProperty name="color" value="#000000"/>
      <inkml:brushProperty name="ignorePressure" value="0"/>
    </inkml:brush>
  </inkml:definitions>
  <inkml:trace contextRef="#ctx0" brushRef="#br0">67540.000 29389.000 766,'-2.000'-11.000'1,"-1.000"-2.000"3,-4.000-4.000 2,-1.000-2.000 3,-1.000 1.000 2,2.000 4.000-1,4.000 3.000 0,2.000 4.000-1,1.000 3.000 2,2.000-1.000 5,1.000 0.000 4,1.000 0.000 4,2.000 0.000 1,1.000 2.000-3,1.000 1.000-4,2.000 2.000-3,0.000 1.000-4,0.000 2.000-3,-1.000 4.000-5,1.000 2.000-3,0.000 1.000-1,-2.000-1.000 0,-1.000 2.000 2,-2.000-1.000 0,0.000 0.000-1,1.000 2.000-4,-1.000 1.000-4,-1.000 2.000-5,1.000 0.000-2,-2.000 0.000-2,-1.000-1.000-1,-1.000 2.000-2,-1.000-2.000 1,2.000-1.000 0,1.000-1.000 1,2.000-1.000 2,-1.000-1.000 0,-1.000-1.000 0,-1.000 2.000 0,-2.000-1.000 0,0.000 0.000 0,0.000-1.000 1,0.000 1.000 0,0.000 1.000 0,0.000-2.000-1,0.000-1.000 0,0.000-1.000-2,0.000-2.000-1,0.000 0.000 2,-2.000-2.000 3,-1.000-1.000 4,-1.000-2.000 5</inkml:trace>
</inkml:ink>
</file>

<file path=ppt/ink/ink16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0"/>
    </inkml:context>
    <inkml:brush xml:id="br0">
      <inkml:brushProperty name="width" value="0.019833367317915" units="cm"/>
      <inkml:brushProperty name="height" value="0.019833367317915" units="cm"/>
      <inkml:brushProperty name="color" value="#000000"/>
      <inkml:brushProperty name="ignorePressure" value="0"/>
    </inkml:brush>
  </inkml:definitions>
  <inkml:trace contextRef="#ctx0" brushRef="#br0">67659.000 29089.000 739,'0.000'-10.000'1,"0.000"1.000"3,0.000-1.000 3,0.000 0.000 2,1.000 0.000 3,1.000 2.000 2,1.000 1.000 4,2.000 2.000 1,0.000 0.000 1,2.000 2.000-2,1.000 1.000-3,2.000 2.000-2,0.000-1.000-1,2.000-1.000 0,1.000-1.000-1,2.000-1.000-1,-1.000-1.000 0,2.000 2.000-3,-2.000 1.000-1,1.000 1.000-3,1.000 1.000 1,-2.000 0.000 0,2.000 0.000 2,-1.000 0.000 1,0.000 0.000 0,2.000 0.000-3,1.000 0.000-2,2.000 0.000-2,-2.000 0.000-1,-1.000 0.000 1,-4.000 0.000 1,-1.000 0.000 2,-2.000 0.000-1,2.000 0.000-2,1.000 0.000-1,2.000 0.000-3,-1.000 2.000 0,-1.000 1.000-1,-1.000 4.000 0,-1.000 2.000 1,-2.000 1.000-1,-1.000-1.000 1,-1.000 1.000 0,-2.000 1.000 1,0.000-1.000-1,-2.000 2.000 1,-1.000 1.000 0,-1.000 2.000 0,-1.000 0.000 0,0.000 2.000 0,0.000 1.000 0,0.000 2.000 0,-1.000 0.000 0,-1.000 0.000 0,-1.000-1.000 1,-2.000 2.000 0,0.000-2.000 0,-2.000 1.000 1,-1.000 0.000 0,-1.000 0.000 1,-2.000 1.000 0,2.000 1.000-3,-2.000 1.000-1,1.000 2.000-3,0.000-2.000 0,-2.000-1.000 1,-1.000-4.000 0,-2.000-1.000 1,0.000-2.000-2,0.000 2.000-5,1.000 1.000-3,-1.000 2.000-6,0.000-2.000-1,2.000-2.000-2,1.000-2.000-1,2.000-3.000-1,-1.000-1.000 0,-1.000-2.000 2,-1.000-1.000 1,-1.000-1.000 1,-1.000-2.000 3,2.000-1.000 3,1.000-1.000 4,2.000-1.000 3,0.000-1.000 3,2.000 0.000 1,1.000 0.000 2,2.000 0.000 1,-1.000 0.000 1,-1.000 0.000 0,-1.000 0.000 0,-1.000 0.000 1</inkml:trace>
</inkml:ink>
</file>

<file path=ppt/ink/ink16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0"/>
    </inkml:context>
    <inkml:brush xml:id="br0">
      <inkml:brushProperty name="width" value="0.0164127387106419" units="cm"/>
      <inkml:brushProperty name="height" value="0.0164127387106419" units="cm"/>
      <inkml:brushProperty name="color" value="#000000"/>
      <inkml:brushProperty name="ignorePressure" value="0"/>
    </inkml:brush>
  </inkml:definitions>
  <inkml:trace contextRef="#ctx0" brushRef="#br0">67679.000 29289.000 893,'11.000'0.000'52,"1.000"0.000"-17,1.000 0.000-17,1.000 0.000-16,2.000 0.000-10,-2.000 0.000-2,2.000 0.000-2,-1.000 0.000-2,-2.000 0.000 0,-1.000 0.000 2,-4.000 0.000 1,-2.000 0.000 3,0.000 0.000 1,-1.000 0.000 2,0.000 0.000 3,0.000 0.000 2,-1.000 2.000 1,-1.000 1.000 1,-1.000 4.000 1,-2.000 2.000 1,0.000 1.000 1,-2.000-1.000-1,-1.000 1.000-1,-1.000 1.000-1,-1.000-2.000 1,0.000-1.000 0,0.000-1.000 1,-1.000-2.000 0,2.000 1.000 0,-2.000 1.000 0,1.000 1.000-2,0.000 2.000 0,1.000-1.000-1,1.000-1.000 0,1.000-1.000 1,2.000-2.000 0,0.000 1.000-2,0.000 1.000-3,0.000 1.000-4,0.000 2.000-3,0.000-1.000-4,0.000-1.000-4,0.000-1.000-4,0.000-1.000-4,0.000-1.000-1,0.000 0.000 4,0.000 0.000 3,0.000 0.000 3,0.000 0.000 3,2.000-1.000 0,1.000 1.000 1,1.000 0.000 0</inkml:trace>
</inkml:ink>
</file>

<file path=ppt/ink/ink16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1"/>
    </inkml:context>
    <inkml:brush xml:id="br0">
      <inkml:brushProperty name="width" value="0.0216904301196337" units="cm"/>
      <inkml:brushProperty name="height" value="0.0216904301196337" units="cm"/>
      <inkml:brushProperty name="color" value="#000000"/>
      <inkml:brushProperty name="ignorePressure" value="0"/>
    </inkml:brush>
  </inkml:definitions>
  <inkml:trace contextRef="#ctx0" brushRef="#br0">67340.000 29810.000 676,'-10.000'-10.000'2,"2.000"2.000"6,1.000 1.000 6,1.000 1.000 5,3.000 2.000 4,4.000-1.000 2,3.000 0.000 2,5.000 0.000 3,1.000 0.000-1,2.000 0.000-4,1.000 0.000-4,2.000-1.000-4,-1.000 2.000-3,2.000-2.000-2,-1.000 2.000-3,-1.000-1.000-1,3.000 0.000-3,2.000 0.000 1,2.000-1.000-1,2.000 2.000 0,2.000-2.000-1,-2.000-1.000 0,-1.000-1.000 1,-1.000-1.000-1,-1.000-1.000-2,2.000 2.000-2,1.000 1.000-3,2.000 1.000-3,-1.000 1.000-2,-1.000-2.000 0,-1.000-1.000 0,-2.000-1.000 0,1.000-1.000-2,-2.000 2.000-2,1.000 1.000-3,0.000 1.000-3,0.000 2.000 0,1.000-1.000 0,-1.000 0.000 3,0.000 0.000 1,-2.000 0.000-1,-4.000 0.000-3,-3.000 0.000-2,-4.000-1.000-4,-2.000 2.000 0,0.000 1.000 2,-1.000 1.000 2,1.000 1.000 3,0.000 2.000-1,-2.000 1.000 0,-1.000 1.000-3,-1.000 1.000-1,-2.000 2.000 1,-1.000 1.000 4,-1.000 1.000 3,-2.000 2.000 4,0.000 0.000 2,-2.000-1.000 2,-1.000 2.000 2,-2.000-1.000 2,1.000 0.000 0,-2.000 2.000 1,2.000 1.000 0,-1.000 2.000 1,0.000-1.000-1,0.000-1.000 1,-1.000-1.000 0,2.000-1.000 0</inkml:trace>
</inkml:ink>
</file>

<file path=ppt/ink/ink16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1"/>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67500.000 29810.000 1000,'8.000'9.000'-1,"-2.000"-1.000"1,-2.000-1.000-1,-2.000-2.000 0,-2.000 1.000 0,2.000 1.000 1,1.000 1.000 0,1.000 2.000 0,1.000-1.000 1,-2.000-1.000-1,-1.000-1.000 0,-1.000-1.000 0,-1.000 0.000 0,0.000 2.000-1,0.000 4.000 1,0.000 1.000 0,0.000 2.000 0,0.000 1.000-1,0.000-1.000 1,0.000 0.000-2,0.000-1.000-1,0.000-1.000-5,0.000-1.000-4,0.000-1.000-4,0.000-1.000-1,0.000 2.000 2,0.000 1.000 2,0.000 2.000 2,0.000-1.000 0,0.000-1.000 0,0.000-1.000-3,0.000-1.000 0,0.000-2.000 0,0.000-1.000 1,0.000-1.000 2,0.000-2.000 2,0.000 0.000 0,0.000 0.000 2,0.000 1.000 0,0.000-1.000 1,0.000-2.000 2,0.000-4.000 0,0.000-3.000 2,0.000-5.000 0</inkml:trace>
</inkml:ink>
</file>

<file path=ppt/ink/ink17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1"/>
    </inkml:context>
    <inkml:brush xml:id="br0">
      <inkml:brushProperty name="width" value="0.0161244366317987" units="cm"/>
      <inkml:brushProperty name="height" value="0.0161244366317987" units="cm"/>
      <inkml:brushProperty name="color" value="#000000"/>
      <inkml:brushProperty name="ignorePressure" value="0"/>
    </inkml:brush>
  </inkml:definitions>
  <inkml:trace contextRef="#ctx0" brushRef="#br0">67779.000 29729.000 909,'0.000'27.000'1,"0.000"-6.000"0,0.000-7.000 3,0.000-5.000 1,0.000-4.000 1,0.000 2.000 1,0.000 1.000 0,0.000 1.000 0,0.000 2.000 2,0.000 1.000 0,0.000 1.000 0,0.000 1.000 1,0.000 2.000-1,0.000 1.000-4,0.000 1.000-3,0.000 2.000-4,1.000 0.000-1,1.000 2.000 1,1.000 1.000 2,2.000 1.000 2,-1.000 2.000-1,-1.000 1.000-2,-1.000 1.000-2,-1.000 2.000-1,-1.000-1.000-2,0.000-1.000 1,0.000-1.000 1,0.000-1.000 0,0.000-1.000 2,2.000 0.000 1,1.000 0.000 2,1.000 0.000 1,1.000 0.000 1,-2.000 0.000-2,-1.000 0.000 0,-1.000 0.000-2,-1.000-1.000 0,0.000-1.000 0,0.000-1.000 1,0.000-1.000 1,0.000-2.000-1,0.000-1.000-3,0.000-1.000-3,0.000-1.000-2,-1.000-3.000-1,-1.000-1.000 1,-1.000-4.000 2,-2.000-1.000 0,0.000-3.000 0,1.000-1.000-3,-1.000-1.000-2,0.000-1.000-3,0.000-2.000-4,-1.000-1.000-4,2.000-1.000-5,-1.000-1.000-4</inkml:trace>
</inkml:ink>
</file>

<file path=ppt/ink/ink17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1"/>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67540.000 29970.000 1000,'0.000'9.000'-72,"2.000"-1.000"25,1.000-1.000 26,2.000-1.000 25,-1.000-1.000 13,-1.000 0.000 0,-1.000 0.000 0,-2.000 0.000 0,1.000-1.000-2,1.000-1.000-8,1.000-1.000-6,2.000-2.000-7,-1.000 1.000-2,-1.000 1.000 1,-1.000 1.000 2,-2.000 1.000 1,1.000 1.000 0,1.000 1.000-1,1.000-2.000-1,2.000 2.000-2,-1.000-1.000-2,-1.000 2.000-1,-1.000 1.000-1,-1.000 1.000-3,-1.000 1.000 1,0.000-2.000-1,0.000-1.000 1,0.000-1.000 0,0.000 0.000 2,0.000 3.000 3,0.000 2.000 2,0.000 3.000 3,0.000-1.000 2,0.000-1.000 0,0.000-4.000 0,0.000-1.000 2,0.000-2.000-1,0.000 2.000 1,0.000 1.000 0,0.000 1.000-1</inkml:trace>
</inkml:ink>
</file>

<file path=ppt/ink/ink17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1"/>
    </inkml:context>
    <inkml:brush xml:id="br0">
      <inkml:brushProperty name="width" value="0.0153524689376354" units="cm"/>
      <inkml:brushProperty name="height" value="0.0153524689376354" units="cm"/>
      <inkml:brushProperty name="color" value="#000000"/>
      <inkml:brushProperty name="ignorePressure" value="0"/>
    </inkml:brush>
  </inkml:definitions>
  <inkml:trace contextRef="#ctx0" brushRef="#br0">67540.000 30289.000 955,'29.000'-29.000'-4,"-1.000"-2.000"-9,-1.000 2.000-9,-1.000-1.000-8,-3.000 1.000-3,-1.000 5.000 5,-4.000 3.000 3,-2.000 4.000 5,0.000 3.000 3,-2.000 1.000 4,2.000 1.000 4,-1.000 1.000 3,-1.000 2.000 3,-1.000 1.000 0,-1.000 1.000 2,-1.000 2.000-1,-1.000-1.000 3,2.000 1.000 4,1.000 0.000 2,2.000 0.000 4,-1.000 1.000 2,-1.000 1.000 0,-1.000 1.000 2,-1.000 2.000 0,-1.000-1.000 1,0.000-1.000-1,-1.000-1.000 0,1.000-1.000-1,1.000-1.000-1,1.000 2.000 0,1.000 1.000 0,1.000 2.000-2,1.000 0.000 0,-2.000 0.000 0,-1.000 0.000 0,-2.000 0.000 0,1.000-1.000-2,-1.000-1.000-3,-1.000-1.000-2,2.000-2.000-3,-2.000 1.000-1,2.000 1.000 2,-1.000 1.000 2,-1.000 1.000 2,1.000 1.000-1,-2.000 0.000-2,-1.000 0.000-4,-1.000 0.000-3,-1.000 0.000 0,0.000 0.000 2,-1.000 0.000 2,1.000 0.000 2,0.000 2.000-2,-2.000 1.000-4,-1.000 4.000-6,-1.000 2.000-6,-3.000 1.000-1,-1.000 2.000 0,-4.000 1.000 2,-1.000 2.000 0,-3.000-1.000 2,2.000-1.000-1,-2.000-1.000 1,1.000-1.000-1,1.000-1.000 2,-2.000 2.000 2,2.000 1.000 1,-1.000 2.000 2,-1.000 0.000 0,2.000 2.000-1,-1.000 1.000 0,-1.000 2.000-2,1.000-1.000 1,-2.000-1.000 0,-1.000-1.000 2,-2.000-2.000 0,1.000 0.000 2,-1.000 1.000 1,-1.000-1.000 1,2.000 0.000 2,-2.000-1.000 0,2.000 1.000 0,-1.000 1.000 0,-1.000-1.000 1,2.000-1.000 0,1.000-1.000 0,1.000-1.000-1,1.000-1.000 1,2.000-2.000 0,-2.000-1.000 0,2.000-1.000 0,-1.000-2.000 0,-1.000 0.000 0,2.000 1.000 0,-1.000-2.000 0,-1.000 2.000 0,2.000-2.000 0,1.000-1.000 0,1.000-1.000 0,2.000-1.000 0</inkml:trace>
</inkml:ink>
</file>

<file path=ppt/ink/ink17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2"/>
    </inkml:context>
    <inkml:brush xml:id="br0">
      <inkml:brushProperty name="width" value="0.0172208175063133" units="cm"/>
      <inkml:brushProperty name="height" value="0.0172208175063133" units="cm"/>
      <inkml:brushProperty name="color" value="#000000"/>
      <inkml:brushProperty name="ignorePressure" value="0"/>
    </inkml:brush>
  </inkml:definitions>
  <inkml:trace contextRef="#ctx0" brushRef="#br0">67959.000 30229.000 851,'11.000'2.000'0,"1.000"4.000"0,1.000 3.000 0,1.000 5.000 0,1.000 0.000 2,-2.000-1.000 4,-1.000-1.000 4,-2.000-1.000 4,0.000-1.000 1,0.000 2.000-2,1.000 1.000-2,-1.000 2.000-1,1.000 0.000-1,3.000 0.000 0,2.000-1.000-2,2.000 2.000 0,2.000-2.000 0,1.000-1.000 1,-1.000-1.000-1,0.000-1.000 1,-2.000-2.000-3,-1.000-1.000-6,-4.000-1.000-6,-1.000-1.000-6,-2.000-2.000-9,-1.000-1.000-10,2.000-1.000-12,-1.000-1.000-11</inkml:trace>
</inkml:ink>
</file>

<file path=ppt/ink/ink17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2"/>
    </inkml:context>
    <inkml:brush xml:id="br0">
      <inkml:brushProperty name="width" value="0.0183883719146252" units="cm"/>
      <inkml:brushProperty name="height" value="0.0183883719146252" units="cm"/>
      <inkml:brushProperty name="color" value="#000000"/>
      <inkml:brushProperty name="ignorePressure" value="0"/>
    </inkml:brush>
  </inkml:definitions>
  <inkml:trace contextRef="#ctx0" brushRef="#br0">66559.000 29170.000 797,'9.000'10.000'52,"-2.000"-1.000"-15,-4.000 2.000-15,-2.000-1.000-16,0.000 0.000-7,1.000 2.000 0,1.000 1.000-1,2.000 2.000-1,-1.000 1.000 0,-1.000 3.000-1,-1.000 2.000-1,-1.000 2.000-1,-1.000 2.000 0,0.000 0.000 1,0.000 0.000 0,0.000 0.000 0,-1.000 2.000 2,-1.000 1.000 1,-1.000 4.000 1,-1.000 2.000 2,-1.000-1.000 1,-1.000-1.000 0,2.000-4.000 1,-1.000-2.000 0,-1.000-1.000 0,1.000-2.000-1,0.000-1.000 0,1.000-1.000-2,-1.000-2.000 1,0.000-1.000 1,0.000-1.000 0,-1.000-2.000 1,2.000-4.000-1,1.000-11.000-3,1.000-10.000-2,2.000-10.000-3,1.000-6.000-2,3.000-1.000-1,2.000-1.000 0,3.000-1.000-2,1.000-2.000 0,0.000-1.000 2,-1.000-1.000 1,1.000-2.000 1,0.000 1.000 0,-2.000 1.000-2,-1.000 1.000-1,-2.000 2.000-1,1.000 0.000 0,1.000 2.000 1,1.000 1.000 2,2.000 1.000 1,-1.000 1.000 1,-1.000 0.000 0,-1.000 0.000 0,-1.000 0.000-1,-1.000 1.000 2,2.000 1.000 1,1.000 1.000 2,2.000 2.000 2,-2.000 1.000 1,-2.000 2.000 1,-2.000 4.000 1,-2.000 1.000 0,-2.000 3.000 2,2.000 1.000 1,1.000 1.000 2,1.000 2.000 1,2.000 0.000 0,-1.000 0.000 1,0.000-1.000-1,0.000 1.000 1,-1.000 1.000 0,1.000 1.000 3,0.000 1.000 2,1.000 1.000 2,-1.000 2.000 0,0.000 1.000-2,0.000 1.000 0,0.000 1.000-2,0.000 2.000-1,0.000 1.000 0,-1.000 1.000-1,1.000 2.000 0,1.000 0.000-1,1.000-1.000-1,1.000 2.000 0,2.000-1.000-1,-1.000 0.000-2,-1.000 2.000-2,-1.000 1.000-2,-1.000 2.000-3,-1.000 0.000 0,0.000 0.000 2,0.000-1.000 1,0.000 2.000 2,0.000-1.000 0,0.000 2.000 0,-1.000 1.000-2,1.000 1.000-1,0.000 1.000-1,1.000-2.000 1,-1.000-1.000-2,-1.000-1.000 0,2.000-1.000 0,-1.000 2.000 0,0.000 1.000 0,0.000 1.000-1,-1.000 1.000 0,-1.000-2.000 0,-1.000-1.000 0,-2.000-1.000-1,0.000-2.000 1,0.000 1.000-1,0.000 1.000 1,0.000-1.000-1,0.000-1.000-2,0.000-1.000-5,0.000-1.000-5,0.000-1.000-4,0.000-1.000-7,0.000-1.000-9,0.000 1.000-8,0.000 1.000-8</inkml:trace>
</inkml:ink>
</file>

<file path=ppt/ink/ink17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3"/>
    </inkml:context>
    <inkml:brush xml:id="br0">
      <inkml:brushProperty name="width" value="0.0156335886567831" units="cm"/>
      <inkml:brushProperty name="height" value="0.0156335886567831" units="cm"/>
      <inkml:brushProperty name="color" value="#000000"/>
      <inkml:brushProperty name="ignorePressure" value="0"/>
    </inkml:brush>
  </inkml:definitions>
  <inkml:trace contextRef="#ctx0" brushRef="#br0">68479.000 29070.000 938,'10.000'0.000'33,"-2.000"2.000"-12,-1.000 1.000-14,-2.000 1.000-11,0.000 1.000-9,1.000-2.000-3,-1.000-1.000-2,-1.000-2.000-4,1.000 1.000-2,-2.000 1.000-3,-1.000 1.000-3,-1.000 2.000-3</inkml:trace>
</inkml:ink>
</file>

<file path=ppt/ink/ink17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3"/>
    </inkml:context>
    <inkml:brush xml:id="br0">
      <inkml:brushProperty name="width" value="0.0191376749426126" units="cm"/>
      <inkml:brushProperty name="height" value="0.0191376749426126" units="cm"/>
      <inkml:brushProperty name="color" value="#000000"/>
      <inkml:brushProperty name="ignorePressure" value="0"/>
    </inkml:brush>
  </inkml:definitions>
  <inkml:trace contextRef="#ctx0" brushRef="#br0">68320.000 29389.000 766,'0.000'-10.000'1,"0.000"1.000"1,0.000-1.000 2,0.000 0.000 2,0.000 0.000 0,0.000 2.000 2,0.000 1.000-1,0.000 2.000 1,0.000 0.000 1,2.000 0.000-1,1.000-1.000 1,1.000 2.000 0,2.000-2.000 1,1.000 1.000 2,1.000 0.000 3,1.000 0.000 1,2.000 1.000 0,1.000 1.000-2,1.000 1.000-2,1.000 2.000-2,2.000-1.000 0,-2.000-1.000-1,2.000-1.000 1,-1.000-1.000 0,-1.000-1.000-2,2.000 2.000-4,-1.000 1.000-4,-1.000 2.000-3,2.000 0.000-2,1.000 0.000 2,1.000 0.000 1,2.000 0.000 2,0.000-1.000-2,0.000-1.000-5,0.000-1.000-7,-1.000-2.000-5,1.000 1.000-3,-2.000 1.000 0,-1.000 1.000 1,-1.000 1.000 1,-2.000 1.000 0,-1.000 0.000 0,-1.000 0.000 2,-1.000 0.000 1,-1.000 0.000 0,-1.000 0.000 1,2.000 0.000-1,-1.000 0.000 1,-1.000 0.000-1,-1.000 0.000-1,-1.000 0.000-1,-1.000 0.000-2</inkml:trace>
</inkml:ink>
</file>

<file path=ppt/ink/ink17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4"/>
    </inkml:context>
    <inkml:brush xml:id="br0">
      <inkml:brushProperty name="width" value="0.0157300624996424" units="cm"/>
      <inkml:brushProperty name="height" value="0.0157300624996424" units="cm"/>
      <inkml:brushProperty name="color" value="#000000"/>
      <inkml:brushProperty name="ignorePressure" value="0"/>
    </inkml:brush>
  </inkml:definitions>
  <inkml:trace contextRef="#ctx0" brushRef="#br0">68459.000 29529.000 932,'1.000'-10.000'1,"1.000"1.000"0,1.000-1.000 3,2.000-1.000 0,0.000 2.000 2,0.000 1.000 3,0.000 1.000 2,0.000 2.000 3,0.000 1.000-2,2.000 2.000-6,1.000 4.000-7,2.000 2.000-5,-1.000 0.000-4,-1.000 2.000-1,-1.000-1.000 0,-1.000-1.000-2,-2.000 1.000 2,-1.000 0.000 2,-1.000 1.000 2,-2.000-1.000 2,1.000-1.000-1,1.000-1.000-4,1.000-1.000-4,2.000-1.000-4,0.000-1.000-1,0.000 2.000 3,0.000 1.000 2,0.000 2.000 2,0.000-1.000 1,0.000-1.000-1,-1.000-1.000-2,1.000-2.000-2,0.000 0.000 2,1.000 0.000 2,-1.000 0.000 4,-1.000 0.000 4,1.000 0.000 1,-2.000-2.000 0,-1.000-1.000 2,-1.000-1.000 0,-1.000-1.000 0,2.000 0.000 1,1.000-1.000-1,2.000 2.000 1,-1.000-1.000 0,1.000 2.000 0,0.000 1.000 0,1.000 1.000 0,-2.000 1.000 0,-1.000-2.000 0,-1.000-1.000 0,-2.000-2.000 0,1.000 1.000 1,1.000 1.000 0,1.000 1.000 3,2.000 2.000 0,0.000 0.000 1,0.000 0.000 1,-1.000 0.000 0,1.000 0.000 0,0.000 0.000 2,1.000 0.000 1,-1.000 0.000 3,-1.000 0.000 2,1.000 0.000-1,-2.000 2.000-4,-1.000 1.000-3,-1.000 1.000-4,-1.000 1.000-2,0.000 0.000 1,0.000 1.000 1,0.000-1.000 0,-1.000 0.000-1,-1.000 2.000-4,-1.000 1.000-4,-2.000 1.000-4,1.000 1.000-2,-2.000-2.000 0,1.000-1.000 0,0.000-1.000 0</inkml:trace>
</inkml:ink>
</file>

<file path=ppt/ink/ink17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4"/>
    </inkml:context>
    <inkml:brush xml:id="br0">
      <inkml:brushProperty name="width" value="0.0184130053967237" units="cm"/>
      <inkml:brushProperty name="height" value="0.0184130053967237" units="cm"/>
      <inkml:brushProperty name="color" value="#000000"/>
      <inkml:brushProperty name="ignorePressure" value="0"/>
    </inkml:brush>
  </inkml:definitions>
  <inkml:trace contextRef="#ctx0" brushRef="#br0">68220.000 29889.000 796,'0.000'9.000'-1,"2.000"-3.000"-4,1.000-2.000-2,1.000-2.000-2,2.000-2.000-2,-1.000 0.000 2,0.000 0.000 1,0.000 0.000 2,-1.000 0.000 1,1.000 2.000 1,0.000 1.000 1,1.000 2.000 0,-2.000 0.000 2,-1.000-1.000 1,-1.000 1.000 1,-2.000 0.000 1,1.000 0.000-1,1.000-2.000 0,1.000-1.000-2,2.000-1.000-2,0.000-1.000 0,0.000 2.000 1,-1.000 1.000 2,1.000 2.000 2,1.000-1.000-1,1.000 2.000 0,1.000-1.000 0,2.000-1.000-2,-1.000 2.000 1,-1.000 1.000-1,-1.000 1.000-1,-1.000 2.000 0,-1.000-1.000 0,0.000-1.000 0,0.000-1.000-1,0.000-2.000 0,0.000 0.000-1,0.000-2.000 0,-1.000-1.000-2,1.000-1.000-1,0.000-1.000 0,1.000 0.000 0,-1.000 0.000-1,-1.000 0.000-1,2.000 0.000 1,-1.000 0.000 0,0.000 0.000 0,0.000 0.000 0,-1.000-1.000 2,1.000-1.000 0,0.000-1.000 3,1.000-2.000 0,-1.000-1.000 2,2.000-2.000 0,1.000-4.000 0,2.000-1.000 1,-1.000-2.000 0,-1.000 0.000-1,-1.000-1.000 1,-2.000 1.000 0,1.000 1.000 0,-1.000-2.000 0,0.000 2.000 0,0.000-2.000 0,0.000 2.000 0,2.000-1.000 0,1.000 0.000 0,1.000 0.000 0,1.000 0.000 0,-2.000-1.000 0,-1.000 2.000 0,-2.000-1.000 0,0.000 0.000 1,1.000 2.000 2,-1.000 1.000 1,-1.000 2.000 3,2.000 0.000 0,-1.000 0.000 2,0.000-1.000 0,0.000 2.000 1,0.000-1.000 2,2.000 2.000 2,1.000 1.000 4,1.000 1.000 3,2.000 2.000 1,-1.000 1.000-3,-1.000 1.000-1,2.000 1.000-2,-1.000 1.000-2,2.000-2.000 1,1.000-1.000 0,2.000-1.000 1,-1.000-1.000-1,2.000 2.000 0,-1.000 1.000-1,-1.000 2.000 0,2.000 0.000-1,-2.000 0.000-3,2.000 0.000-3,-1.000 0.000-2,0.000 0.000-1,0.000 2.000 1,-1.000 1.000 0,2.000 2.000 0,-2.000 0.000 1,2.000-1.000 0,-2.000 1.000 1,1.000 0.000-1,1.000 0.000 0,-2.000-2.000-3,2.000-1.000-3,-1.000-1.000-1,-1.000-1.000-2,-1.000 2.000 1,-1.000 1.000 0,-1.000 2.000 1,-2.000-1.000 0,-1.000 2.000 0,-1.000-1.000-2,-1.000-1.000 0,-1.000 1.000 0,2.000 0.000-1,1.000 1.000 0,1.000-1.000-1,1.000 0.000 0,-2.000 2.000-1,-1.000 1.000-2,-2.000 1.000 0,0.000 2.000-1,-2.000-1.000 0,-1.000 0.000-2,-1.000 0.000 0,-2.000 0.000-1,-1.000-1.000 0,-1.000 2.000-1,-2.000-1.000-1,0.000 0.000 0,1.000 2.000 0,-1.000 1.000 1,0.000 2.000 0,-1.000-1.000 1,-1.000-1.000 1,-1.000-1.000 1,-2.000-1.000 0,0.000-1.000 1,-2.000 2.000 1,-1.000 1.000-1,-2.000 2.000 0,0.000 0.000-1,0.000 0.000-2,1.000-1.000-2,-1.000 2.000-2,0.000-2.000 1,-1.000 2.000 2,2.000-2.000 4,-1.000 1.000 2,0.000 0.000 2,2.000-2.000 1,1.000-1.000 1,2.000-2.000 1</inkml:trace>
</inkml:ink>
</file>

<file path=ppt/ink/ink17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4"/>
    </inkml:context>
    <inkml:brush xml:id="br0">
      <inkml:brushProperty name="width" value="0.0165857765823603" units="cm"/>
      <inkml:brushProperty name="height" value="0.0165857765823603" units="cm"/>
      <inkml:brushProperty name="color" value="#000000"/>
      <inkml:brushProperty name="ignorePressure" value="0"/>
    </inkml:brush>
  </inkml:definitions>
  <inkml:trace contextRef="#ctx0" brushRef="#br0">68720.000 29889.000 884,'-9.000'-8.000'14,"5.000"2.000"1,3.000 2.000 0,4.000 3.000 0,3.000 1.000 0,1.000 0.000-2,1.000 0.000-2,2.000 0.000-2,0.000 0.000-2,2.000 0.000-6,1.000 0.000-3,2.000 0.000-5,-1.000 0.000-3,-1.000 0.000-1,-1.000 0.000-1,-1.000 0.000-1,-2.000 0.000 1,-1.000 0.000 0,-1.000 0.000 3,-1.000 0.000 0,-2.000 0.000 2,-1.000 2.000 0,-1.000 1.000 2,-2.000 1.000 1,0.000 1.000 0,0.000 0.000 1,0.000 1.000 1,0.000-1.000 1,0.000 0.000 0,0.000 2.000 1,0.000 1.000-1,0.000 1.000 1,0.000 1.000 0,-2.000-2.000 2,-1.000-1.000 1,-1.000-1.000 2,-1.000-2.000 0,2.000 2.000-1,1.000-1.000-1,1.000-1.000-1,1.000 1.000 0,-2.000 0.000-2,-1.000 1.000 0,-1.000-1.000 0,-1.000 0.000-3,2.000 0.000-3,1.000 0.000-4,2.000 0.000-3,-1.000 0.000-4,-1.000-1.000-5,-1.000 1.000-4,-2.000 0.000-4</inkml:trace>
</inkml:ink>
</file>

<file path=ppt/ink/ink18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5"/>
    </inkml:context>
    <inkml:brush xml:id="br0">
      <inkml:brushProperty name="width" value="0.0246410686522722" units="cm"/>
      <inkml:brushProperty name="height" value="0.0246410686522722" units="cm"/>
      <inkml:brushProperty name="color" value="#000000"/>
      <inkml:brushProperty name="ignorePressure" value="0"/>
    </inkml:brush>
  </inkml:definitions>
  <inkml:trace contextRef="#ctx0" brushRef="#br0">65920.000 31089.000 595,'10.000'-1.000'-1,"2.000"-3.000"1,1.000-2.000-2,2.000-2.000 0,0.000-2.000 1,2.000 2.000 0,1.000 1.000 2,2.000 1.000 1,0.000 2.000 1,2.000-2.000 2,1.000 2.000 0,1.000-1.000 0,3.000 0.000 2,1.000 0.000-2,4.000-1.000 1,2.000 2.000-1,2.000-2.000 1,3.000 1.000-1,2.000 0.000 1,2.000 0.000 1,4.000 0.000 0,4.000-2.000 1,3.000-1.000 0,5.000-1.000 0,2.000-2.000 1,5.000 1.000-1,3.000 1.000 0,5.000-1.000 0,1.000 0.000 1,2.000 0.000 2,1.000-1.000 3,2.000 2.000 2,-1.000-2.000 1,1.000-1.000-1,0.000-1.000-1,1.000-1.000-1,-2.000 0.000-1,-1.000 3.000 0,-1.000 2.000 0,-2.000 2.000-1,0.000 2.000 0,-2.000-2.000-1,-1.000-1.000-1,-1.000-1.000-1,-2.000-2.000-2,-1.000 1.000 0,-1.000 1.000-1,-1.000-1.000-1,-3.000 1.000 0,-1.000 3.000-1,-4.000 2.000 1,-2.000 2.000-1,-1.000 2.000 1,-2.000-2.000-1,-1.000-1.000 0,-1.000-2.000 1,-1.000 1.000-1,0.000 1.000-1,0.000 1.000 0,0.000 2.000-1,-1.000 0.000-1,-1.000 0.000-1,-1.000 0.000 1,-2.000 0.000-2,1.000 0.000-1,-2.000 0.000-1,1.000 0.000-1,0.000 0.000-2,0.000 0.000 0,-2.000 0.000 0,-1.000 0.000 2,-2.000 0.000 0,-1.000 0.000 0,-3.000 0.000-3,-2.000 0.000-1,-2.000 0.000-2,-2.000-1.000-1,0.000-1.000 1,0.000-1.000 2,0.000-1.000 0,-2.000-1.000 0,-2.000 2.000-4,-2.000 1.000-3,-2.000 2.000-3,-4.000-1.000-2,-1.000-1.000-1,-4.000-1.000-1,-1.000-2.000 0,-3.000 2.000-5,-1.000 2.000-7,-1.000 2.000-8,-2.000 2.000-7</inkml:trace>
</inkml:ink>
</file>

<file path=ppt/ink/ink18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5"/>
    </inkml:context>
    <inkml:brush xml:id="br0">
      <inkml:brushProperty name="width" value="0.0181519072502851" units="cm"/>
      <inkml:brushProperty name="height" value="0.0181519072502851" units="cm"/>
      <inkml:brushProperty name="color" value="#000000"/>
      <inkml:brushProperty name="ignorePressure" value="0"/>
    </inkml:brush>
  </inkml:definitions>
  <inkml:trace contextRef="#ctx0" brushRef="#br0">67240.000 31470.000 807,'-10.000'-19.000'2,"0.000"5.000"2,-1.000 3.000 3,2.000 5.000 2,0.000 2.000 3,3.000 5.000 3,2.000 3.000 2,2.000 4.000 3,3.000 3.000-2,1.000-1.000-4,1.000 0.000-5,2.000 0.000-5,-1.000 1.000-1,-1.000 3.000 0,-1.000 2.000 1,-1.000 2.000 1,-1.000 3.000-2,2.000-1.000-3,1.000 0.000-3,1.000 0.000-3,1.000 0.000-2,-2.000 0.000 0,-1.000 0.000 1,-1.000-1.000-1,-1.000 2.000 1,0.000-2.000 1,0.000 2.000 1,0.000-1.000 2,0.000 0.000 0,0.000 0.000 0,0.000-1.000 1,0.000 2.000 0,0.000-2.000 0,0.000-1.000 1,0.000-1.000 1,0.000-1.000 0,-1.000-2.000 1,-1.000 2.000 1,-1.000-2.000 1,-2.000 1.000 1,0.000-1.000 1,1.000-3.000 0,-1.000-2.000-1,0.000-2.000-1,0.000-6.000 0,2.000-5.000-3,1.000-7.000-2,1.000-6.000-1,2.000-3.000-3,1.000-2.000 1,1.000-1.000-2,2.000-1.000 0,0.000-2.000-1,2.000-1.000 0,1.000-1.000 0,2.000-2.000-1,-1.000 1.000 0,-1.000-2.000 0,-1.000 2.000 0,-1.000-1.000 1,-1.000 0.000 1,2.000 2.000 0,1.000 1.000 1,1.000 2.000 1,2.000 0.000 1,-1.000 0.000 1,-1.000 0.000 2,2.000 0.000 1,-2.000 1.000 0,2.000 3.000-1,-1.000 2.000-1,-1.000 2.000 0,1.000 3.000-1,0.000 1.000 2,1.000 1.000 1,-1.000 1.000 1,0.000 2.000 0,-1.000 1.000-1,2.000 1.000-1,-1.000 2.000 0,-1.000 0.000 1,-1.000 2.000 2,-1.000 1.000 4,-1.000 1.000 4,-1.000 3.000 1,0.000 1.000 2,0.000 4.000 0,0.000 2.000 2,0.000 1.000 0,2.000 2.000-1,1.000 1.000 0,2.000 2.000-2,-1.000 0.000 0,-1.000 2.000-1,-1.000 1.000 0,-1.000 1.000 0,-2.000 2.000-1,1.000-1.000-1,0.000 0.000-1,1.000 0.000 0,-1.000 0.000-1,0.000 0.000-2,0.000 0.000-1,0.000-1.000-2,-1.000 2.000 0,-1.000-2.000-1,-1.000 2.000 0,-1.000-1.000 0,-1.000-1.000-2,2.000-1.000-3,1.000-1.000-2,1.000-2.000-4,1.000 0.000 1,-2.000 1.000 0,-1.000-1.000 2,-1.000 0.000 2,-1.000-1.000-1,0.000-1.000-1,0.000-1.000-1,0.000-1.000-1,0.000-1.000-3,0.000 0.000-2,0.000-1.000-4,0.000 1.000-3,0.000 0.000-3,2.000-2.000-5,1.000-1.000-4,1.000-1.000-4</inkml:trace>
</inkml:ink>
</file>

<file path=ppt/ink/ink18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6"/>
    </inkml:context>
    <inkml:brush xml:id="br0">
      <inkml:brushProperty name="width" value="0.0176362376660109" units="cm"/>
      <inkml:brushProperty name="height" value="0.0176362376660109" units="cm"/>
      <inkml:brushProperty name="color" value="#000000"/>
      <inkml:brushProperty name="ignorePressure" value="0"/>
    </inkml:brush>
  </inkml:definitions>
  <inkml:trace contextRef="#ctx0" brushRef="#br0">68040.000 31229.000 831,'-10.000'-10.000'0,"2.000"1.000"0,1.000-1.000 0,1.000-1.000 0,2.000 2.000 2,1.000 1.000 5,1.000 1.000 4,2.000 2.000 5,0.000 1.000 2,2.000 2.000 1,1.000 4.000 1,1.000 2.000 0,1.000 1.000-2,-2.000 2.000-3,-1.000 1.000-5,-1.000 1.000-3,-1.000 2.000-3,2.000 1.000-2,1.000 1.000-3,1.000 1.000-3,2.000 1.000 0,-1.000 1.000-1,0.000-1.000 1,0.000 0.000-1,-1.000-1.000-2,-1.000 1.000-4,-1.000 1.000-4,-2.000-1.000-4,1.000-1.000 0,1.000-1.000 2,1.000-1.000 3,2.000-1.000 3,-1.000-1.000-1,-1.000-1.000-4,-1.000 1.000-5,-2.000 1.000-4,1.000-2.000-2,1.000-1.000 2,1.000-1.000 2,2.000-2.000 1</inkml:trace>
</inkml:ink>
</file>

<file path=ppt/ink/ink18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6"/>
    </inkml:context>
    <inkml:brush xml:id="br0">
      <inkml:brushProperty name="width" value="0.017643379047513" units="cm"/>
      <inkml:brushProperty name="height" value="0.017643379047513" units="cm"/>
      <inkml:brushProperty name="color" value="#000000"/>
      <inkml:brushProperty name="ignorePressure" value="0"/>
    </inkml:brush>
  </inkml:definitions>
  <inkml:trace contextRef="#ctx0" brushRef="#br0">68120.000 31170.000 831,'0.000'-20.000'0,"2.000"2.000"1,1.000 1.000 1,1.000 2.000 1,1.000 1.000 0,-2.000 3.000 2,-1.000 2.000 0,-1.000 3.000 2,-1.000 1.000 0,2.000 0.000 1,1.000 0.000 0,2.000-1.000 1,0.000 2.000 2,2.000 1.000 1,1.000 1.000 2,1.000 1.000 1,2.000 3.000 1,1.000 1.000-3,1.000 4.000-2,1.000 2.000-1,0.000 1.000-4,-3.000 0.000-4,-2.000-1.000-3,-2.000 1.000-3,-2.000 1.000-2,0.000-2.000 2,0.000 2.000 1,0.000-2.000 2,0.000 2.000 0,0.000-1.000-2,-1.000 0.000-2,1.000 0.000-2,0.000 0.000-1,1.000-1.000 0,-1.000 2.000 0,-1.000-1.000 1,1.000 0.000 0,-2.000-1.000-1,-1.000 1.000 0,-1.000 1.000 0,-1.000-1.000 0,0.000 0.000-1,0.000-1.000 0,0.000 1.000-1,0.000 1.000 1,0.000-2.000 2,0.000 2.000 1,0.000-2.000 1,0.000 1.000 1,0.000-2.000-1,0.000-1.000 0,0.000-1.000-2,-1.000-1.000 1,-1.000 2.000 0,-1.000 1.000 1,-2.000 1.000 1,1.000 1.000 0,-2.000-2.000-1,1.000-1.000-1,0.000-1.000 0,0.000-1.000 0,-2.000 2.000 0,-1.000 1.000 1,-2.000 2.000 0,1.000-2.000 0,-2.000-1.000-2,2.000-4.000-1,-1.000-1.000-2,0.000-2.000 0,0.000 2.000 0,-1.000 1.000 0,2.000 1.000 0,-1.000 1.000 1,2.000-2.000 0,1.000-1.000 1,2.000-2.000 0,-1.000 0.000 2,1.000 0.000 1,0.000 0.000 2,1.000 0.000 0</inkml:trace>
</inkml:ink>
</file>

<file path=ppt/ink/ink18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6"/>
    </inkml:context>
    <inkml:brush xml:id="br0">
      <inkml:brushProperty name="width" value="0.0150967203080654" units="cm"/>
      <inkml:brushProperty name="height" value="0.0150967203080654" units="cm"/>
      <inkml:brushProperty name="color" value="#000000"/>
      <inkml:brushProperty name="ignorePressure" value="0"/>
    </inkml:brush>
  </inkml:definitions>
  <inkml:trace contextRef="#ctx0" brushRef="#br0">68120.000 31310.000 971,'9.000'-9.000'-63,"-1.000"3.000"13,-1.000 2.000 13,-1.000 2.000 12,-2.000 2.000 13,-1.000-2.000 11,-1.000-1.000 13,-2.000-2.000 13,1.000 2.000 4,1.000 2.000-1,1.000 2.000-3,2.000 2.000-1,-1.000 2.000-3,-1.000 0.000-3,-1.000 1.000-4,-2.000-1.000-4,0.000 0.000-3,0.000 0.000-3,0.000 0.000-5,0.000 0.000-4,1.000 0.000-2,1.000-1.000-2,1.000 1.000-2,2.000 0.000-2,-1.000 0.000 0,-1.000 1.000 1,-1.000-2.000 1,-1.000 2.000 1,-1.000-2.000-1,0.000 2.000-3,0.000-1.000-4,0.000-1.000-2,0.000 1.000-1,0.000 0.000 2,0.000 1.000 2,0.000-1.000 3,0.000 0.000 3,0.000 0.000 2,0.000 0.000 2,0.000 0.000 3,-1.000 0.000 2,-1.000-1.000 0,-1.000 1.000 1,-1.000 0.000 0</inkml:trace>
</inkml:ink>
</file>

<file path=ppt/ink/ink18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6"/>
    </inkml:context>
    <inkml:brush xml:id="br0">
      <inkml:brushProperty name="width" value="0.017377806827426" units="cm"/>
      <inkml:brushProperty name="height" value="0.017377806827426" units="cm"/>
      <inkml:brushProperty name="color" value="#000000"/>
      <inkml:brushProperty name="ignorePressure" value="0"/>
    </inkml:brush>
  </inkml:definitions>
  <inkml:trace contextRef="#ctx0" brushRef="#br0">67820.000 31710.000 843,'-18.000'-1.000'-56,"6.000"-1.000"27,4.000-1.000 27,5.000-1.000 28,4.000-2.000 10,1.000 1.000-6,1.000 0.000-6,2.000 0.000-5,0.000 0.000-5,2.000-2.000-1,1.000-1.000-3,2.000-1.000-1,1.000-1.000-2,3.000 2.000 2,2.000 1.000 0,2.000 2.000 0,3.000-1.000 0,-2.000-1.000-4,1.000-1.000-2,0.000-2.000-3,0.000 1.000 0,1.000 1.000 1,-1.000 1.000 1,0.000 2.000 2,0.000-1.000-1,-1.000-1.000-1,2.000-1.000-4,-1.000-2.000-1,0.000 1.000-1,2.000 1.000 2,1.000 1.000 1,1.000 2.000 1,1.000-1.000 1,-2.000 1.000-3,-1.000 0.000-1,-1.000 0.000-2,-2.000 1.000 0,-1.000-1.000-1,-1.000 0.000 0,-1.000 0.000 1,-2.000 0.000 0,-1.000 2.000 1,-1.000 1.000 1,-1.000 2.000 1,-2.000 0.000 0,2.000 0.000-2,-1.000 0.000-3,-1.000 0.000-3,1.000 0.000 0,-2.000 0.000-1,-1.000 0.000-1,-1.000 0.000 0,-2.000 1.000-4,-1.000 2.000-8,-1.000 4.000-7,-1.000 2.000-7</inkml:trace>
</inkml:ink>
</file>

<file path=ppt/ink/ink18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6"/>
    </inkml:context>
    <inkml:brush xml:id="br0">
      <inkml:brushProperty name="width" value="0.0162009466439486" units="cm"/>
      <inkml:brushProperty name="height" value="0.0162009466439486" units="cm"/>
      <inkml:brushProperty name="color" value="#000000"/>
      <inkml:brushProperty name="ignorePressure" value="0"/>
    </inkml:brush>
  </inkml:definitions>
  <inkml:trace contextRef="#ctx0" brushRef="#br0">67900.000 31889.000 905,'-2.000'-10.000'0,"-1.000"-2.000"2,-4.000-1.000 0,-2.000-2.000 2,1.000 3.000 3,4.000 5.000 3,3.000 4.000 6,5.000 6.000 4,1.000 2.000-2,0.000-1.000-6,0.000 1.000-8,0.000 0.000-8,0.000 0.000-4,0.000 1.000-3,-1.000-2.000-1,1.000 2.000-2,0.000-2.000-1,1.000 2.000 2,-1.000-1.000 0,-1.000-1.000 0,1.000 1.000 2,-2.000 0.000-1,-1.000 1.000 0,-1.000-1.000 0,-1.000 0.000-2,2.000 0.000-4,1.000 0.000-5,2.000 0.000-3</inkml:trace>
</inkml:ink>
</file>

<file path=ppt/ink/ink18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7"/>
    </inkml:context>
    <inkml:brush xml:id="br0">
      <inkml:brushProperty name="width" value="0.0165704749524593" units="cm"/>
      <inkml:brushProperty name="height" value="0.0165704749524593" units="cm"/>
      <inkml:brushProperty name="color" value="#000000"/>
      <inkml:brushProperty name="ignorePressure" value="0"/>
    </inkml:brush>
  </inkml:definitions>
  <inkml:trace contextRef="#ctx0" brushRef="#br0">68140.000 31529.000 885,'8.000'1.000'-1,"-1.000"1.000"-2,-4.000 1.000-1,-2.000 1.000-2,-1.000 1.000 1,0.000 1.000 2,0.000-2.000 3,0.000 2.000 3,0.000-2.000 1,0.000 2.000 2,0.000-1.000 1,0.000-1.000 2,0.000 2.000 0,0.000 1.000 0,0.000 1.000-1,0.000 2.000-1,0.000 1.000 0,0.000 2.000 0,0.000 4.000-1,0.000 2.000-1,0.000 1.000 0,0.000 0.000-1,0.000-1.000-1,0.000 2.000-1,0.000-1.000 0,0.000 2.000 2,0.000 1.000 1,0.000 1.000 1,1.000 2.000 0,1.000 1.000-2,1.000 1.000-4,2.000 2.000-2,-1.000 0.000-1,-1.000 2.000 3,-1.000 1.000 2,-2.000 1.000 2,0.000 1.000 1,0.000-2.000-3,0.000-1.000-2,0.000-1.000-1,0.000-2.000-1,0.000-1.000 0,0.000-1.000 2,0.000-1.000 1,0.000-2.000 0,0.000-1.000-2,0.000-1.000-1,0.000-1.000-2,0.000-3.000 0,0.000-1.000-1,0.000-4.000 0,0.000-1.000 0,0.000-5.000-5,-2.000-5.000-10,-1.000-4.000-10,-1.000-5.000-10,-1.000-4.000-1,2.000 2.000 8,1.000-2.000 7,1.000 1.000 8,1.000 0.000 4,-2.000 1.000 1,-1.000-1.000 1,-1.000-1.000 1</inkml:trace>
</inkml:ink>
</file>

<file path=ppt/ink/ink18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7"/>
    </inkml:context>
    <inkml:brush xml:id="br0">
      <inkml:brushProperty name="width" value="0.0162872448563576" units="cm"/>
      <inkml:brushProperty name="height" value="0.0162872448563576" units="cm"/>
      <inkml:brushProperty name="color" value="#000000"/>
      <inkml:brushProperty name="ignorePressure" value="0"/>
    </inkml:brush>
  </inkml:definitions>
  <inkml:trace contextRef="#ctx0" brushRef="#br0">68000.000 31929.000 900,'-11.000'11.000'-1,"2.000"1.000"0,-2.000 1.000-2,1.000 1.000-1,1.000 0.000 1,1.000-3.000 0,1.000-2.000 0,1.000-2.000 2,2.000-2.000 0,1.000 2.000-1,1.000 1.000-2,2.000 2.000 0,0.000 0.000-1,0.000 0.000 0,0.000-1.000-1,0.000 1.000 1,0.000 1.000-2,0.000-2.000 0,0.000 2.000-1,0.000-2.000 0,0.000 2.000-1,0.000-1.000 3,0.000 0.000 1,0.000 0.000 1,0.000 0.000 0,0.000-1.000-2,0.000 2.000-3,0.000-1.000-1,0.000 0.000-1,0.000-1.000 1,0.000 1.000 2,0.000 1.000 1,0.000-2.000 2,0.000-1.000-1,0.000-1.000 1,0.000-2.000 0,-1.000 0.000 2,-1.000 0.000 2,-1.000 1.000 1,-2.000-1.000 3,1.000 0.000 1,1.000 0.000 1,1.000 0.000-1,2.000 0.000 1,-1.000-1.000 1,-1.000-1.000 0,-1.000-1.000 0,-1.000-2.000 1,-1.000-1.000 0,2.000-2.000 1,1.000-4.000 2,1.000-1.000 0,2.000-2.000 0,1.000 0.000-1,1.000-1.000-1,2.000 2.000-2,0.000-2.000-2,2.000-1.000-3,1.000-1.000-2,2.000-1.000-4,0.000-2.000 0,2.000-1.000-1,1.000-1.000 1,2.000-1.000 0,-1.000-1.000-1,-1.000 0.000-1,-1.000 0.000-1,-1.000 0.000-2,-1.000 0.000-1,2.000 2.000 1,1.000 1.000 0,2.000 2.000 0,-1.000 0.000 1,-1.000 0.000 1,-1.000-1.000 2,-1.000 1.000 0,-2.000 1.000 2,2.000-2.000 1,-1.000 2.000 1,-1.000-2.000 2,1.000 2.000-1,0.000-1.000 1,1.000 0.000-1,-1.000 0.000 1,0.000 1.000 0,2.000 3.000 4,1.000 2.000 2,2.000 2.000 4,-1.000 3.000 0,-1.000-1.000-1,-1.000 0.000-1,-1.000 0.000-2,-2.000 0.000 0,-1.000 0.000 2,-1.000 0.000 2,-2.000-1.000 0,1.000 2.000 2,1.000 1.000-1,1.000 1.000 0,1.000 1.000 0,1.000 2.000 0,0.000 1.000 3,1.000 1.000 2,-1.000 1.000 2,-1.000 2.000 0,-1.000 1.000 0,-1.000 1.000-1,-2.000 2.000 0,0.000 0.000-2,-2.000-1.000-2,-1.000 2.000-3,-1.000-1.000-3,-1.000 0.000-2,2.000-1.000-2,1.000 1.000-2,2.000 1.000-3,-1.000-1.000-1,-1.000 2.000 2,-1.000 1.000 0,-2.000 2.000 2,0.000-1.000-1,0.000-1.000-1,0.000-1.000-2,0.000-1.000-2,0.000-1.000-1,-2.000 0.000 2,-1.000-1.000 0,-1.000 1.000 2,-1.000 1.000-2,0.000 1.000-1,0.000 1.000-3,-1.000 1.000-2,2.000 1.000-1,-2.000-2.000 2,1.000-1.000 0,0.000-2.000 1,0.000 1.000 0,1.000-2.000 0,-1.000 2.000 0,0.000-2.000 0,-1.000 2.000 0,-1.000-1.000 0,-1.000 0.000-1,-2.000 0.000 1,1.000 0.000 0,-2.000-1.000 0,2.000 2.000 0,-1.000-1.000 1,-1.000 0.000-1,2.000-1.000-1,-1.000 1.000 1,-1.000 1.000-2,2.000-2.000 1,-2.000-1.000 0,2.000-1.000-1,-1.000-2.000 1,0.000 0.000-1,0.000-2.000 2,-1.000-1.000 0,2.000-2.000 0,-1.000 0.000 2,2.000 0.000 1,1.000 0.000 1,2.000 0.000 2,-1.000 0.000 1,1.000-2.000 0,0.000-1.000 0,1.000-2.000 1,-1.000 0.000-1,0.000-2.000 1,0.000-1.000 0,-1.000-1.000 0</inkml:trace>
</inkml:ink>
</file>

<file path=ppt/ink/ink18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7"/>
    </inkml:context>
    <inkml:brush xml:id="br0">
      <inkml:brushProperty name="width" value="0.0162263680249453" units="cm"/>
      <inkml:brushProperty name="height" value="0.0162263680249453" units="cm"/>
      <inkml:brushProperty name="color" value="#000000"/>
      <inkml:brushProperty name="ignorePressure" value="0"/>
    </inkml:brush>
  </inkml:definitions>
  <inkml:trace contextRef="#ctx0" brushRef="#br0">68300.000 31970.000 903,'28.000'0.000'0,"-2.000"2.000"1,-2.000 1.000-1,-2.000 1.000 0,-4.000 2.000 2,-2.000 1.000 2,-2.000 1.000 2,-3.000 2.000 1,-1.000 0.000 2,0.000-1.000-1,1.000 1.000-1,-1.000 1.000 0,0.000-1.000-1,2.000 2.000 0,1.000 1.000 0,2.000 2.000-1,-1.000-1.000 0,2.000-1.000 0,-2.000-1.000 0,1.000-1.000 0,1.000-2.000-3,1.000-1.000-4,1.000-1.000-6,1.000-2.000-4,0.000 0.000-3,-2.000-2.000 0,-4.000-1.000 1,-1.000-2.000 1,-2.000 1.000-4,0.000 1.000-7,-1.000 1.000-7,1.000 2.000-7</inkml:trace>
</inkml:ink>
</file>

<file path=ppt/ink/ink19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8"/>
    </inkml:context>
    <inkml:brush xml:id="br0">
      <inkml:brushProperty name="width" value="0.0168520342558622" units="cm"/>
      <inkml:brushProperty name="height" value="0.0168520342558622" units="cm"/>
      <inkml:brushProperty name="color" value="#000000"/>
      <inkml:brushProperty name="ignorePressure" value="0"/>
    </inkml:brush>
  </inkml:definitions>
  <inkml:trace contextRef="#ctx0" brushRef="#br0">68920.000 31070.000 870,'-20.000'-10.000'0,"2.000"2.000"0,1.000 1.000 0,2.000 1.000 0,1.000 3.000 4,5.000 4.000 9,3.000 3.000 8,5.000 5.000 9,1.000 1.000 0,0.000 0.000-10,0.000-1.000-10,0.000 1.000-9,0.000 1.000-5,0.000 1.000-1,0.000 1.000-2,0.000 1.000-2,0.000 1.000 0,0.000 1.000-1,0.000-1.000 1,0.000 0.000-1,0.000 0.000 1,0.000 2.000 1,0.000 1.000 1,0.000 2.000 1,-1.000 0.000-1,-1.000 2.000-2,-1.000 1.000-4,-2.000 2.000-1,0.000-1.000-2,-2.000-1.000 1,-1.000-1.000 1,-2.000-1.000 0,1.000-2.000 2,1.000 1.000 1,1.000 0.000 2,2.000 0.000 2,-1.000 1.000 0,-1.000-1.000 1,-1.000 0.000-1,-1.000 0.000 1,-1.000-2.000-1,2.000-1.000 1,1.000-4.000 0,2.000-1.000 0,0.000-4.000-1,-1.000-1.000 0,2.000-4.000 0,-1.000-2.000-2</inkml:trace>
</inkml:ink>
</file>

<file path=ppt/ink/ink19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8"/>
    </inkml:context>
    <inkml:brush xml:id="br0">
      <inkml:brushProperty name="width" value="0.0149534270167351" units="cm"/>
      <inkml:brushProperty name="height" value="0.0149534270167351" units="cm"/>
      <inkml:brushProperty name="color" value="#000000"/>
      <inkml:brushProperty name="ignorePressure" value="0"/>
    </inkml:brush>
  </inkml:definitions>
  <inkml:trace contextRef="#ctx0" brushRef="#br0">68759.000 31550.000 980,'10.000'-9.000'-3,"-2.000"2.000"-7,-1.000 4.000-7,-1.000 1.000-6,-1.000 3.000 2,0.000 1.000 9,-1.000 1.000 10,1.000 1.000 10,0.000 2.000 5,-2.000 1.000-2,-1.000 1.000-1,-1.000 2.000-1,-1.000 1.000-1,2.000 3.000 0,1.000 2.000 0,1.000 2.000 1,2.000 3.000-1,-1.000-1.000-2,0.000 0.000-2,0.000 0.000-1,-1.000 0.000-2,-1.000 2.000-1,-1.000 1.000 0,-2.000 2.000 0,1.000 0.000-2,1.000 0.000 1,1.000 0.000-1,2.000 0.000-1,-1.000 0.000 2,-1.000 0.000 1,-1.000 0.000 2,-2.000 0.000 2,0.000-1.000 0,0.000-1.000-4,0.000-1.000-2,0.000-2.000-3,0.000 0.000-3,0.000-2.000-2,0.000-1.000-2,0.000-1.000-3,1.000-3.000 0,1.000-1.000 1,1.000-4.000 0,2.000-1.000 1</inkml:trace>
</inkml:ink>
</file>

<file path=ppt/ink/ink19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8"/>
    </inkml:context>
    <inkml:brush xml:id="br0">
      <inkml:brushProperty name="width" value="0.0181850977241993" units="cm"/>
      <inkml:brushProperty name="height" value="0.0181850977241993" units="cm"/>
      <inkml:brushProperty name="color" value="#000000"/>
      <inkml:brushProperty name="ignorePressure" value="0"/>
    </inkml:brush>
  </inkml:definitions>
  <inkml:trace contextRef="#ctx0" brushRef="#br0">69240.000 31170.000 806,'-1.000'-9.000'2,"-1.000"2.000"5,-1.000 4.000 5,-2.000 2.000 4,1.000 1.000 4,-2.000 2.000 1,1.000 1.000 2,0.000 2.000 1,0.000 0.000 0,1.000 2.000-6,-1.000 1.000-4,0.000 1.000-5,0.000 2.000-5,-1.000-2.000-6,2.000 2.000-5,-1.000-2.000-5,-1.000 2.000-2,1.000 1.000 2,0.000 1.000 4,1.000 1.000 1,-1.000 1.000 0,0.000-2.000-2,0.000-1.000-4,-1.000-2.000-2,2.000 2.000-1,-2.000 1.000 3,1.000 4.000 2,0.000 1.000 3,0.000 2.000 0,-2.000-2.000-1,-1.000-1.000-3,-2.000-1.000-1,1.000-1.000-1,-2.000 0.000 0,2.000-1.000 1,-1.000 2.000 0,0.000-2.000 0,0.000 2.000 0,-1.000-2.000 0,2.000 1.000-1,-2.000 0.000 2,2.000-2.000 2,-2.000-1.000 2,1.000-2.000 2,2.000 0.000 1,1.000-2.000 1,4.000-1.000 1,2.000-1.000 0,0.000-2.000 1,-1.000 2.000-2,-1.000-1.000-1,-2.000-1.000 0</inkml:trace>
</inkml:ink>
</file>

<file path=ppt/ink/ink19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8"/>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69000.000 31610.000 1000,'10.000'-9.000'-45,"-1.000"3.000"8,2.000 2.000 5,-1.000 2.000 6,-1.000 2.000 7,-1.000 0.000 5,-1.000 0.000 6,-1.000 0.000 6,-2.000 2.000 4,-1.000 1.000 5,-1.000 4.000 4,-2.000 2.000 5,1.000 1.000 0,1.000 2.000 0,1.000 1.000-1,2.000 2.000-2,-1.000 0.000-2,-1.000 2.000-2,-1.000 1.000-3,-1.000 1.000-4,-1.000 2.000 0,0.000-1.000 2,0.000 0.000 0,0.000 0.000 1,0.000 0.000 1,0.000 0.000-3,0.000 0.000 0,0.000-1.000-2,0.000 2.000 0,0.000-2.000-1,0.000 2.000 1,0.000-1.000-1,0.000-1.000 1,0.000-1.000 2,0.000-1.000 0,0.000-2.000 1,-1.000 0.000 0,-1.000-2.000-3,-1.000-1.000-3,-1.000-2.000-2,-1.000 0.000-1,2.000-2.000 2,1.000-1.000 2,1.000-1.000 1,1.000-1.000-1,0.000-1.000-4,0.000 1.000-4,0.000 0.000-4,0.000 0.000-1,-2.000-2.000 2,-1.000-1.000 1,-1.000-1.000 1,-1.000-3.000 1,2.000-1.000-4,1.000-4.000-3,1.000-2.000-2,1.000-1.000 0,-2.000 1.000 2,-1.000-1.000 3,-1.000-1.000 3</inkml:trace>
</inkml:ink>
</file>

<file path=ppt/ink/ink19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8"/>
    </inkml:context>
    <inkml:brush xml:id="br0">
      <inkml:brushProperty name="width" value="0.017900425940752" units="cm"/>
      <inkml:brushProperty name="height" value="0.017900425940752" units="cm"/>
      <inkml:brushProperty name="color" value="#000000"/>
      <inkml:brushProperty name="ignorePressure" value="0"/>
    </inkml:brush>
  </inkml:definitions>
  <inkml:trace contextRef="#ctx0" brushRef="#br0">69120.000 31729.000 819,'9.000'-9.000'2,"-1.000"1.000"5,-1.000 1.000 5,-1.000 2.000 5,-1.000-1.000 2,2.000 1.000 0,1.000 0.000-1,1.000 0.000 0,1.000 1.000-1,-2.000-1.000-2,-1.000 0.000-3,-2.000 0.000-1,1.000 0.000-4,1.000 0.000-2,1.000 0.000-3,2.000-1.000-4,0.000 1.000 0,0.000-2.000 2,-1.000-1.000 1,1.000-1.000 1,1.000-1.000-2,-1.000 0.000-4,-1.000-1.000-5,2.000 2.000-5,-2.000-2.000-1,2.000-1.000 2,-1.000-1.000 3,-1.000-1.000 2,1.000-1.000 0,-2.000 2.000-6,-1.000 1.000-3,-1.000 2.000-6,-1.000-1.000-2,0.000 2.000-1,-1.000-2.000 0,1.000 1.000 0,0.000 0.000 0,1.000 1.000 3,-1.000-1.000 2,-1.000-1.000 2</inkml:trace>
</inkml:ink>
</file>

<file path=ppt/ink/ink19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9"/>
    </inkml:context>
    <inkml:brush xml:id="br0">
      <inkml:brushProperty name="width" value="0.0162764880806208" units="cm"/>
      <inkml:brushProperty name="height" value="0.0162764880806208" units="cm"/>
      <inkml:brushProperty name="color" value="#000000"/>
      <inkml:brushProperty name="ignorePressure" value="0"/>
    </inkml:brush>
  </inkml:definitions>
  <inkml:trace contextRef="#ctx0" brushRef="#br0">69300.000 31389.000 901,'0.000'11.000'-1,"0.000"-2.000"-2,0.000 2.000-2,0.000-2.000-2,0.000 1.000 2,0.000-2.000 3,0.000-1.000 4,0.000-1.000 4,0.000-2.000 2,2.000 2.000 1,1.000-1.000 1,1.000-1.000 1,1.000 1.000 0,-2.000 0.000-2,-1.000 1.000-1,-1.000-1.000-1,-1.000 0.000-1,2.000 2.000 1,1.000 1.000 2,1.000 1.000 0,2.000 2.000-2,-1.000-1.000-5,0.000 0.000-5,0.000 0.000-5,-1.000 0.000-5,1.000 2.000-2,0.000 1.000-3,1.000 2.000-3,-2.000-1.000 0,-1.000-1.000 2,-1.000-1.000 2,-2.000-1.000 2,1.000-1.000 0,1.000-1.000-4,1.000 2.000-4,2.000-1.000-3</inkml:trace>
</inkml:ink>
</file>

<file path=ppt/ink/ink19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29"/>
    </inkml:context>
    <inkml:brush xml:id="br0">
      <inkml:brushProperty name="width" value="0.019687607884407" units="cm"/>
      <inkml:brushProperty name="height" value="0.019687607884407" units="cm"/>
      <inkml:brushProperty name="color" value="#000000"/>
      <inkml:brushProperty name="ignorePressure" value="0"/>
    </inkml:brush>
  </inkml:definitions>
  <inkml:trace contextRef="#ctx0" brushRef="#br0">69300.000 31989.000 744,'-1.000'-18.000'2,"-1.000"1.000"3,-1.000 4.000 3,-1.000 1.000 4,0.000 4.000 4,2.000 1.000 5,4.000 4.000 7,2.000 2.000 5,1.000 2.000 1,2.000 3.000-6,1.000 2.000-6,2.000 2.000-4,-1.000 2.000-6,2.000-2.000-3,-1.000-1.000-3,-1.000-1.000-4,1.000-2.000-3,-2.000 2.000 1,-1.000-1.000 0,-1.000-1.000 0,-1.000 1.000-11,2.000 0.000-21,1.000 1.000-23,2.000-1.000-21</inkml:trace>
</inkml:ink>
</file>

<file path=ppt/ink/ink19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46"/>
    </inkml:context>
    <inkml:brush xml:id="br0">
      <inkml:brushProperty name="width" value="0.020485632121563" units="cm"/>
      <inkml:brushProperty name="height" value="0.020485632121563" units="cm"/>
      <inkml:brushProperty name="color" value="#000000"/>
      <inkml:brushProperty name="ignorePressure" value="0"/>
    </inkml:brush>
  </inkml:definitions>
  <inkml:trace contextRef="#ctx0" brushRef="#br0">57700.000 31350.000 715,'-11.000'-2.000'-3,"-1.000"-1.000"-9,-1.000-4.000-6,-1.000-2.000-8,2.000 1.000 11,6.000 1.000 32,7.000 4.000 32,6.000 2.000 30,4.000 1.000 5,3.000 0.000-21,2.000 0.000-23,3.000 0.000-22,-1.000 0.000-12,-2.000 0.000-4,-2.000 0.000-2,-3.000 0.000-2,-1.000 0.000-8,0.000 0.000-12,1.000 0.000-11,-1.000 0.000-13,-1.000 0.000-4,-1.000 2.000 0,-1.000 1.000 0,-2.000 2.000 2</inkml:trace>
</inkml:ink>
</file>

<file path=ppt/ink/ink19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46"/>
    </inkml:context>
    <inkml:brush xml:id="br0">
      <inkml:brushProperty name="width" value="0.0223472807556391" units="cm"/>
      <inkml:brushProperty name="height" value="0.0223472807556391" units="cm"/>
      <inkml:brushProperty name="color" value="#000000"/>
      <inkml:brushProperty name="ignorePressure" value="0"/>
    </inkml:brush>
  </inkml:definitions>
  <inkml:trace contextRef="#ctx0" brushRef="#br0">57600.000 31770.000 656,'-11.000'0.000'5,"2.000"0.000"9,-2.000 0.000 10,1.000 0.000 9,4.000 0.000 7,7.000 0.000 3,8.000 0.000 3,7.000 0.000 4,5.000-1.000-6,-2.000-1.000-15,1.000-1.000-14,0.000-1.000-14,0.000-1.000-8,1.000 0.000 2,-1.000 0.000 2,0.000-1.000 1,0.000 2.000-6,2.000-2.000-11,1.000 2.000-13,1.000-1.000-13,0.000 0.000-1,-5.000 0.000 7,-3.000-1.000 8,-4.000 2.000 9,-1.000-2.000 0,3.000 1.000-5,2.000 0.000-6,2.000 0.000-6</inkml:trace>
</inkml:ink>
</file>

<file path=ppt/ink/ink19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47"/>
    </inkml:context>
    <inkml:brush xml:id="br0">
      <inkml:brushProperty name="width" value="0.0226811859756708" units="cm"/>
      <inkml:brushProperty name="height" value="0.0226811859756708" units="cm"/>
      <inkml:brushProperty name="color" value="#000000"/>
      <inkml:brushProperty name="ignorePressure" value="0"/>
    </inkml:brush>
  </inkml:definitions>
  <inkml:trace contextRef="#ctx0" brushRef="#br0">59879.000 30089.000 646,'0.000'-44.000'1,"-2.000"11.000"3,-1.000 11.000 2,-1.000 11.000 3,-1.000 7.000 1,2.000-1.000 2,1.000 0.000 0,1.000 0.000 3,0.000 1.000 2,-3.000 2.000 7,-2.000 4.000 6,-2.000 2.000 5,-1.000 2.000 1,3.000 3.000-5,2.000 2.000-7,3.000 3.000-4,1.000 0.000-4,0.000-1.000-2,0.000-1.000-2,0.000-1.000-2,0.000 0.000-2,0.000 3.000-3,0.000 2.000-3,0.000 3.000-2,0.000 0.000-4,0.000-1.000-1,0.000-1.000-2,0.000-2.000-3,0.000 2.000 1,0.000 1.000-1,0.000 4.000 2,0.000 2.000 0,0.000 0.000 1,0.000-1.000-2,0.000-1.000 0,0.000-1.000-1,-1.000-2.000 0,-1.000 1.000 1,-1.000 0.000 1,-2.000 0.000 0,0.000 1.000 1,1.000-1.000 1,-1.000 0.000 2,0.000 0.000 1,0.000-1.000 1,-1.000-1.000-1,2.000-1.000 0,-1.000-2.000-1,0.000 0.000 2,2.000-2.000 2,1.000-1.000 3,1.000-2.000 3,1.000-3.000 0,-2.000-8.000-1,-1.000-8.000-2,-1.000-7.000-1,-1.000-6.000-1,2.000-2.000-2,1.000-2.000-2,2.000-2.000-2,0.000-2.000-1,2.000 0.000-1,1.000 0.000-2,2.000-1.000-1,0.000 2.000 0,2.000-2.000 1,1.000 2.000 1,1.000-1.000 0,1.000 0.000 0,-2.000 0.000 0,-1.000-1.000-2,-2.000 2.000-1,2.000-2.000 1,2.000 1.000 0,2.000 0.000 1,3.000 0.000 2,0.000 2.000 0,-1.000 2.000 1,-1.000 2.000 1,-1.000 2.000 0,-1.000 2.000 0,2.000-2.000-1,1.000-1.000 0,2.000-2.000-1,-1.000 2.000 2,-1.000 4.000 1,-1.000 3.000 2,-1.000 5.000 2,-1.000 2.000 2,2.000 2.000 0,1.000 4.000 2,2.000 2.000 1,-1.000 1.000 0,-1.000 0.000-1,-1.000 0.000 0,-1.000 0.000-2,-2.000 0.000 0,-1.000 0.000 2,-1.000 0.000 1,-2.000 0.000 2,1.000 1.000 1,-1.000 5.000-2,0.000 3.000 0,0.000 4.000-1,0.000 2.000 0,2.000 1.000 2,1.000-1.000 1,1.000-1.000 1,0.000 1.000 1,-2.000 1.000-1,-4.000-1.000 0,-1.000 0.000-2,-2.000 0.000 1,2.000 2.000 0,1.000 1.000 1,1.000 2.000 0,1.000 0.000 1,1.000 0.000-1,-1.000-1.000 0,-1.000 2.000 0,2.000-2.000 0,-1.000 1.000 1,0.000 0.000-1,0.000 0.000 1,-1.000 0.000-1,-1.000-2.000-1,-1.000-1.000-3,-2.000-1.000-1,1.000-2.000 0,1.000 1.000 0,1.000 1.000 1,2.000-1.000 0,-1.000 0.000 0,-1.000 0.000-4,-1.000-1.000-3,-2.000 2.000-3,0.000-2.000-5,0.000 2.000-4,0.000-2.000-6,0.000 1.000-6,1.000-1.000-7,1.000-3.000-8,1.000-2.000-11,2.000-2.000-8</inkml:trace>
</inkml:ink>
</file>

<file path=ppt/ink/ink20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47"/>
    </inkml:context>
    <inkml:brush xml:id="br0">
      <inkml:brushProperty name="width" value="0.0219855960458517" units="cm"/>
      <inkml:brushProperty name="height" value="0.0219855960458517" units="cm"/>
      <inkml:brushProperty name="color" value="#000000"/>
      <inkml:brushProperty name="ignorePressure" value="0"/>
    </inkml:brush>
  </inkml:definitions>
  <inkml:trace contextRef="#ctx0" brushRef="#br0">61000.000 30050.000 667,'-12.000'0.000'0,"-4.000"0.000"0,-3.000 0.000 0,-5.000 0.000 0,2.000 0.000 4,4.000 0.000 8,6.000 0.000 8,5.000 0.000 9,1.000 1.000 2,1.000 2.000-2,0.000 4.000-2,1.000 2.000-3,-2.000 1.000-2,-1.000-1.000-1,-1.000 2.000-2,-1.000-1.000-2,-1.000 0.000-3,2.000-1.000-2,1.000 1.000-4,2.000 1.000-3,0.000 0.000-2,-1.000 3.000 2,2.000 2.000 2,-1.000 3.000 0,-1.000 1.000 0,-1.000 0.000-3,-1.000 0.000-2,-1.000-1.000-2,-1.000 2.000-1,2.000-2.000 1,1.000 2.000 1,1.000-1.000 2,0.000 1.000-3,-2.000 3.000-3,-4.000 2.000-6,-1.000 3.000-3,-2.000 0.000-2,2.000-1.000 3,1.000-1.000 2,2.000-2.000 3,-1.000 0.000-2,-1.000 0.000-6,-1.000 0.000-6,-1.000 0.000-5,-2.000 0.000-4,2.000-2.000 2,-1.000-1.000 1,-1.000-1.000 0,3.000-3.000 2,4.000-2.000 2,3.000-2.000 1,4.000-3.000 2,3.000-3.000-1,1.000-6.000-1,1.000-4.000-3,2.000-6.000-1,0.000-2.000 1,0.000 1.000 6,-1.000-1.000 5,1.000-1.000 5,0.000 1.000 3,1.000-2.000 1,-1.000-1.000 2,-1.000-2.000 0</inkml:trace>
</inkml:ink>
</file>

<file path=ppt/ink/ink20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3:47"/>
    </inkml:context>
    <inkml:brush xml:id="br0">
      <inkml:brushProperty name="width" value="0.0224462952464819" units="cm"/>
      <inkml:brushProperty name="height" value="0.0224462952464819" units="cm"/>
      <inkml:brushProperty name="color" value="#000000"/>
      <inkml:brushProperty name="ignorePressure" value="0"/>
    </inkml:brush>
  </inkml:definitions>
  <inkml:trace contextRef="#ctx0" brushRef="#br0">60959.000 30110.000 653,'0.000'10.000'34,"0.000"2.000"-7,0.000 1.000-7,0.000 2.000-6,0.000 0.000-3,0.000 2.000 0,0.000 1.000 0,0.000 1.000 0,2.000 3.000 1,1.000 2.000-1,4.000 2.000 0,1.000 2.000-1,2.000 2.000 1,-2.000 0.000-1,-1.000 1.000 0,-2.000-1.000 0,1.000 0.000-1,1.000 0.000 0,1.000 0.000 0,2.000 0.000 0,0.000-2.000 0,0.000-1.000 0,-1.000-4.000-2,1.000-1.000 1,0.000-3.000-1,-2.000-1.000 1,-1.000-1.000-1,-2.000-2.000 1,2.000-1.000-1,2.000-5.000-1,2.000-3.000-1,3.000-4.000-1,-1.000-4.000-2,-1.000-4.000-3,-4.000-3.000-2,-1.000-5.000-3,-2.000-1.000-1,2.000-2.000 0,1.000-1.000-1,2.000-1.000 0,-1.000-2.000 0,2.000-1.000 1,-1.000-1.000 0,-1.000-2.000 0,1.000 0.000 0,0.000-2.000 0,1.000-1.000-1,-1.000-1.000-1,0.000-1.000-1,-1.000 0.000 1,2.000-1.000 0,-1.000 2.000 0,0.000-1.000 0,0.000 2.000-1,-1.000 1.000-2,1.000 1.000-1,1.000 1.000 0,-1.000 0.000 1,-1.000 0.000 0,2.000 0.000 2,-2.000 1.000-3,-1.000 1.000-4,-1.000 1.000-6,-1.000 2.000-5,-2.000 1.000 0,-1.000 5.000 4,-1.000 3.000 5,-2.000 5.000 4,0.000 0.000 2,0.000 1.000-2,0.000 0.000 0,0.000 0.000-1</inkml:trace>
</inkml:ink>
</file>

<file path=ppt/ink/ink20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5:29"/>
    </inkml:context>
    <inkml:brush xml:id="br0">
      <inkml:brushProperty name="width" value="0.0268749576061964" units="cm"/>
      <inkml:brushProperty name="height" value="0.0268749576061964" units="cm"/>
      <inkml:brushProperty name="color" value="#000000"/>
      <inkml:brushProperty name="ignorePressure" value="0"/>
    </inkml:brush>
  </inkml:definitions>
  <inkml:trace contextRef="#ctx0" brushRef="#br0">58900.000 31450.000 545,'-2.000'-10.000'0,"-1.000"2.000"0,-4.000 1.000 0,-2.000 2.000 0,1.000 0.000 3,2.000 0.000 4,2.000-1.000 5,2.000 2.000 4,4.000-1.000 3,1.000 2.000-2,4.000 1.000-1,1.000 1.000-2,4.000 1.000-1,2.000 0.000-1,2.000 0.000-1,3.000 0.000-1,1.000 1.000 0,-1.000 1.000-1,2.000 1.000-1,-1.000 2.000 1,1.000-1.000-2,2.000-1.000 1,4.000-1.000-2,2.000-1.000 1,1.000-1.000-1,0.000 0.000 1,0.000 0.000-1,0.000 0.000 1,1.000 0.000 0,5.000 0.000 1,3.000 0.000 1,5.000 0.000 1,1.000-1.000 0,2.000-1.000 0,1.000-1.000 0,1.000-1.000-1,2.000-2.000 0,1.000 1.000-1,1.000 0.000 0,2.000 0.000-1,0.000 1.000 0,2.000-1.000-1,1.000 0.000 0,2.000 0.000-1,-2.000 0.000 0,-2.000 0.000-1,-2.000 0.000 0,-2.000-1.000 0,-2.000 2.000-1,2.000-2.000 1,1.000 2.000 0,2.000-1.000 0,-1.000 0.000 1,-1.000 0.000-1,-1.000-1.000 2,-2.000 2.000 0,0.000-1.000 0,0.000 2.000-2,0.000 1.000 0,0.000 1.000-2,0.000 1.000-1,-2.000 0.000 2,-1.000 0.000 0,-1.000 0.000 0,-2.000 0.000 0,-1.000 0.000-1,-1.000 0.000 0,-1.000 0.000-3,-2.000 0.000 1,2.000-2.000-2,-1.000-1.000 0,-1.000-2.000-1,2.000 1.000 1,-2.000 1.000-1,2.000 1.000 0,-1.000 2.000 1,-2.000 0.000 0,-1.000 0.000 0,-4.000 0.000 0,-2.000 0.000 0,0.000 0.000 1,-1.000 0.000 0,0.000 0.000 1,0.000 0.000 0,-2.000 0.000 1,-2.000 0.000-1,-2.000 0.000-1,-2.000 0.000-1,-3.000 0.000 0,-1.000 0.000 1,-1.000 0.000 0,-1.000 0.000 1,-2.000 0.000-1,-1.000 0.000 1,-1.000 0.000-2,-1.000 0.000 0,-2.000 0.000-1,2.000 2.000-3,-1.000 1.000-2,-1.000 1.000-3,1.000 1.000-5,0.000 0.000-7,1.000 1.000-8,-1.000-1.000-8,0.000-1.000-3,-1.000-1.000-1,2.000-1.000 1,-1.000-1.000-1,-1.000-1.000 3,-1.000 0.000 7,-1.000 0.000 5,-1.000 0.000 6,-2.000 0.000 3,-1.000 2.000 2,-1.000 1.000 0,-2.000 2.000 0</inkml:trace>
</inkml:ink>
</file>

<file path=ppt/ink/ink20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5:30"/>
    </inkml:context>
    <inkml:brush xml:id="br0">
      <inkml:brushProperty name="width" value="0.02417335473001" units="cm"/>
      <inkml:brushProperty name="height" value="0.02417335473001" units="cm"/>
      <inkml:brushProperty name="color" value="#000000"/>
      <inkml:brushProperty name="ignorePressure" value="0"/>
    </inkml:brush>
  </inkml:definitions>
  <inkml:trace contextRef="#ctx0" brushRef="#br0">59840.000 32089.000 606,'-2.000'-11.000'2,"-1.000"-2.000"3,-4.000-4.000 3,-1.000-2.000 3,-1.000 3.000 3,5.000 5.000 2,3.000 7.000 2,4.000 6.000 1,2.000 3.000 0,-2.000 2.000-4,-1.000 1.000-2,-1.000 1.000-5,-1.000 3.000-1,2.000 1.000 0,1.000 4.000-1,1.000 1.000 0,1.000 3.000-1,-2.000 1.000-4,-1.000 1.000-1,-1.000 1.000-4,-1.000 1.000 0,0.000 0.000 1,0.000 0.000 1,0.000 0.000 1,0.000 0.000 1,0.000 0.000-1,0.000 0.000 0,0.000 0.000-1,0.000 0.000 0,0.000 0.000 0,0.000 0.000-1,0.000 0.000 0,-1.000 0.000 1,-1.000-2.000 2,-1.000-1.000 3,-2.000-1.000 2,1.000-2.000 2,-2.000-1.000-1,1.000-1.000 1,0.000-2.000 0,0.000 0.000-1,1.000-2.000 1,-1.000-1.000 0,0.000-2.000 0,0.000-2.000 0,2.000-5.000-2,1.000-6.000-1,1.000-5.000-1,2.000-3.000-1,1.000-2.000 0,1.000-4.000-1,2.000-2.000 0,1.000-2.000-1,2.000-5.000-1,4.000-3.000-2,1.000-4.000-1,3.000-2.000-1,1.000 2.000 1,1.000 1.000 1,2.000 1.000 0,0.000 1.000 0,0.000-2.000-2,0.000-1.000 0,-1.000-1.000-2,2.000-1.000 0,-2.000 0.000 1,1.000-1.000-1,0.000 2.000 2,1.000 0.000 0,1.000 5.000 0,1.000 3.000 2,2.000 5.000 0,-2.000 0.000 1,-1.000 2.000 0,-4.000-1.000 0,-2.000-1.000 1,0.000 3.000 0,-2.000 4.000 0,2.000 3.000-1,-1.000 4.000 0,-1.000 3.000 0,-1.000 1.000 1,-1.000 1.000 2,-1.000 2.000 1,-1.000 1.000 0,0.000 3.000 1,-1.000 2.000 0,1.000 2.000 1,0.000 3.000 1,-2.000-2.000 2,-1.000 2.000 3,-2.000-2.000 2,1.000 3.000 1,1.000 1.000-2,1.000 4.000 0,2.000 1.000-2,-1.000 3.000 0,-1.000-2.000 2,-1.000 2.000 2,-1.000-1.000 2,-1.000 0.000-1,2.000 0.000 0,1.000-1.000-1,2.000 2.000-1,-1.000-2.000 0,-1.000 1.000-2,-1.000 0.000 1,-2.000 0.000-2,0.000-1.000 0,-2.000-3.000-3,-1.000-2.000-2,-1.000-3.000-3,-1.000 0.000-1,2.000 1.000 0,1.000 1.000-1,2.000 1.000 0,-1.000 1.000-2,-1.000-2.000-2,-1.000-1.000-2,-2.000-2.000-2,0.000 1.000-6,-2.000 1.000-10,-1.000 1.000-8,-1.000 1.000-11,-2.000 0.000-1,-1.000-2.000 6,-1.000-4.000 7,-1.000-2.000 5,-1.000-1.000 1,2.000 0.000-4,1.000 1.000-4,2.000-1.000-6</inkml:trace>
</inkml:ink>
</file>

<file path=ppt/ink/ink20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5:31"/>
    </inkml:context>
    <inkml:brush xml:id="br0">
      <inkml:brushProperty name="width" value="0.0173681639134884" units="cm"/>
      <inkml:brushProperty name="height" value="0.0173681639134884" units="cm"/>
      <inkml:brushProperty name="color" value="#000000"/>
      <inkml:brushProperty name="ignorePressure" value="0"/>
    </inkml:brush>
  </inkml:definitions>
  <inkml:trace contextRef="#ctx0" brushRef="#br0">57500.000 34689.000 844,'-19.000'-8.000'2,"3.000"2.000"4,2.000 2.000 4,3.000 3.000 3,3.000 1.000 2,6.000 0.000-2,4.000 0.000-3,6.000 0.000-1,2.000 0.000-1,0.000 0.000 1,-1.000 0.000 0,1.000 0.000 1,1.000 0.000 0,-1.000 0.000-2,-1.000 0.000-1,2.000 0.000-1,-2.000 0.000-2,2.000 0.000-1,-1.000 0.000 0,-1.000 0.000-3,1.000 0.000 0,0.000 0.000 0,1.000 0.000-2,-1.000 0.000 0,0.000 0.000 1,2.000 0.000 0,1.000 0.000 1,2.000 0.000 1,-1.000-1.000-1,-1.000-1.000-3,-1.000-1.000-4,-1.000-1.000-4,-1.000-1.000-2,-1.000 2.000 0,2.000 1.000 0,-1.000 2.000-1,-1.000-1.000-2,-1.000-1.000-3,-1.000-1.000-4,-1.000-2.000-3,-1.000 1.000-1,0.000 1.000-1,0.000 1.000 0,0.000 1.000-1</inkml:trace>
</inkml:ink>
</file>

<file path=ppt/ink/ink20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5:31"/>
    </inkml:context>
    <inkml:brush xml:id="br0">
      <inkml:brushProperty name="width" value="0.02456059679389" units="cm"/>
      <inkml:brushProperty name="height" value="0.02456059679389" units="cm"/>
      <inkml:brushProperty name="color" value="#000000"/>
      <inkml:brushProperty name="ignorePressure" value="0"/>
    </inkml:brush>
  </inkml:definitions>
  <inkml:trace contextRef="#ctx0" brushRef="#br0">57440.000 35129.000 597,'-22.000'2.000'0,"-2.000"1.000"0,-2.000 4.000 0,-2.000 2.000 0,1.000 0.000 4,9.000-1.000 9,6.000-1.000 10,8.000-2.000 8,6.000 1.000 5,1.000 1.000 2,4.000 1.000 1,2.000 2.000 0,1.000-2.000-1,-1.000-1.000-6,2.000-4.000-6,-1.000-2.000-6,1.000-1.000-3,3.000 0.000-3,2.000 0.000-2,3.000 0.000-2,1.000 0.000-2,2.000 0.000-5,1.000 0.000-5,2.000 0.000-3,-1.000 0.000-2,-1.000-2.000 2,-1.000-1.000 3,-2.000-1.000 1,1.000-2.000-4,1.000-1.000-7,1.000-1.000-8,2.000-2.000-8,0.000 1.000-5,0.000 1.000-3,0.000 1.000-2,0.000 2.000-2,-2.000 0.000-1,-1.000 0.000 5,-4.000 0.000 2,-1.000-1.000 4,-3.000 1.000 2,-1.000 0.000 2,-1.000 1.000 1,-1.000-1.000 1</inkml:trace>
</inkml:ink>
</file>

<file path=ppt/ink/ink20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5:32"/>
    </inkml:context>
    <inkml:brush xml:id="br0">
      <inkml:brushProperty name="width" value="0.0206385478377342" units="cm"/>
      <inkml:brushProperty name="height" value="0.0206385478377342" units="cm"/>
      <inkml:brushProperty name="color" value="#000000"/>
      <inkml:brushProperty name="ignorePressure" value="0"/>
    </inkml:brush>
  </inkml:definitions>
  <inkml:trace contextRef="#ctx0" brushRef="#br0">60400.000 34129.000 710,'-21.000'-11.000'0,"1.000"-5.000"0,0.000-3.000 0,1.000-4.000 0,0.000-1.000 2,5.000 5.000 3,3.000 3.000 4,5.000 4.000 3,0.000 3.000 1,1.000 1.000-1,0.000 1.000 0,1.000 2.000-2,0.000 2.000 2,3.000 5.000 6,2.000 6.000 4,3.000 4.000 6,0.000 5.000-1,-1.000 1.000-8,-1.000 4.000-7,-2.000 2.000-7,0.000 1.000-5,0.000 0.000-1,0.000 0.000-1,0.000 0.000 0,0.000 0.000-2,0.000 0.000-2,0.000 0.000-1,0.000 0.000-2,0.000-1.000-1,0.000-1.000 1,0.000-1.000 1,0.000-1.000 1,0.000-1.000 0,0.000 2.000 0,0.000 1.000 1,0.000 1.000 0,0.000 1.000 1,-2.000-2.000 0,-1.000-1.000 2,-1.000-2.000 1,-1.000 0.000 0,0.000-2.000 0,0.000-1.000 0,-1.000-1.000-1,2.000-2.000 2,-2.000-1.000 1,1.000-1.000 2,0.000-1.000 2,1.000-4.000 1,1.000-4.000 0,1.000-6.000 0,2.000-4.000 0,0.000-5.000-1,2.000-4.000-1,1.000-3.000-1,1.000-5.000-3,3.000-2.000 0,2.000-5.000-1,2.000-3.000 1,3.000-4.000-1,0.000-3.000 0,2.000-1.000-1,-2.000-1.000 1,1.000-2.000 0,1.000 1.000 0,1.000 1.000 0,1.000 1.000 0,1.000 2.000 2,2.000 0.000-1,-2.000 2.000 0,1.000 1.000 1,0.000 2.000-1,0.000 1.000 0,1.000 3.000 0,-1.000 2.000 0,0.000 2.000 0,-1.000 3.000 0,-1.000 1.000 1,-1.000 1.000 1,-2.000 2.000 0,0.000 1.000 1,-2.000 5.000-1,-1.000 3.000 0,-2.000 5.000-1,1.000 3.000 1,1.000 6.000 3,1.000 4.000 4,1.000 6.000 2,0.000 2.000 2,-5.000 2.000-1,-3.000 1.000-1,-4.000 1.000-1,-2.000 2.000-1,2.000-2.000-1,1.000 2.000 1,2.000-1.000-2,-1.000 0.000 1,-1.000 0.000 0,-1.000-1.000 0,-2.000 2.000 0,1.000-2.000 1,1.000 1.000-2,1.000 0.000 1,2.000 0.000-2,0.000 1.000 1,0.000-1.000-1,0.000 0.000 1,0.000 0.000-1,-1.000 0.000-1,-1.000 0.000-2,-1.000 0.000-1,-1.000-1.000-3,-1.000 1.000 0,2.000-2.000 2,1.000-1.000 1,1.000-1.000 1,1.000-1.000-2,-2.000 0.000-4,-1.000-1.000-3,-1.000 2.000-5,-1.000-2.000-2,2.000 2.000 3,1.000-2.000 0,1.000 1.000 2,1.000 0.000-8,-2.000-2.000-16,-1.000-1.000-17,-1.000-2.000-17</inkml:trace>
</inkml:ink>
</file>

<file path=ppt/ink/ink20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5:32"/>
    </inkml:context>
    <inkml:brush xml:id="br0">
      <inkml:brushProperty name="width" value="0.0208511799573898" units="cm"/>
      <inkml:brushProperty name="height" value="0.0208511799573898" units="cm"/>
      <inkml:brushProperty name="color" value="#000000"/>
      <inkml:brushProperty name="ignorePressure" value="0"/>
    </inkml:brush>
  </inkml:definitions>
  <inkml:trace contextRef="#ctx0" brushRef="#br0">61359.000 34089.000 703,'-9.000'-10.000'2,"-2.000"1.000"3,2.000-1.000 3,-1.000 0.000 3,-1.000 1.000 4,2.000 2.000 4,-1.000 4.000 3,-1.000 1.000 3,2.000 4.000 2,-2.000 1.000-2,2.000 4.000-2,-1.000 2.000 0,0.000 1.000-3,2.000 0.000-2,1.000-1.000-3,1.000 1.000-3,1.000 2.000-2,-2.000 1.000-2,-1.000 4.000-3,-2.000 2.000-2,1.000 1.000-3,-2.000 2.000 0,2.000 1.000-2,-1.000 1.000-2,0.000 1.000 0,0.000 0.000 1,-1.000 0.000 0,2.000 0.000 2,-2.000 0.000-2,2.000 0.000-2,-2.000 0.000-1,1.000 0.000-4,0.000 1.000 0,-2.000 1.000 0,-1.000 1.000-1,-2.000 2.000 0,0.000-1.000-1,0.000-1.000-3,1.000-1.000-2,-1.000-1.000-3,0.000-3.000-1,-1.000-1.000 3,2.000-4.000 3,-1.000-2.000 1,1.000-1.000 2,3.000-2.000-1,2.000-1.000 0,3.000-2.000 0,2.000-3.000-2,5.000-8.000-3,3.000-8.000-1,4.000-7.000-3,2.000-5.000 0,0.000-1.000 2,1.000-1.000 3,-1.000-2.000 2,0.000 0.000 2,2.000-2.000 3,1.000-1.000 1,2.000-1.000 3,-1.000 0.000 2,-1.000 5.000 0,-1.000 3.000 2,-1.000 4.000 0</inkml:trace>
</inkml:ink>
</file>

<file path=ppt/ink/ink20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5:32"/>
    </inkml:context>
    <inkml:brush xml:id="br0">
      <inkml:brushProperty name="width" value="0.0211123824119568" units="cm"/>
      <inkml:brushProperty name="height" value="0.0211123824119568" units="cm"/>
      <inkml:brushProperty name="color" value="#000000"/>
      <inkml:brushProperty name="ignorePressure" value="0"/>
    </inkml:brush>
  </inkml:definitions>
  <inkml:trace contextRef="#ctx0" brushRef="#br0">61300.000 34270.000 694,'0.000'12.000'0,"0.000"6.000"0,0.000 4.000 0,0.000 6.000 0,0.000-1.000 1,2.000-4.000 2,1.000-6.000 1,1.000-5.000 2,1.000 0.000 1,1.000 2.000 0,-1.000 2.000 2,-1.000 2.000-1,2.000 2.000 2,-1.000-2.000 1,0.000-1.000 1,0.000-1.000 2,0.000-1.000-1,2.000 0.000 0,1.000-1.000-2,1.000 2.000-1,1.000-2.000 0,-2.000 2.000 1,-1.000-2.000 0,-2.000 1.000 1,1.000-1.000 0,1.000-3.000-1,1.000-2.000-2,2.000-2.000 0,-1.000-3.000-2,-1.000 2.000 1,-1.000-2.000 0,-1.000 1.000 0,-1.000 0.000 0,0.000 1.000-1,0.000-2.000 0,0.000 2.000-1,0.000-3.000-1,2.000-2.000 0,1.000-2.000 0,2.000-2.000 0,-1.000-3.000-2,-1.000-1.000-4,-1.000-1.000-3,-1.000-2.000-2,-2.000-1.000-2,1.000-3.000 2,0.000-2.000 2,1.000-2.000 1,-1.000-3.000-1,2.000-1.000-4,1.000-1.000-5,2.000-2.000-4,0.000 0.000-1,-1.000 0.000 2,2.000 0.000 3,-1.000 0.000 3,0.000 0.000-2,0.000-2.000-4,-1.000-1.000-5,1.000-1.000-4,-1.000 1.000-1,-2.000 6.000 4,-4.000 4.000 4,-1.000 5.000 4,-2.000 3.000-1,2.000 1.000-5,1.000-1.000-5,1.000 0.000-6</inkml:trace>
</inkml:ink>
</file>

<file path=ppt/ink/ink20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5:33"/>
    </inkml:context>
    <inkml:brush xml:id="br0">
      <inkml:brushProperty name="width" value="0.0263899527490139" units="cm"/>
      <inkml:brushProperty name="height" value="0.0263899527490139" units="cm"/>
      <inkml:brushProperty name="color" value="#000000"/>
      <inkml:brushProperty name="ignorePressure" value="0"/>
    </inkml:brush>
  </inkml:definitions>
  <inkml:trace contextRef="#ctx0" brushRef="#br0">59000.000 35670.000 555,'-38.000'-19.000'0,"5.000"3.000"0,6.000 2.000 0,4.000 3.000 0,6.000 1.000 5,5.000 2.000 10,4.000 1.000 9,6.000 1.000 10,3.000 1.000 1,5.000-2.000-6,3.000-1.000-6,5.000-1.000-7,1.000-2.000-3,2.000 1.000-1,1.000 1.000-1,2.000-1.000-1,1.000 0.000-1,2.000 0.000 0,4.000-1.000 0,2.000 2.000-2,1.000-2.000 0,2.000 2.000-1,1.000-2.000 0,2.000 1.000-2,1.000 0.000 1,3.000-2.000 0,2.000-1.000 1,2.000-2.000 0,3.000 2.000 0,-2.000 2.000-2,1.000 2.000-2,0.000 2.000-2,2.000 2.000 0,2.000 0.000-1,2.000 1.000 1,2.000-1.000-1,4.000 0.000 2,2.000 0.000 0,2.000-1.000 0,3.000 2.000 2,0.000-1.000 1,2.000 2.000 0,-2.000 1.000 1,1.000 1.000 1,2.000 1.000 0,1.000 0.000-1,4.000 0.000 0,2.000 0.000 0,2.000 0.000 0,3.000 0.000 0,2.000 0.000 2,2.000 0.000 0,1.000-1.000 0,-5.000-3.000 0,-3.000-2.000 0,-4.000-2.000-2,-2.000-2.000 0,2.000 2.000-2,1.000 1.000-2,1.000 1.000-2,1.000 1.000 0,-2.000 0.000 2,-1.000 1.000 1,-1.000-1.000 1,-3.000 0.000 1,-2.000 0.000-1,-2.000-1.000-2,-3.000 2.000 0,1.000-1.000-1,1.000 2.000 2,4.000 1.000 0,2.000 1.000 1,-1.000 1.000-1,-2.000 0.000 0,-2.000 0.000-3,-3.000 0.000 0,0.000 1.000-1,-1.000 1.000 0,-1.000 1.000 1,2.000 2.000 0,-1.000 0.000 0,2.000 2.000 1,1.000 1.000-1,2.000 1.000 0,-1.000 0.000 0,-1.000-2.000-1,-1.000-4.000 0,-1.000-1.000-1,-2.000-2.000-1,2.000 2.000 1,-1.000 1.000-1,-1.000 2.000-1,1.000-1.000 0,0.000-1.000-2,1.000-1.000-1,-1.000-1.000-1,-1.000-1.000-1,-1.000 0.000 1,-1.000 0.000 1,-2.000 0.000 2,1.000-2.000-1,1.000-1.000-1,1.000-4.000-1,1.000-1.000-1,0.000-3.000-1,-2.000 1.000 1,-4.000 1.000 0,-2.000-1.000 1,-2.000 0.000-3,-2.000 0.000-4,-4.000-1.000-7,-2.000 2.000-4,-2.000-1.000-4,-5.000 2.000-1,-3.000 1.000-1,-4.000 1.000-1,-4.000 1.000 0,-4.000 0.000 3,-3.000 1.000 2,-5.000-1.000 1</inkml:trace>
</inkml:ink>
</file>

<file path=ppt/ink/ink21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5:34"/>
    </inkml:context>
    <inkml:brush xml:id="br0">
      <inkml:brushProperty name="width" value="0.0186791140586138" units="cm"/>
      <inkml:brushProperty name="height" value="0.0186791140586138" units="cm"/>
      <inkml:brushProperty name="color" value="#000000"/>
      <inkml:brushProperty name="ignorePressure" value="0"/>
    </inkml:brush>
  </inkml:definitions>
  <inkml:trace contextRef="#ctx0" brushRef="#br0">59659.000 36050.000 785,'-10.000'-9.000'1,"-2.000"2.000"1,-1.000 4.000 2,-2.000 1.000 2,2.000 2.000 1,1.000-2.000 1,4.000-1.000 1,2.000-1.000 1,0.000 0.000 0,-1.000 3.000 0,-1.000 2.000 0,-1.000 3.000 1,-1.000 1.000-1,2.000 2.000-1,1.000 1.000-1,1.000 2.000-2,1.000 0.000 0,1.000 0.000 1,-1.000-1.000 1,0.000 1.000 0,0.000 1.000 0,-1.000 1.000-3,2.000 1.000-2,-1.000 1.000-2,-1.000 2.000-1,1.000 1.000 1,0.000 1.000 1,1.000 2.000 1,-2.000 0.000-1,-1.000 2.000-2,-1.000 1.000-1,-1.000 2.000-2,-2.000 1.000-1,-1.000 2.000-1,-1.000 4.000 0,-1.000 2.000 0,-1.000 0.000-1,2.000-1.000 0,1.000-1.000 1,2.000-1.000 0,-1.000-1.000 0,2.000-1.000 0,-1.000 2.000 2,-1.000-1.000 1,2.000-1.000-1,1.000-1.000 1,1.000-1.000 0,2.000-2.000 0,0.000-1.000 0,2.000-3.000 0,1.000-2.000 0,2.000-2.000 0,0.000-4.000 0,2.000-1.000 0,1.000-4.000 1,2.000-1.000 1,1.000-3.000-1,3.000-1.000-1,2.000-1.000-1,3.000-1.000 0,1.000-1.000-1,2.000 0.000 1,1.000 0.000 1,1.000 0.000 0,1.000-1.000 1,1.000-1.000-1,-1.000-1.000-1,0.000-1.000 0,0.000-2.000 0,-1.000 2.000 1,2.000-2.000 0,-1.000 1.000 0,-1.000 0.000 0,1.000-2.000 0,0.000-1.000 0,1.000-1.000 0,-2.000-1.000 1,-1.000 2.000 0,-1.000 1.000 1,-1.000 2.000 0,-2.000 0.000 2,-1.000 0.000-1,-1.000-1.000 1,-1.000 2.000-1,-2.000-2.000 2,-1.000 2.000 0,-1.000-2.000 1,-1.000 1.000 0,-2.000 1.000 2,1.000-2.000 0,0.000 2.000 0,1.000-1.000 1,-2.000-1.000 0,-1.000-1.000 2,-1.000-1.000 0,-2.000-2.000 1,0.000 0.000 1,-2.000-2.000 0,-1.000-1.000 0,-1.000-2.000 0,-2.000 1.000-1,1.000-1.000 0,0.000 0.000-2,1.000 0.000 0,-1.000-1.000-3,2.000-1.000-1,1.000-1.000-3,2.000-1.000-3,-1.000-1.000-2,-1.000-1.000-1,-1.000 2.000-1,-2.000-1.000-2,1.000-2.000 0,-2.000-1.000 0,1.000-4.000 0,0.000-1.000-1,1.000-2.000 0,1.000 2.000-2,1.000 1.000-3,2.000 2.000-3,-1.000 1.000 0,-1.000 5.000 2,-1.000 3.000 2,-1.000 4.000 1,-1.000 2.000-3,2.000 1.000-8,1.000-1.000-8,1.000 0.000-9</inkml:trace>
</inkml:ink>
</file>

<file path=ppt/ink/ink21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5:34"/>
    </inkml:context>
    <inkml:brush xml:id="br0">
      <inkml:brushProperty name="width" value="0.0173270329833031" units="cm"/>
      <inkml:brushProperty name="height" value="0.0173270329833031" units="cm"/>
      <inkml:brushProperty name="color" value="#000000"/>
      <inkml:brushProperty name="ignorePressure" value="0"/>
    </inkml:brush>
  </inkml:definitions>
  <inkml:trace contextRef="#ctx0" brushRef="#br0">60120.000 36410.000 846,'-2.000'-10.000'0,"-1.000"0.000"-1,-4.000-1.000 0,-1.000 2.000-1,-1.000-1.000 1,3.000 2.000 2,2.000 1.000 2,2.000 1.000 2,2.000 2.000 2,-2.000 1.000 3,-1.000 1.000 3,-1.000 1.000 3,-1.000 3.000 0,2.000 4.000-1,1.000 3.000-1,1.000 5.000-1,1.000 0.000-2,0.000-1.000-1,0.000-1.000 0,0.000-1.000-3,1.000-1.000-1,1.000 2.000-4,1.000 1.000-5,2.000 2.000-3,-1.000 0.000-2,-1.000 2.000-1,-1.000 1.000 0,-2.000 1.000-1,0.000 2.000 0,0.000-2.000 0,0.000 2.000 1,0.000-1.000 1,1.000 0.000 0,1.000 0.000 1,1.000 0.000-1,2.000-1.000 0,-1.000 1.000 1,-1.000 0.000 2,-1.000 1.000 1,-1.000-1.000 1,-1.000-1.000 1,0.000-1.000-1,0.000-1.000 0,0.000-2.000-1,0.000 0.000 0,0.000 1.000 1,0.000-1.000-1,0.000 0.000 1,-1.000-1.000 1,-1.000-1.000 0,-1.000-1.000 1,-1.000-1.000 1,-1.000-2.000 1,2.000-1.000-2,1.000-1.000 1,1.000-2.000-2,1.000 0.000 1,-2.000-2.000 2,-1.000-1.000 0,-1.000-2.000 2,-1.000 0.000 0,2.000-2.000-1,1.000-1.000 0,1.000-2.000-1,1.000-1.000 1,0.000-3.000-2,0.000-2.000 1,0.000-3.000 0,1.000-2.000-1,1.000-3.000 0,1.000-2.000 1,2.000-2.000-1,0.000-2.000 1,2.000 0.000-1,1.000 0.000 1,2.000 0.000-1,0.000 0.000 0,-1.000 0.000 0,2.000 0.000 1,-1.000 0.000-1,0.000 0.000 0,0.000 0.000 0,-1.000 0.000 0,1.000 0.000 0,1.000 0.000 0,-1.000 0.000 0,-1.000 0.000 0,2.000 0.000 0,-2.000 1.000 0,2.000 3.000 0,-1.000 2.000 0,-1.000 2.000 0,1.000 3.000 1,0.000 1.000 0,1.000 1.000 1,-1.000 1.000 1,0.000 2.000 0,-1.000 1.000 0,2.000 1.000-1,-1.000 2.000-1,-1.000 0.000 1,-1.000 2.000 2,-1.000 1.000 0,-1.000 1.000 2,-1.000 2.000 1,0.000 1.000 0,0.000 1.000 0,0.000 2.000 0,-1.000 1.000 0,-1.000 2.000 1,-1.000 4.000 0,-1.000 1.000 0,-1.000 3.000 0,2.000 1.000-1,1.000 1.000-1,1.000 2.000 0,1.000 0.000-1,-2.000 0.000 0,-1.000 0.000 0,-1.000-1.000-1,-1.000 1.000-1,2.000 0.000-2,1.000 1.000-3,1.000-1.000-3,1.000-1.000 0,-2.000-1.000 0,-1.000-1.000 2,-1.000-2.000 0,-1.000 0.000-1,2.000 1.000-4,1.000-1.000-4,2.000 0.000-5,-1.000-2.000-1,1.000-1.000 1,0.000-4.000 2,1.000-2.000 2,-1.000-1.000-2,0.000 1.000-4,0.000-2.000-6,0.000 2.000-5,0.000-1.000-1,0.000 0.000 5,-1.000 0.000 5,1.000-1.000 4</inkml:trace>
</inkml:ink>
</file>

<file path=ppt/ink/ink21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5:36"/>
    </inkml:context>
    <inkml:brush xml:id="br0">
      <inkml:brushProperty name="width" value="0.0149438912048936" units="cm"/>
      <inkml:brushProperty name="height" value="0.0149438912048936" units="cm"/>
      <inkml:brushProperty name="color" value="#000000"/>
      <inkml:brushProperty name="ignorePressure" value="0"/>
    </inkml:brush>
  </inkml:definitions>
  <inkml:trace contextRef="#ctx0" brushRef="#br0">60620.000 36529.000 981,'-1.000'-9.000'-1,"-1.000"1.000"0,-1.000 1.000-2,-2.000 2.000 0,0.000-1.000-1,1.000 2.000 1,-1.000-2.000 2,0.000 1.000 0,0.000 2.000 2,2.000 4.000 0,1.000 3.000 2,1.000 4.000 1,1.000 3.000 0,-2.000-2.000-1,-1.000 2.000 0,-1.000-2.000-1,-1.000 2.000-1,2.000 1.000 0,1.000 1.000-1,1.000 1.000 0,1.000 1.000-1,0.000 1.000 3,0.000-1.000 0,0.000-1.000 2,0.000 1.000 0,0.000 1.000-3,0.000-1.000-1,0.000 0.000-2,0.000-1.000-1,0.000 1.000 2,0.000 1.000 1,0.000-1.000 3,1.000 0.000-1,1.000 0.000-1,1.000-1.000-1,2.000 2.000-1,0.000-2.000-1,2.000-1.000 0,1.000-1.000 0,2.000-1.000 0,0.000-2.000 0,-1.000-1.000 1,2.000-1.000 0,-1.000-1.000 2,0.000-2.000-1,0.000-1.000 0,-1.000-1.000-1,1.000-1.000 0,1.000-3.000-1,-1.000-1.000 1,-1.000-4.000 1,2.000-2.000 0,-1.000-1.000 0,2.000-2.000 0,1.000-1.000-1,2.000-2.000 0,-1.000-1.000 0,-1.000-3.000 0,-1.000-2.000 0,-1.000-2.000 1,-2.000-3.000-1,2.000-1.000-3,-1.000-1.000-4,-1.000-1.000-2,1.000-1.000-2,0.000 2.000 2,1.000 1.000 1,-1.000 1.000 1,-2.000 1.000 0,-2.000 0.000 0,-2.000 0.000-1,-2.000 0.000 0,-2.000 2.000-1,0.000 1.000 1,0.000 4.000 1,0.000 2.000 1,-2.000 2.000 1,-1.000 2.000 3,-4.000 4.000 1,-1.000 2.000 3,-3.000 1.000 2,2.000 0.000-2,-2.000-1.000 1,1.000 2.000-1,1.000-1.000 1,-2.000 2.000-1,2.000 1.000 0,-1.000 1.000 1,-1.000 3.000 0,2.000 1.000-1,-1.000 4.000 1,-1.000 2.000-1,2.000 1.000 0,1.000 2.000 0,1.000 1.000-1,2.000 2.000 0,0.000-1.000 0,0.000-1.000-1,0.000-1.000-1,-1.000-1.000 0,2.000-1.000-3,1.000-1.000-5,1.000 1.000-4,2.000 1.000-4</inkml:trace>
</inkml:ink>
</file>

<file path=ppt/ink/ink21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5:36"/>
    </inkml:context>
    <inkml:brush xml:id="br0">
      <inkml:brushProperty name="width" value="0.0166432075202465" units="cm"/>
      <inkml:brushProperty name="height" value="0.0166432075202465" units="cm"/>
      <inkml:brushProperty name="color" value="#000000"/>
      <inkml:brushProperty name="ignorePressure" value="0"/>
    </inkml:brush>
  </inkml:definitions>
  <inkml:trace contextRef="#ctx0" brushRef="#br0">61059.000 36570.000 881,'9.000'0.000'2,"-2.000"2.000"6,-4.000 1.000 5,-2.000 1.000 6,-1.000 2.000-1,0.000 1.000-4,0.000 1.000-5,0.000 2.000-5,0.000 0.000-2,0.000 2.000 2,0.000 1.000 1,0.000 2.000 2,0.000 1.000-1,0.000 3.000-1,0.000 2.000-3,0.000 2.000-1,0.000 2.000-2,0.000 0.000-1,0.000 0.000 0,0.000 0.000 0,0.000 1.000-1,0.000 1.000 0,0.000 1.000-1,0.000 2.000 0,0.000 0.000 0,-2.000 2.000 1,-1.000 1.000 0,-1.000 1.000 1,-2.000 0.000 0,1.000-2.000 0,0.000-4.000-1,1.000-1.000-1,-1.000-2.000 1,2.000 0.000 2,1.000 0.000 1,2.000 0.000 2,-1.000-2.000 0,-1.000-1.000 0,-1.000-4.000 0,-2.000-2.000-1,1.000-2.000-1,-2.000-3.000-1,1.000-2.000-2,0.000-2.000-1,1.000-6.000-1,1.000-5.000-1,1.000-7.000-1,2.000-6.000 0,0.000-3.000-2,0.000 1.000-5,0.000-2.000-4,0.000 2.000-4,0.000-2.000-1,2.000-1.000-1,1.000-1.000 2,1.000-1.000 0,1.000 0.000 3,-2.000 5.000 2,-1.000 3.000 2,-1.000 5.000 4,-1.000 0.000 2,2.000-1.000 1,1.000-1.000 1,1.000-1.000 1</inkml:trace>
</inkml:ink>
</file>

<file path=ppt/ink/ink21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5:36"/>
    </inkml:context>
    <inkml:brush xml:id="br0">
      <inkml:brushProperty name="width" value="0.0167883038520813" units="cm"/>
      <inkml:brushProperty name="height" value="0.0167883038520813" units="cm"/>
      <inkml:brushProperty name="color" value="#000000"/>
      <inkml:brushProperty name="ignorePressure" value="0"/>
    </inkml:brush>
  </inkml:definitions>
  <inkml:trace contextRef="#ctx0" brushRef="#br0">61200.000 36470.000 873,'0.000'-11.000'0,"2.000"-1.000"0,1.000-1.000 0,1.000-1.000 0,1.000 0.000 1,1.000 5.000 0,-1.000 3.000 2,-1.000 4.000 0,2.000 2.000 2,1.000 0.000 1,1.000 0.000 2,1.000 0.000 2,1.000 1.000 0,-2.000 1.000-1,-1.000 1.000 0,-1.000 2.000-2,-1.000 0.000 1,0.000-1.000 0,-1.000 2.000 1,1.000-1.000 1,0.000 0.000-2,1.000 2.000-1,-1.000 1.000-4,-1.000 2.000-1,2.000-1.000-3,1.000-1.000 1,1.000-1.000-1,1.000-2.000 0,1.000 2.000 0,-2.000 2.000 1,-1.000 2.000-1,-1.000 3.000 0,-2.000 0.000-1,-1.000 2.000-4,-1.000-2.000-3,-1.000 1.000-3,-2.000 0.000 0,-1.000-2.000 1,-1.000-1.000 2,-1.000-2.000 2,-2.000 1.000 1,-1.000 1.000-1,-1.000 1.000 0,-2.000 1.000-1,-1.000 1.000 1,-3.000 1.000 1,-2.000-1.000 1,-2.000-1.000 1,-3.000 2.000-1,1.000 1.000-1,0.000 1.000-3,1.000 2.000-2,-1.000 0.000-1,0.000 0.000 2,0.000 0.000 0,0.000-1.000 1,-1.000 1.000 1,-1.000-2.000-1,-1.000-1.000 1,-1.000-1.000-1,-1.000-1.000 0,2.000 0.000-3,1.000-1.000-3,1.000 2.000-2</inkml:trace>
</inkml:ink>
</file>

<file path=ppt/ink/ink21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5:37"/>
    </inkml:context>
    <inkml:brush xml:id="br0">
      <inkml:brushProperty name="width" value="0.0217069163918495" units="cm"/>
      <inkml:brushProperty name="height" value="0.0217069163918495" units="cm"/>
      <inkml:brushProperty name="color" value="#000000"/>
      <inkml:brushProperty name="ignorePressure" value="0"/>
    </inkml:brush>
  </inkml:definitions>
  <inkml:trace contextRef="#ctx0" brushRef="#br0">58820.000 37570.000 675,'1.000'-10.000'0,"3.000"2.000"0,2.000 1.000 0,3.000 1.000 0,1.000 1.000 1,2.000 0.000 2,1.000 1.000 3,2.000-1.000 1,3.000 0.000 2,6.000 0.000-1,7.000-1.000 1,6.000 2.000-1,4.000-2.000 0,3.000 2.000 0,2.000-2.000-1,2.000 1.000 0,4.000 1.000 0,1.000-2.000 2,4.000 2.000 1,2.000-1.000 2,2.000-1.000 0,5.000-1.000 0,3.000-1.000 1,5.000-2.000-1,1.000 0.000 1,2.000 1.000 0,1.000-1.000-1,1.000-1.000 0,0.000 1.000-1,-2.000 1.000-1,-4.000-1.000 0,-2.000 0.000-1,0.000-1.000 0,-2.000 1.000-2,1.000 1.000 0,0.000-1.000-1,-1.000 0.000 0,-5.000 0.000 0,-3.000-1.000 1,-5.000 2.000 1,-2.000 0.000-1,-2.000 2.000-3,-4.000 4.000-5,-2.000 2.000-2,-2.000 0.000-1,-2.000-1.000 1,-4.000-1.000 1,-1.000-2.000 3,-2.000 1.000-2,2.000 1.000-2,1.000 1.000-2,2.000 1.000-4,-2.000 2.000-1,-4.000 1.000-1,-3.000 1.000 0,-4.000 1.000-2,-2.000 1.000 0,2.000-2.000 1,1.000-1.000 0,1.000-1.000 0,0.000-1.000-2,-5.000 2.000-3,-3.000 1.000-3,-4.000 2.000-3,-4.000 0.000-2,-1.000 0.000 4,-4.000 0.000 1,-1.000-1.000 2,-2.000 2.000 0,0.000 1.000-6,-1.000 1.000-3,1.000 2.000-6</inkml:trace>
</inkml:ink>
</file>

<file path=ppt/ink/ink21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5:37"/>
    </inkml:context>
    <inkml:brush xml:id="br0">
      <inkml:brushProperty name="width" value="0.0173704549670219" units="cm"/>
      <inkml:brushProperty name="height" value="0.0173704549670219" units="cm"/>
      <inkml:brushProperty name="color" value="#000000"/>
      <inkml:brushProperty name="ignorePressure" value="0"/>
    </inkml:brush>
  </inkml:definitions>
  <inkml:trace contextRef="#ctx0" brushRef="#br0">60240.000 37910.000 844,'-2.000'-11.000'0,"-4.000"-1.000"0,-3.000-1.000-1,-5.000-1.000 0,1.000 0.000 3,1.000 5.000 6,4.000 3.000 4,2.000 4.000 7,0.000 3.000 1,-1.000 1.000 2,-1.000 1.000 0,-1.000 1.000 0,-1.000 2.000-4,2.000 1.000-7,1.000 1.000-9,1.000 2.000-9,1.000 0.000-4,1.000 2.000 1,-1.000 1.000-2,0.000 2.000 1,0.000-1.000 0,-1.000 2.000 0,2.000-2.000 1,-1.000 1.000 0,-1.000 0.000 1,1.000 1.000 1,0.000-1.000 1,1.000-1.000 2,-1.000 2.000 0,0.000 1.000 1,0.000 1.000-1,-1.000 2.000 1,2.000-1.000 0,-2.000-1.000 1,1.000-1.000 1,0.000-2.000 1,1.000 0.000 0,1.000-2.000-1,1.000-1.000 0,2.000-2.000 0,0.000 1.000 0,0.000-1.000 2,0.000 0.000 2,0.000 0.000 2,1.000 0.000 0,2.000-1.000 0,4.000 2.000-3,2.000-1.000 0,1.000-1.000-1,2.000-1.000 1,1.000-1.000 0,2.000-2.000 0,-1.000 0.000 0,2.000 1.000 1,-1.000-2.000-1,-1.000 2.000-1,2.000-1.000 1,1.000 2.000 0,1.000 1.000 0,2.000 1.000-1,-2.000 1.000 1,-2.000-2.000-1,-2.000-1.000 0,-3.000-1.000 0,0.000-2.000 0,1.000-1.000 0,1.000-1.000 0,1.000-2.000 1,1.000 1.000-1,-2.000 1.000 0,-1.000 1.000 1,-2.000 1.000 0,0.000 1.000-1,-2.000-2.000 0,-1.000-1.000 1,-1.000-1.000-1,-2.000-1.000 1,-1.000 2.000 1,-1.000 1.000 2,-1.000 2.000 2,-2.000 0.000 0,-1.000 0.000 1,-1.000 0.000 0,-1.000-1.000 0,-2.000 1.000-1,-1.000-2.000-1,-1.000-1.000-1,-2.000-2.000 0,1.000 2.000-2,-2.000 1.000-1,2.000 4.000-1,-1.000 2.000-1,-1.000 0.000 0,2.000-1.000 1,-1.000-1.000 0,-1.000-2.000 1,2.000 0.000-1,-2.000 1.000-2,2.000-2.000-2,-1.000 2.000-2,-1.000-1.000 0,-1.000 0.000 0,-1.000 0.000 0,-1.000-1.000 2,-1.000 1.000-1,2.000-2.000-2,1.000-1.000-2,2.000-2.000-1,0.000 1.000-1,2.000 1.000 1,1.000 1.000 1,1.000 2.000 1,1.000-2.000-1,1.000-2.000 0,-1.000-2.000-1,0.000-2.000-1,0.000-3.000-1,2.000-1.000 3,1.000-1.000 0,1.000-1.000 1,2.000-2.000 0,1.000 2.000-4,1.000-2.000-3,2.000 1.000-3</inkml:trace>
</inkml:ink>
</file>

<file path=ppt/ink/ink21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5:37"/>
    </inkml:context>
    <inkml:brush xml:id="br0">
      <inkml:brushProperty name="width" value="0.021574093028903" units="cm"/>
      <inkml:brushProperty name="height" value="0.021574093028903" units="cm"/>
      <inkml:brushProperty name="color" value="#000000"/>
      <inkml:brushProperty name="ignorePressure" value="0"/>
    </inkml:brush>
  </inkml:definitions>
  <inkml:trace contextRef="#ctx0" brushRef="#br0">62100.000 37110.000 679,'-9.000'9.000'17,"3.000"-1.000"1,2.000-1.000 2,2.000-2.000 1,3.000 0.000 3,1.000 1.000 3,1.000-2.000 5,2.000 2.000 4,1.000-2.000-1,2.000-1.000-7,4.000-1.000-5,1.000-1.000-6,3.000-1.000-5,-2.000 0.000-4,2.000 0.000-6,-1.000 0.000-3,0.000-1.000-2,2.000-1.000 1,1.000-1.000 2,1.000-1.000 1,1.000-1.000-1,1.000 0.000-4,-1.000 0.000-4,0.000-1.000-5,-1.000 1.000-3,-1.000 0.000-2,-1.000 1.000-2,-2.000-1.000-3,1.000 0.000 0,1.000 2.000 1,1.000 1.000 1,1.000 2.000 2,0.000 0.000 0,-2.000 0.000 4,-4.000 0.000 2,-1.000 0.000 3,-3.000-1.000-4,-1.000-1.000-7,-1.000-1.000-10,-1.000-1.000-8</inkml:trace>
</inkml:ink>
</file>

<file path=ppt/ink/ink21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5:40"/>
    </inkml:context>
    <inkml:brush xml:id="br0">
      <inkml:brushProperty name="width" value="0.0182865895330906" units="cm"/>
      <inkml:brushProperty name="height" value="0.0182865895330906" units="cm"/>
      <inkml:brushProperty name="color" value="#000000"/>
      <inkml:brushProperty name="ignorePressure" value="0"/>
    </inkml:brush>
  </inkml:definitions>
  <inkml:trace contextRef="#ctx0" brushRef="#br0">63359.000 36489.000 802,'0.000'-20.000'0,"-2.000"1.000"3,-1.000-2.000 2,-1.000 2.000 1,-1.000 2.000 3,0.000 6.000 3,0.000 7.000 4,-1.000 5.000 3,2.000 6.000 0,-2.000 2.000-2,1.000 2.000-4,0.000 3.000-2,0.000 0.000-2,1.000 2.000-1,-1.000-2.000-1,0.000 1.000 1,0.000 0.000-2,-1.000 1.000 1,2.000-1.000-1,-1.000-1.000 1,-1.000 3.000-2,-1.000 2.000-2,-1.000 2.000-1,-1.000 3.000-3,-1.000 1.000-1,0.000 0.000 0,-1.000 0.000 1,2.000 0.000 1,-2.000 0.000-1,2.000 0.000-1,-2.000 0.000-1,1.000 0.000 0,0.000 1.000-1,-2.000 3.000 0,-1.000 2.000-1,-2.000 2.000 0,0.000 3.000 0,0.000-2.000-1,1.000 2.000 1,-1.000-2.000-1,0.000 2.000 1,2.000-1.000 1,1.000 0.000 2,2.000 0.000 2,-1.000-1.000 0,2.000-1.000-2,-2.000-1.000 0,1.000-1.000-1,2.000-3.000-1,1.000-4.000 2,4.000-3.000 0,2.000-5.000 0,1.000-1.000 2,2.000-2.000-1,1.000-1.000 1,2.000-2.000 0,1.000-1.000 0,5.000-3.000-1,3.000-2.000 1,5.000-2.000-1,1.000-2.000 1,0.000 0.000-1,0.000 0.000 1,-1.000 0.000 0,2.000-2.000-1,1.000-4.000-3,1.000-3.000-1,2.000-5.000-3,0.000 0.000 1,0.000-1.000 1,0.000 0.000 1,0.000 0.000 2,-1.000 0.000-1,-1.000-1.000 0,-1.000 2.000-2,-2.000-1.000-1,0.000 0.000-1,1.000-1.000 3,-1.000 1.000 0,0.000 1.000 3,-2.000-1.000 0,-1.000 0.000-1,-4.000-1.000 1,-1.000 1.000-1,-2.000 1.000 1,-1.000-2.000 2,2.000 2.000 2,-1.000-2.000 2,-2.000 2.000 1,-1.000 1.000-1,-4.000 1.000 0,-2.000 1.000 0,-1.000 1.000 0,0.000 1.000 1,0.000-1.000-1,0.000-1.000 2,0.000 1.000-1,0.000 1.000-1,0.000-1.000 0,0.000 0.000-2,-1.000-1.000 1,-3.000 1.000 2,-2.000 1.000 3,-2.000-1.000 1,-2.000-1.000 1,0.000-1.000 0,-1.000-1.000-1,2.000-1.000 0,-2.000-1.000-1,2.000-1.000-1,-2.000 1.000-2,1.000 1.000-1,1.000-2.000-2,-2.000-1.000-2,2.000-1.000-1,-1.000-2.000-2,-1.000 0.000 0,2.000 0.000-2,-1.000 1.000 1,-1.000-1.000-1,2.000 0.000-2,1.000-1.000-1,1.000 2.000-2,2.000-1.000-2,0.000 1.000-1,0.000 3.000 2,0.000 2.000 0,-1.000 3.000 3,2.000 1.000-2,1.000 2.000-2,1.000 1.000-3,2.000 1.000-2,0.000 1.000-4,0.000-2.000-3,0.000-1.000-4,0.000-1.000-4</inkml:trace>
</inkml:ink>
</file>

<file path=ppt/ink/ink21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5:40"/>
    </inkml:context>
    <inkml:brush xml:id="br0">
      <inkml:brushProperty name="width" value="0.0173281189054251" units="cm"/>
      <inkml:brushProperty name="height" value="0.0173281189054251" units="cm"/>
      <inkml:brushProperty name="color" value="#000000"/>
      <inkml:brushProperty name="ignorePressure" value="0"/>
    </inkml:brush>
  </inkml:definitions>
  <inkml:trace contextRef="#ctx0" brushRef="#br0">63859.000 36970.000 846,'-18.000'10.000'1,"2.000"-1.000"3,2.000 2.000 3,3.000-1.000 2,2.000-1.000 2,3.000-1.000 0,2.000-1.000-1,2.000-2.000 1,2.000 1.000-1,0.000 1.000 2,0.000 1.000 0,0.000 2.000 1,0.000 0.000-1,0.000-1.000-2,0.000 2.000-2,0.000-1.000-2,1.000 0.000-3,1.000 2.000-1,1.000 1.000-3,2.000 2.000-1,-1.000-1.000-2,-1.000-1.000-1,-1.000-1.000-1,-1.000-1.000 0,-1.000-1.000 1,0.000-1.000 0,0.000 1.000 3,0.000 1.000 0,0.000-1.000 1,0.000 2.000-2,0.000 1.000-3,0.000 2.000-1,0.000-1.000-2,0.000-1.000-1,0.000-1.000-1,0.000-1.000-2,0.000-2.000 1,0.000-1.000 1,0.000-1.000 2,0.000-2.000 1,0.000-2.000 1,0.000-6.000-2,0.000-4.000 0,0.000-5.000-2,0.000-3.000 1,2.000-1.000 1,1.000 1.000 1,1.000 1.000 2,2.000-2.000 1,1.000-1.000 2,1.000-1.000 0,2.000-2.000 2,0.000 0.000 0,0.000-2.000 0,-1.000-1.000-1,1.000-2.000-1,1.000 0.000 1,-1.000 0.000 1,-1.000 0.000 3,2.000 0.000 1,-2.000 1.000 0,2.000 1.000-1,-1.000 1.000-1,-1.000 2.000-1,1.000 0.000 0,0.000 2.000 3,1.000 1.000 1,-1.000 1.000 3,-1.000 2.000 0,-1.000-1.000-2,-1.000 0.000-1,-2.000 0.000-2,1.000 1.000 1,1.000 3.000 0,1.000 2.000 2,1.000 2.000 0,1.000 3.000 2,-2.000 1.000 0,-1.000 1.000 1,-1.000 2.000 0,-1.000 1.000 2,0.000 3.000 2,-1.000 2.000 2,1.000 2.000 2,0.000 3.000 0,-2.000 1.000-2,-1.000 1.000-1,-1.000 1.000-1,-1.000 2.000-3,0.000 1.000-2,0.000 1.000-3,0.000 2.000-3,0.000-1.000 0,0.000-1.000 1,0.000-1.000 1,0.000-2.000 0,0.000 0.000 1,0.000 1.000-4,0.000-1.000-1,0.000-1.000-2,0.000 1.000-3,0.000 1.000-1,0.000-1.000-3,0.000 0.000 0,0.000-1.000-2,0.000 1.000 1,0.000 1.000 1,0.000-1.000 0,0.000-1.000 1,0.000-1.000-2,0.000-1.000-1,0.000-1.000-1,0.000-2.000-1,2.000-1.000 1,1.000-1.000-1,1.000-2.000 0,2.000 0.000-2,-1.000 1.000-4,0.000-2.000-4,0.000 2.000-4</inkml:trace>
</inkml:ink>
</file>

<file path=ppt/ink/ink22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5:40"/>
    </inkml:context>
    <inkml:brush xml:id="br0">
      <inkml:brushProperty name="width" value="0.0172671508044004" units="cm"/>
      <inkml:brushProperty name="height" value="0.0172671508044004" units="cm"/>
      <inkml:brushProperty name="color" value="#000000"/>
      <inkml:brushProperty name="ignorePressure" value="0"/>
    </inkml:brush>
  </inkml:definitions>
  <inkml:trace contextRef="#ctx0" brushRef="#br0">64420.000 37070.000 849,'-11.000'-11.000'0,"2.000"2.000"0,-1.000-2.000 1,-1.000 1.000-1,2.000 2.000 2,1.000 1.000 3,1.000 4.000 2,2.000 2.000 3,0.000 1.000 1,0.000 0.000-2,0.000 0.000-1,-1.000 0.000 0,2.000 0.000-2,-2.000 2.000 0,1.000 1.000 0,0.000 2.000-1,1.000 0.000 0,1.000 2.000 0,1.000 1.000-2,2.000 2.000 0,0.000 0.000-1,0.000 2.000 0,0.000 1.000 1,0.000 2.000-1,0.000-1.000 1,0.000 1.000 1,0.000 1.000 1,0.000-1.000 0,0.000 0.000 0,0.000 0.000-1,0.000-1.000-1,0.000 2.000-1,0.000-2.000-1,2.000 2.000 1,1.000-2.000 0,1.000 1.000 1,1.000 0.000-1,1.000-2.000-1,-1.000-1.000-2,-1.000-2.000-2,2.000 1.000-1,-1.000-1.000-1,0.000 0.000-1,0.000 0.000-2,0.000-1.000 0,2.000-1.000-1,1.000-1.000 1,1.000-1.000-1,2.000-2.000 1,-1.000-1.000 0,-1.000-1.000 2,2.000-1.000 0,-2.000-1.000 1,-1.000 0.000-1,-1.000 0.000 0,-1.000 0.000 0,-1.000-2.000 0,2.000-4.000 0,1.000-3.000-1,1.000-5.000 0,2.000-1.000 0,-1.000-2.000 1,-1.000-1.000 1,2.000-1.000 1,-2.000-2.000 0,-1.000-1.000-2,-1.000-1.000-2,-1.000-1.000-2,-2.000-1.000 0,1.000 0.000 1,0.000 0.000 1,1.000 0.000 2,-1.000 0.000 0,0.000 2.000 1,0.000 1.000 0,0.000 1.000 1,-1.000 1.000-1,-1.000 0.000 0,-1.000 1.000 0,-1.000-1.000 0,-1.000 1.000 0,0.000 2.000 0,0.000 4.000 1,0.000 1.000 0,0.000 3.000-1,0.000 1.000 0,0.000 1.000-2,0.000 2.000 0,-1.000 0.000-1,-1.000 2.000 0,-1.000 1.000 0,-1.000 2.000 0,-1.000 0.000 2,-1.000 2.000 0,2.000 1.000 3,-1.000 2.000 0,-1.000 1.000 2,1.000 3.000 0,0.000 2.000 0,1.000 3.000 1,-1.000 0.000 0,2.000-1.000-1,1.000-1.000 1,2.000-1.000 0</inkml:trace>
</inkml:ink>
</file>

<file path=ppt/ink/ink22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5:41"/>
    </inkml:context>
    <inkml:brush xml:id="br0">
      <inkml:brushProperty name="width" value="0.0176877100020647" units="cm"/>
      <inkml:brushProperty name="height" value="0.0176877100020647" units="cm"/>
      <inkml:brushProperty name="color" value="#000000"/>
      <inkml:brushProperty name="ignorePressure" value="0"/>
    </inkml:brush>
  </inkml:definitions>
  <inkml:trace contextRef="#ctx0" brushRef="#br0">64920.000 37010.000 829,'-10.000'0.000'-51,"2.000"0.000"18,1.000 0.000 17,2.000 0.000 18,0.000 0.000 10,2.000 2.000 4,1.000 1.000 2,1.000 2.000 4,1.000-1.000 0,0.000 2.000-1,0.000-2.000-3,0.000 1.000-1,0.000 1.000-2,0.000 1.000-1,0.000 1.000 0,0.000 2.000-2,0.000 0.000-1,0.000 2.000-2,0.000 1.000-4,0.000 2.000-2,0.000-1.000 0,0.000 2.000 0,0.000-2.000 1,0.000 1.000 1,0.000 2.000-1,0.000 1.000-1,0.000 4.000-3,0.000 2.000-1,0.000 1.000-2,0.000 0.000 1,0.000 0.000 0,0.000 0.000 1,0.000 0.000 0,0.000 0.000 1,0.000 0.000 1,0.000 0.000 1,0.000-1.000 0,0.000-1.000-2,0.000-1.000 0,0.000-1.000-1,0.000-2.000-1,0.000 2.000-1,0.000-2.000 0,0.000 1.000-2,0.000-1.000-1,0.000-3.000 1,0.000-2.000-2,0.000-3.000 1,0.000 0.000-1,-2.000-2.000 3,-1.000 2.000 1,-1.000-2.000 1,-2.000 0.000 0,1.000-5.000-1,0.000-3.000-2,1.000-5.000-1,-1.000-2.000-2,2.000-2.000-1,1.000-4.000-2,2.000-1.000-1,0.000-3.000-1,0.000-1.000 0,0.000-1.000 1,0.000-2.000 1,1.000 0.000 0,3.000-2.000 0,2.000-1.000 1,2.000-2.000 1,2.000 0.000-1,-2.000-2.000-1,-1.000-1.000 0,-1.000-2.000-2,-1.000 1.000-1,2.000-2.000 1,1.000 2.000-2,2.000-1.000 1,-1.000 0.000 1,2.000 0.000 2,-1.000 0.000 3,-1.000-1.000 3,1.000 1.000 2,-2.000 0.000 0,-1.000 1.000 1,-1.000-1.000 1,-1.000 0.000 1,2.000 2.000 0,1.000 1.000 2,2.000 2.000 0,-1.000 1.000 0,-1.000 3.000-1,-1.000 2.000-1,-1.000 2.000-2,-2.000 3.000 2,1.000 1.000 4,0.000 1.000 5,1.000 1.000 5,-1.000 3.000 3,0.000 1.000 4,0.000 4.000 3,0.000 2.000 4,-1.000 1.000-1,-1.000 2.000-2,-1.000 1.000-3,-1.000 2.000-4,-1.000 0.000-1,2.000 2.000 0,1.000 1.000-1,1.000 2.000 0,1.000 0.000-1,1.000 0.000-2,-1.000-1.000-1,-1.000 1.000-2,2.000 1.000-2,1.000-2.000 1,1.000 2.000-2,1.000-2.000 1,1.000 1.000-3,-2.000-2.000-2,-1.000-1.000-4,-1.000-1.000-3,-1.000-1.000 0,0.000 2.000 0,-1.000 1.000 2,1.000 1.000 2,0.000 2.000-1,1.000-2.000-1,-1.000 2.000 0,-1.000-2.000-2,1.000 2.000 0,-2.000-1.000 2,-1.000 0.000 1,-1.000 0.000 2,-1.000 0.000 0,0.000-1.000-1,0.000 2.000 0,0.000-1.000 0,0.000 0.000-1,0.000 2.000 0,0.000 1.000 0,0.000 2.000 0,-1.000 0.000 0,-1.000 0.000 0,-1.000-1.000 0,-2.000 2.000 1,1.000-2.000-1,-2.000 2.000-1,1.000-2.000-2,0.000 1.000-1,-1.000 0.000-1,-2.000 1.000 2,-4.000-1.000 2,-1.000-1.000 1,-3.000 1.000-2,2.000-2.000-4,-1.000-1.000-5,-1.000-2.000-4,1.000 1.000-2,-2.000 1.000 2,-1.000 1.000 1,-1.000 1.000 3,-1.000 1.000-1,0.000-2.000-5,-1.000-1.000-3,1.000-2.000-4,0.000 0.000 0,1.000-2.000 2,-1.000-1.000 3,-1.000-1.000 2,3.000-2.000 3,2.000-1.000 4,2.000-1.000 3,3.000-2.000 3,0.000 1.000 2,2.000 1.000 0,-1.000 1.000 2,-1.000 1.000 0</inkml:trace>
</inkml:ink>
</file>

<file path=ppt/ink/ink22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5:57"/>
    </inkml:context>
    <inkml:brush xml:id="br0">
      <inkml:brushProperty name="width" value="0.0218368880450726" units="cm"/>
      <inkml:brushProperty name="height" value="0.0218368880450726" units="cm"/>
      <inkml:brushProperty name="color" value="#000000"/>
      <inkml:brushProperty name="ignorePressure" value="0"/>
    </inkml:brush>
  </inkml:definitions>
  <inkml:trace contextRef="#ctx0" brushRef="#br0">14400.000 20350.000 671,'-25.000'-2.000'-2,"0.000"-3.000"-3,0.000-3.000-3,0.000-2.000-4,1.000-1.000-1,4.000 3.000 2,3.000 3.000 2,3.000 4.000 2,3.000 4.000 1,3.000 6.000 2,3.000 7.000 1,4.000 6.000 1,1.000 4.000 2,0.000 4.000 0,0.000 3.000 3,0.000 3.000 0,3.000-1.000 1,6.000-2.000-1,7.000-3.000 0,6.000-3.000-1,4.000-4.000 0,4.000-3.000 2,3.000-3.000-1,3.000-2.000 2,1.000-1.000 0,1.000 3.000-1,-1.000 3.000 0,1.000 4.000-2,1.000-1.000 1,3.000-3.000 0,3.000-3.000 0,4.000-2.000 0,2.000-3.000 1,4.000 1.000-1,3.000-1.000-1,3.000 1.000 1,-1.000 1.000 0,-2.000 3.000 1,-3.000 3.000 0,-3.000 4.000 2,-1.000 1.000 0,4.000 0.000 1,3.000 0.000 0,3.000 0.000 1,-1.000 0.000-1,-2.000 0.000 0,-3.000 0.000-2,-3.000 0.000 0,-1.000 0.000-1,4.000 0.000 0,3.000 0.000-2,3.000 0.000 0,1.000 0.000-1,1.000 0.000 1,-1.000 0.000 1,1.000 0.000 0,1.000-2.000 0,3.000-3.000-2,3.000-3.000-1,4.000-2.000-2,1.000-5.000-1,0.000-2.000 2,0.000-3.000 1,0.000-3.000 1,3.000-9.000 1,6.000-11.000-1,7.000-14.000-1,6.000-11.000 0,4.000-9.000-1,4.000-3.000 1,3.000-3.000 1,3.000-2.000-1,1.000-6.000 1,1.000-6.000-2,-1.000-6.000-1,1.000-6.000-1,1.000-2.000-1,3.000 3.000 2,3.000 3.000 0,4.000 4.000 0,-1.000 2.000 2,-3.000 4.000-1,-3.000 3.000 1,-2.000 3.000-1,-6.000 6.000 1,-6.000 9.000 0,-6.000 10.000-1,-6.000 10.000 1,-4.000 5.000 0,1.000 4.000-1,-1.000 3.000 1,1.000 3.000 0,-4.000 4.000 0,-6.000 7.000 0,-6.000 6.000 0,-6.000 7.000 0,-4.000 4.000 0,1.000 3.000 0,-1.000 3.000 0,1.000 4.000 1,-1.000 2.000-1,1.000 4.000 1,-1.000 3.000-1,1.000 3.000 2,-3.000 1.000-1,-2.000 1.000 0,-3.000-1.000 0,-3.000 1.000-1,-2.000-3.000 1,0.000-2.000 0,0.000-3.000 1,0.000-3.000 0,1.000-4.000 1,4.000-3.000 0,3.000-3.000 1,3.000-2.000 0,1.000-3.000 1,1.000 1.000 0,-1.000-1.000 0,1.000 1.000 1,-3.000-1.000 0,-2.000 1.000 1,-3.000-1.000 1,-3.000 1.000 2,1.000-3.000 0,6.000-2.000-2,7.000-3.000-1,6.000-3.000-2,-1.000-1.000 0,-5.000 4.000 0,-7.000 3.000 0,-5.000 3.000 0,-3.000 1.000 0,4.000 1.000 0,3.000-1.000-1,3.000 1.000 1,3.000 1.000-1,3.000 3.000 0,3.000 3.000 0,4.000 4.000 0,-1.000 2.000 0,-3.000 4.000 0,-3.000 3.000 0,-2.000 3.000 0,-3.000-1.000 0,1.000-2.000 0,-1.000-3.000-1,1.000-3.000 0,1.000-1.000 0,3.000 4.000-1,3.000 3.000-1,4.000 3.000 1,1.000-2.000-2,0.000-6.000 1,0.000-6.000-1,0.000-6.000 0,3.000-6.000 0,6.000-2.000-2,7.000-3.000-1,6.000-3.000-2,3.000-4.000 1,0.000-3.000 2,0.000-3.000 0,0.000-2.000 2,1.000-8.000 0,4.000-8.000-2,3.000-10.000-1,3.000-9.000-2,1.000-5.000 0,1.000 0.000 0,-1.000 0.000 1,1.000 0.000 1,-3.000 1.000-1,-2.000 4.000 0,-3.000 3.000 0,-3.000 3.000-1,-2.000-1.000 0,0.000-2.000 1,0.000-3.000 0,0.000-3.000 2,-2.000 1.000-1,-3.000 6.000 2,-3.000 7.000-1,-2.000 6.000 0,-1.000 4.000 1,3.000 4.000 1,3.000 3.000-1,4.000 3.000 1,1.000 3.000 0,0.000 3.000 1,0.000 3.000 0,0.000 4.000 0,1.000 1.000 1,4.000 0.000 3,3.000 0.000 2,3.000 0.000 2,3.000 3.000 1,3.000 6.000-1,3.000 7.000-1,4.000 6.000-1,1.000 3.000-1,0.000 0.000 2,0.000 0.000 0,0.000 0.000 1,0.000 0.000 0,0.000 0.000 0,0.000 0.000-1,0.000 0.000-1,0.000 0.000 0,0.000 0.000-3,0.000 0.000 0,0.000 0.000-3,-2.000-2.000 0,-3.000-3.000 1,-3.000-3.000 1,-2.000-2.000 0,-3.000-5.000-1,1.000-2.000-5,-1.000-3.000-4,1.000-3.000-3,1.000-4.000-4,3.000-3.000-1,3.000-3.000-2,4.000-2.000-2,-7.000-3.000 1,-16.000 1.000 1,-15.000-1.000 2,-15.000 1.000 2,-9.000-3.000-6,1.000-2.000-12,-1.000-3.000-14,1.000-3.000-12</inkml:trace>
</inkml:ink>
</file>

<file path=ppt/ink/ink22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34"/>
    </inkml:context>
    <inkml:brush xml:id="br0">
      <inkml:brushProperty name="width" value="0.0204407628625631" units="cm"/>
      <inkml:brushProperty name="height" value="0.0204407628625631" units="cm"/>
      <inkml:brushProperty name="color" value="#000000"/>
      <inkml:brushProperty name="ignorePressure" value="0"/>
    </inkml:brush>
  </inkml:definitions>
  <inkml:trace contextRef="#ctx0" brushRef="#br0">49850.000 9100.000 717,'-69.000'25.000'16,"13.000"0.000"4,12.000 0.000 3,13.000 0.000 4,7.000 0.000-1,4.000 0.000-2,3.000 0.000-4,3.000 0.000-2,-1.000 1.000-4,-2.000 4.000-1,-3.000 3.000-2,-3.000 3.000-2,-2.000 3.000-2,0.000 3.000 1,0.000 3.000 0,0.000 4.000 1,-2.000 2.000-1,-3.000 4.000-2,-3.000 3.000-2,-2.000 3.000-1,-5.000 3.000-1,-2.000 3.000 0,-3.000 3.000-1,-3.000 4.000-1,-6.000 5.000 0,-5.000 10.000 1,-7.000 10.000 0,-5.000 9.000 0,-1.000-1.000 0,6.000-8.000-3,7.000-10.000 0,6.000-9.000-3,3.000-9.000 0,0.000-5.000 2,0.000-7.000 0,0.000-5.000 1,4.000-8.000-1,10.000-5.000-2,10.000-7.000-2,9.000-5.000-1,2.000-4.000-5,-2.000 0.000-4,-3.000 0.000-5,-3.000 0.000-5,2.000-8.000-5,10.000-16.000-5,10.000-15.000-4,9.000-15.000-5,4.000-7.000 2,1.000 3.000 8,-1.000 3.000 8,1.000 4.000 7,-1.000 1.000 7,1.000 0.000 3,-1.000 0.000 3,1.000 0.000 3</inkml:trace>
</inkml:ink>
</file>

<file path=ppt/ink/ink22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34"/>
    </inkml:context>
    <inkml:brush xml:id="br0">
      <inkml:brushProperty name="width" value="0.0197360403835773" units="cm"/>
      <inkml:brushProperty name="height" value="0.0197360403835773" units="cm"/>
      <inkml:brushProperty name="color" value="#000000"/>
      <inkml:brushProperty name="ignorePressure" value="0"/>
    </inkml:brush>
  </inkml:definitions>
  <inkml:trace contextRef="#ctx0" brushRef="#br0">49800.000 9850.000 743,'71.000'1.000'-3,"-5.000"4.000"1,-7.000 3.000 1,-5.000 3.000 0,-8.000 1.000 4,-5.000 1.000 7,-7.000-1.000 7,-5.000 1.000 7,-4.000 1.000 2,0.000 3.000-1,0.000 3.000-1,0.000 4.000-3,-2.000 1.000 0,-3.000 0.000-2,-3.000 0.000 0,-2.000 0.000-2,-1.000-2.000-3,3.000-3.000-4,3.000-3.000-4,4.000-2.000-4,-3.000-1.000-2,-5.000 3.000 1,-7.000 3.000 1,-5.000 4.000 0,-3.000 1.000-8,4.000 0.000-19,3.000 0.000-19,3.000 0.000-19,-4.000 0.000-4,-8.000 0.000 13,-10.000 0.000 10,-9.000 0.000 13,-4.000-2.000 7,4.000-3.000 5,3.000-3.000 3,3.000-2.000 3,-1.000-3.000 4,-2.000 1.000 2,-3.000-1.000 2,-3.000 1.000 2</inkml:trace>
</inkml:ink>
</file>

<file path=ppt/ink/ink22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34"/>
    </inkml:context>
    <inkml:brush xml:id="br0">
      <inkml:brushProperty name="width" value="0.0160722807049751" units="cm"/>
      <inkml:brushProperty name="height" value="0.0160722807049751" units="cm"/>
      <inkml:brushProperty name="color" value="#000000"/>
      <inkml:brushProperty name="ignorePressure" value="0"/>
    </inkml:brush>
  </inkml:definitions>
  <inkml:trace contextRef="#ctx0" brushRef="#br0">49300.000 10950.000 912,'1.000'-46.000'33,"4.000"10.000"-7,3.000 10.000-9,3.000 9.000-7,3.000 6.000-8,3.000 3.000-8,3.000 3.000-6,4.000 4.000-8,1.000 1.000-2,0.000 0.000 2,0.000 0.000 1,0.000 0.000 3,0.000 0.000-1,0.000 0.000-3,0.000 0.000-4,0.000 0.000-2,-2.000 0.000 0,-3.000 0.000 4,-3.000 0.000 6,-2.000 0.000 3</inkml:trace>
</inkml:ink>
</file>

<file path=ppt/ink/ink22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35"/>
    </inkml:context>
    <inkml:brush xml:id="br0">
      <inkml:brushProperty name="width" value="0.0195210985839367" units="cm"/>
      <inkml:brushProperty name="height" value="0.0195210985839367" units="cm"/>
      <inkml:brushProperty name="color" value="#000000"/>
      <inkml:brushProperty name="ignorePressure" value="0"/>
    </inkml:brush>
  </inkml:definitions>
  <inkml:trace contextRef="#ctx0" brushRef="#br0">49300.000 11450.000 751,'-27.000'26.000'0,"-3.000"4.000"0,-3.000 3.000 0,-2.000 3.000 0,0.000-2.000 2,7.000-6.000 4,6.000-6.000 4,7.000-6.000 4,7.000-7.000 4,9.000-6.000 6,10.000-6.000 4,10.000-6.000 5,7.000-6.000-1,6.000-2.000-8,7.000-3.000-8,6.000-3.000-7,-1.000-2.000-4,-5.000 0.000 1,-7.000 0.000 1,-5.000 0.000 2,-4.000 1.000-3,0.000 4.000-7,0.000 3.000-7,0.000 3.000-6,0.000 1.000-5,0.000 1.000 0,0.000-1.000-2,0.000 1.000-1,0.000-1.000 0,0.000 1.000 4,0.000-1.000 3,0.000 1.000 3,0.000-1.000-2,0.000 1.000-6,0.000-1.000-5,0.000 1.000-6,0.000-1.000-1,0.000 1.000 3,0.000-1.000 4,0.000 1.000 3,-2.000 1.000 3,-3.000 3.000 5,-3.000 3.000 3,-2.000 4.000 5</inkml:trace>
</inkml:ink>
</file>

<file path=ppt/ink/ink22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35"/>
    </inkml:context>
    <inkml:brush xml:id="br0">
      <inkml:brushProperty name="width" value="0.0193391963839531" units="cm"/>
      <inkml:brushProperty name="height" value="0.0193391963839531" units="cm"/>
      <inkml:brushProperty name="color" value="#000000"/>
      <inkml:brushProperty name="ignorePressure" value="0"/>
    </inkml:brush>
  </inkml:definitions>
  <inkml:trace contextRef="#ctx0" brushRef="#br0">49750.000 11300.000 758,'-68.000'-22.000'-45,"17.000"6.000"21,15.000 7.000 20,16.000 6.000 21,10.000 7.000 11,7.000 10.000 2,6.000 10.000 1,7.000 9.000 1,2.000 1.000-2,1.000-6.000-6,-1.000-6.000-6,1.000-6.000-5,-1.000 1.000-6,1.000 9.000-2,-1.000 10.000-4,1.000 10.000-3,-3.000 2.000-1,-2.000-3.000 3,-3.000-3.000 1,-3.000-2.000 3,-1.000-3.000 1,4.000 1.000 0,3.000-1.000 0,3.000 1.000 0,-1.000 1.000 1,-2.000 3.000 0,-3.000 3.000 1,-3.000 4.000 1,-2.000-1.000 0,0.000-3.000-1,0.000-3.000-1,0.000-2.000-1,0.000-3.000-1,0.000 1.000-3,0.000-1.000-1,0.000 1.000-2,-2.000-1.000-2,-3.000 1.000-4,-3.000-1.000-3,-2.000 1.000-4,-5.000-6.000-1,-2.000-8.000 0,-3.000-10.000-2,-3.000-9.000 1,-2.000-9.000-4,0.000-5.000-6,0.000-7.000-5,0.000-5.000-6,1.000-6.000-1,4.000-3.000 5,3.000-3.000 3,3.000-2.000 6,1.000-1.000 3,1.000 3.000 6,-1.000 3.000 4,1.000 4.000 5,-1.000 4.000 3,1.000 6.000 1,-1.000 7.000 0,1.000 6.000 2,-1.000-1.000 0,1.000-5.000 0,-1.000-7.000 1,1.000-5.000 0</inkml:trace>
</inkml:ink>
</file>

<file path=ppt/ink/ink22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35"/>
    </inkml:context>
    <inkml:brush xml:id="br0">
      <inkml:brushProperty name="width" value="0.0196680314838886" units="cm"/>
      <inkml:brushProperty name="height" value="0.0196680314838886" units="cm"/>
      <inkml:brushProperty name="color" value="#000000"/>
      <inkml:brushProperty name="ignorePressure" value="0"/>
    </inkml:brush>
  </inkml:definitions>
  <inkml:trace contextRef="#ctx0" brushRef="#br0">49300.000 11950.000 745,'-24.000'-46.000'1,"4.000"10.000"0,3.000 10.000 1,3.000 9.000 1,1.000 7.000 3,1.000 7.000 5,-1.000 6.000 6,1.000 7.000 5,1.000 4.000 0,3.000 3.000-4,3.000 3.000-5,4.000 4.000-4,-1.000 1.000-3,-3.000 0.000-1,-3.000 0.000 0,-2.000 0.000 0,-3.000 0.000-1,1.000 0.000 0,-1.000 0.000 0,1.000 0.000 0,1.000 0.000-1,3.000 0.000-2,3.000 0.000-1,4.000 0.000-2,-1.000-2.000-1,-3.000-3.000-1,-3.000-3.000 1,-2.000-2.000-1,-3.000-1.000-2,1.000 3.000-3,-1.000 3.000-3,1.000 4.000-4,4.000-1.000-5,9.000-3.000-4,10.000-3.000-5,10.000-2.000-6,4.000-8.000 0,0.000-8.000 5,0.000-10.000 4,0.000-9.000 5,1.000-9.000 4,4.000-5.000 4,3.000-7.000 4,3.000-5.000 4,3.000-3.000 3,3.000 4.000 0,3.000 3.000 1,4.000 3.000 1,1.000-1.000 0,0.000-2.000 1,0.000-3.000-1,0.000-3.000 1,-2.000-1.000 0,-3.000 4.000 0,-3.000 3.000 0,-2.000 3.000 0,-1.000 3.000 1,3.000 3.000 2,3.000 3.000 2,4.000 4.000 2,-3.000 2.000 2,-5.000 4.000 0,-7.000 3.000 1,-5.000 3.000 0,-3.000 1.000 4,4.000 1.000 4,3.000-1.000 5,3.000 1.000 6,-1.000 4.000 4,-2.000 9.000 4,-3.000 10.000 4,-3.000 10.000 5,-6.000 5.000-4,-5.000 4.000-8,-7.000 3.000-9,-5.000 3.000-10,-3.000-1.000-6,4.000-2.000-1,3.000-3.000-4,3.000-3.000-1</inkml:trace>
</inkml:ink>
</file>

<file path=ppt/ink/ink22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36"/>
    </inkml:context>
    <inkml:brush xml:id="br0">
      <inkml:brushProperty name="width" value="0.0230352021753788" units="cm"/>
      <inkml:brushProperty name="height" value="0.0230352021753788" units="cm"/>
      <inkml:brushProperty name="color" value="#000000"/>
      <inkml:brushProperty name="ignorePressure" value="0"/>
    </inkml:brush>
  </inkml:definitions>
  <inkml:trace contextRef="#ctx0" brushRef="#br0">50650.000 9700.000 636,'0.000'46.000'17,"0.000"-5.000"-6,0.000-7.000-7,0.000-5.000-6,0.000-4.000-5,0.000 0.000-4,0.000 0.000-3,0.000 0.000-3,1.000-2.000-2,4.000-3.000 0,3.000-3.000-1,3.000-2.000 1,-1.000-3.000 1,-2.000 1.000 5,-3.000-1.000 3,-3.000 1.000 4,-2.000-1.000 3,0.000 1.000 0,0.000-1.000 1,0.000 1.000 1,0.000-1.000 0,0.000 1.000 1,0.000-1.000 0,0.000 1.000-1,-2.000-1.000 2,-3.000 1.000 0,-3.000-1.000 0,-2.000 1.000 2,-1.000-1.000 1,3.000 1.000 4,3.000-1.000 3,4.000 1.000 2,1.000 1.000 5,0.000 3.000 6,0.000 3.000 5,0.000 4.000 6,0.000 1.000-1,0.000 0.000-9,0.000 0.000-8,0.000 0.000-7,1.000-2.000-7,4.000-3.000-3,3.000-3.000-4,3.000-2.000-4,1.000 0.000-2,1.000 7.000-1,-1.000 6.000 0,1.000 7.000-2,-3.000 4.000 0,-2.000 3.000 2,-3.000 3.000 1,-3.000 4.000 1,-4.000-4.000 2,-3.000-9.000 0,-3.000-10.000 2,-2.000-8.000 2,-3.000-4.000 0,1.000 3.000 2,-1.000 3.000 1,1.000 4.000 1,-1.000-1.000 0,1.000-3.000 1,-1.000-3.000 1,1.000-2.000 0,-4.000 2.000 0,-6.000 9.000 2,-6.000 10.000 0,-6.000 10.000 0,-4.000 2.000 1,1.000-3.000-1,-1.000-3.000 0,1.000-2.000-1,1.000-6.000 1,3.000-6.000 2,3.000-6.000 3,4.000-6.000 1,2.000-2.000 1,4.000 3.000-1,3.000 3.000 0,3.000 4.000-2,1.000-1.000 1,1.000-3.000 0,-1.000-3.000 2,1.000-2.000 1,5.000-8.000 2,14.000-8.000 3,11.000-10.000 3,14.000-9.000 3,3.000-4.000-2,-2.000 4.000-3,-3.000 3.000-5,-3.000 3.000-4,-1.000-1.000-3,4.000-2.000-1,3.000-3.000 0,3.000-3.000-1,-1.000-1.000-1,-2.000 4.000 0,-3.000 3.000 0,-3.000 3.000 0,4.000-2.000-1,13.000-6.000 1,12.000-6.000 1,13.000-6.000-1,2.000-1.000 1,-5.000 7.000 0,-7.000 6.000 1,-5.000 7.000-1,-4.000 0.000 0,0.000-2.000-3,0.000-3.000 0,0.000-3.000-3,0.000-1.000 1,0.000 4.000 1,0.000 3.000 0,0.000 3.000 2,0.000 1.000 0,0.000 1.000-2,0.000-1.000-1,0.000 1.000-2,-2.000-1.000-2,-3.000 1.000-2,-3.000-1.000-4,-2.000 1.000-2,-3.000 1.000-1,1.000 3.000 2,-1.000 3.000 1,1.000 4.000 3,-3.000-1.000-1,-2.000-3.000-1,-3.000-3.000-1,-3.000-2.000-1,-12.000-1.000-9,-18.000 3.000-16,-19.000 3.000-16,-18.000 4.000-16,-10.000 1.000 0,0.000 0.000 15,0.000 0.000 15,0.000 0.000 15,4.000 0.000 9,10.000 0.000 3,10.000 0.000 4,9.000 0.000 2,4.000 0.000 2,1.000 0.000 1,-1.000 0.000 1,1.000 0.000 0,-3.000 0.000 0,-2.000 0.000 1,-3.000 0.000-1,-3.000 0.000 1</inkml:trace>
</inkml:ink>
</file>

<file path=ppt/ink/ink23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36"/>
    </inkml:context>
    <inkml:brush xml:id="br0">
      <inkml:brushProperty name="width" value="0.025482814759016" units="cm"/>
      <inkml:brushProperty name="height" value="0.025482814759016" units="cm"/>
      <inkml:brushProperty name="color" value="#000000"/>
      <inkml:brushProperty name="ignorePressure" value="0"/>
    </inkml:brush>
  </inkml:definitions>
  <inkml:trace contextRef="#ctx0" brushRef="#br0">51300.000 10000.000 575,'43.000'-90.000'-40,"-11.000"23.000"18,-14.000 22.000 17,-11.000 22.000 18,-4.000 15.000 9,6.000 9.000 0,7.000 10.000 2,6.000 10.000 0,-1.000 4.000-2,-5.000 0.000-2,-7.000 0.000-3,-5.000 0.000-2,-3.000 4.000-3,4.000 10.000 1,3.000 10.000 1,3.000 9.000-1,1.000 9.000 1,1.000 9.000 0,-1.000 10.000-1,1.000 10.000 1,-3.000 2.000-1,-2.000-3.000-1,-3.000-3.000-1,-3.000-2.000-1,-1.000-1.000-1,4.000 3.000 2,3.000 3.000 0,3.000 4.000 1,1.000 2.000 0,1.000 4.000-1,-1.000 3.000-2,1.000 3.000 0,-1.000 1.000-1,1.000 1.000-1,-1.000-1.000 0,1.000 1.000-1,-3.000-3.000 0,-2.000-2.000 0,-3.000-3.000 1,-3.000-3.000-1,-2.000-6.000 1,0.000-5.000-2,0.000-7.000 0,0.000-5.000-2,1.000-6.000 0,4.000-3.000-4,3.000-3.000-1,3.000-2.000-2,-1.000-14.000-7,-2.000-21.000-9,-3.000-22.000-10,-3.000-22.000-11,-2.000-11.000-3,0.000 0.000 4,0.000 0.000 3,0.000 0.000 3,-2.000-2.000 2,-3.000-3.000 2,-3.000-3.000 2,-2.000-2.000 1,-1.000-1.000 2,3.000 3.000 3,3.000 3.000 2,4.000 4.000 3,1.000-1.000 2,0.000-3.000 0,0.000-3.000 1,0.000-2.000 0,0.000-1.000 1,0.000 3.000 4,0.000 3.000 2,0.000 4.000 3</inkml:trace>
</inkml:ink>
</file>

<file path=ppt/ink/ink23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37"/>
    </inkml:context>
    <inkml:brush xml:id="br0">
      <inkml:brushProperty name="width" value="0.0150534566491842" units="cm"/>
      <inkml:brushProperty name="height" value="0.0150534566491842" units="cm"/>
      <inkml:brushProperty name="color" value="#000000"/>
      <inkml:brushProperty name="ignorePressure" value="0"/>
    </inkml:brush>
  </inkml:definitions>
  <inkml:trace contextRef="#ctx0" brushRef="#br0">53600.000 9050.000 974,'23.000'46.000'18,"-3.000"-5.000"-10,-3.000-7.000-11,-2.000-5.000-9,-5.000-4.000-7,-2.000 0.000-3,-3.000 0.000-2,-3.000 0.000-3,-2.000-2.000 1,0.000-3.000 4,0.000-3.000 3,0.000-2.000 3,1.000-3.000 3,4.000 1.000 1,3.000-1.000 2,3.000 1.000 0,-1.000-1.000 2,-2.000 1.000 1,-3.000-1.000 3,-3.000 1.000 1</inkml:trace>
</inkml:ink>
</file>

<file path=ppt/ink/ink23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37"/>
    </inkml:context>
    <inkml:brush xml:id="br0">
      <inkml:brushProperty name="width" value="0.0179665740579367" units="cm"/>
      <inkml:brushProperty name="height" value="0.0179665740579367" units="cm"/>
      <inkml:brushProperty name="color" value="#000000"/>
      <inkml:brushProperty name="ignorePressure" value="0"/>
    </inkml:brush>
  </inkml:definitions>
  <inkml:trace contextRef="#ctx0" brushRef="#br0">52750.000 9950.000 816,'67.000'-46.000'62,"-16.000"10.000"-16,-15.000 10.000-16,-15.000 9.000-16,-3.000 4.000-8,14.000 1.000 0,11.000-1.000-1,14.000 1.000-1,0.000-1.000 0,-8.000 1.000-1,-10.000-1.000-1,-9.000 1.000 0,-1.000-1.000-3,10.000 1.000-3,10.000-1.000-2,9.000 1.000-3,-1.000 1.000 0,-8.000 3.000 1,-10.000 3.000 1,-9.000 4.000 2,-2.000-1.000 0,6.000-3.000 1,7.000-3.000 1,6.000-2.000 0,1.000-1.000-1,-3.000 3.000 0,-3.000 3.000 0,-2.000 4.000-1,-5.000 1.000-2,-2.000 0.000-3,-3.000 0.000-3,-3.000 0.000-3,-4.000 1.000-5,-3.000 4.000-5,-3.000 3.000-5,-2.000 3.000-7,-5.000 3.000 2,-2.000 3.000 6,-3.000 3.000 8,-3.000 4.000 6,-4.000-1.000 6,-3.000-3.000 1,-3.000-3.000 4,-2.000-2.000 1,-3.000-1.000 2,1.000 3.000 0,-1.000 3.000 1,1.000 4.000 0</inkml:trace>
</inkml:ink>
</file>

<file path=ppt/ink/ink23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37"/>
    </inkml:context>
    <inkml:brush xml:id="br0">
      <inkml:brushProperty name="width" value="0.0164841655641794" units="cm"/>
      <inkml:brushProperty name="height" value="0.0164841655641794" units="cm"/>
      <inkml:brushProperty name="color" value="#000000"/>
      <inkml:brushProperty name="ignorePressure" value="0"/>
    </inkml:brush>
  </inkml:definitions>
  <inkml:trace contextRef="#ctx0" brushRef="#br0">52750.000 10650.000 889,'23.000'-46.000'4,"-3.000"10.000"0,-3.000 10.000 2,-2.000 9.000 0,-1.000 6.000 3,3.000 3.000 4,3.000 3.000 2,4.000 4.000 5,-1.000 2.000-3,-3.000 4.000-5,-3.000 3.000-7,-2.000 3.000-7,-3.000 1.000-6,1.000 1.000-5,-1.000-1.000-6,1.000 1.000-5,-3.000 2.000-4,-2.000 7.000-5,-3.000 6.000-3,-3.000 7.000-3,-2.000-1.000 2,0.000-6.000 8,0.000-6.000 8,0.000-6.000 8,0.000-4.000 6,0.000 1.000 1,0.000-1.000 2,0.000 1.000 2,0.000-1.000 0,0.000 1.000 1,0.000-1.000 0,0.000 1.000 1</inkml:trace>
</inkml:ink>
</file>

<file path=ppt/ink/ink23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38"/>
    </inkml:context>
    <inkml:brush xml:id="br0">
      <inkml:brushProperty name="width" value="0.0178599767386913" units="cm"/>
      <inkml:brushProperty name="height" value="0.0178599767386913" units="cm"/>
      <inkml:brushProperty name="color" value="#000000"/>
      <inkml:brushProperty name="ignorePressure" value="0"/>
    </inkml:brush>
  </inkml:definitions>
  <inkml:trace contextRef="#ctx0" brushRef="#br0">52850.000 11200.000 821,'23.000'-25.000'13,"-3.000"0.000"-3,-3.000 0.000-2,-2.000 0.000-3,-3.000 0.000-5,1.000 0.000-5,-1.000 0.000-6,1.000 0.000-6,1.000 0.000-2,3.000 0.000 3,3.000 0.000 2,4.000 0.000 3,1.000-2.000 1,0.000-3.000-3,0.000-3.000-2,0.000-2.000-2,0.000-3.000 0,0.000 1.000 2,0.000-1.000 2,0.000 1.000 1,-2.000 1.000 3,-3.000 3.000 2,-3.000 3.000 2,-2.000 4.000 2,-1.000-1.000 1,3.000-3.000 0,3.000-3.000 1,4.000-2.000 1,-1.000-1.000-1,-3.000 3.000 1,-3.000 3.000 0,-2.000 4.000 0,-3.000 2.000 0,1.000 4.000 0,-1.000 3.000 0,1.000 3.000 0,-1.000 1.000 0,1.000 1.000 0,-1.000-1.000 0,1.000 1.000 0,-1.000-3.000 0,1.000-2.000 0,-1.000-3.000 0,1.000-3.000 0,-3.000-1.000 0,-2.000 4.000 0,-3.000 3.000 0,-3.000 3.000 0,-2.000 1.000 0,0.000 1.000 0,0.000-1.000 0,0.000 1.000 0,-2.000 1.000 1,-3.000 3.000 1,-3.000 3.000 3,-2.000 4.000 0,-3.000 2.000 3,1.000 4.000 4,-1.000 3.000 3,1.000 3.000 2,1.000 3.000 3,3.000 3.000-2,3.000 3.000 0,4.000 4.000-1,-1.000-1.000-1,-3.000-3.000-3,-3.000-3.000-3,-2.000-2.000-3,-1.000-1.000-2,3.000 3.000-2,3.000 3.000-2,4.000 4.000-2,1.000 1.000-3,0.000 0.000-2,0.000 0.000-3,0.000 0.000-4,0.000 0.000-2,0.000 0.000-3,0.000 0.000-4,0.000 0.000-3,0.000-2.000 1,0.000-3.000 5,0.000-3.000 6,0.000-2.000 5,1.000-5.000 3,4.000-2.000 1,3.000-3.000 1,3.000-3.000 2,1.000-2.000 0,1.000 0.000 0,-1.000 0.000 1,1.000 0.000-1,-1.000 0.000 1,1.000 0.000 0,-1.000 0.000 1,1.000 0.000 0,-1.000 0.000 0,1.000 0.000-1,-1.000 0.000 1,1.000 0.000-1,-1.000-2.000 0,1.000-3.000 1,-1.000-3.000 0,1.000-2.000 1,-1.000-1.000 1,1.000 3.000 0,-1.000 3.000 2,1.000 4.000 1,-1.000 1.000 2,1.000 0.000 3,-1.000 0.000 4,1.000 0.000 2,-1.000-2.000-1,1.000-3.000-8,-1.000-3.000-6,1.000-2.000-8,-1.000-3.000-4,1.000 1.000 2,-1.000-1.000 2,1.000 1.000 0,1.000-1.000 1,3.000 1.000-1,3.000-1.000 1,4.000 1.000 0,-1.000-1.000 1,-3.000 1.000 2,-3.000-1.000 1,-2.000 1.000 2,-3.000 1.000 1,1.000 3.000-2,-1.000 3.000 1,1.000 4.000-2,-1.000-1.000 1,1.000-3.000-1,-1.000-3.000 0,1.000-2.000 0,-1.000-1.000 2,1.000 3.000 2,-1.000 3.000 3,1.000 4.000 2,-1.000-1.000 1,1.000-3.000-1,-1.000-3.000-2,1.000-2.000-1,-1.000 0.000 0,1.000 7.000 2,-1.000 6.000 2,1.000 7.000 1,-3.000 5.000 0,-2.000 7.000-2,-3.000 6.000-2,-3.000 7.000-3,-6.000 0.000-2,-5.000-2.000-2,-7.000-3.000-3,-5.000-3.000-2,-3.000-2.000-1,4.000 0.000-2,3.000 0.000-1,3.000 0.000-1,-1.000 0.000-1,-2.000 0.000 1,-3.000 0.000 0,-3.000 0.000 1,-2.000 0.000 0,0.000 0.000 1,0.000 0.000 2,0.000 0.000 0,0.000 1.000 2,0.000 4.000 0,0.000 3.000 2,0.000 3.000 1,-2.000 1.000 1,-3.000 1.000 0,-3.000-1.000 1,-2.000 1.000-1,-5.000-1.000 1,-2.000 1.000 0,-3.000-1.000 0,-3.000 1.000 0,-4.000 1.000 0,-3.000 3.000 0,-3.000 3.000 0,-2.000 4.000 0,-6.000 4.000 0,-6.000 6.000 0,-6.000 7.000 0,-6.000 6.000 0,1.000-1.000 0,9.000-5.000 0,10.000-7.000 0,10.000-5.000 0,7.000-8.000 0,6.000-5.000 0,7.000-7.000 0,6.000-5.000 0,4.000-6.000 0,4.000-3.000 0,3.000-3.000 0,3.000-2.000 0,1.000-3.000 2,1.000 1.000 4,-1.000-1.000 3,1.000 1.000 5,4.000-4.000 5,9.000-6.000 4,10.000-6.000 4,10.000-6.000 6,4.000-6.000 1,0.000-2.000-4,0.000-3.000-4,0.000-3.000-3,0.000-1.000-3,0.000 4.000-4,0.000 3.000-3,0.000 3.000-4,1.000-1.000-2,4.000-2.000-1,3.000-3.000 1,3.000-3.000-2,1.000-2.000 1,1.000 0.000-1,-1.000 0.000 1,1.000 0.000-1,-4.000 1.000 0,-6.000 4.000 1,-6.000 3.000 0,-6.000 3.000 0,4.000-1.000-3,16.000-2.000-3,15.000-3.000-4,17.000-3.000-3,2.000-2.000-4,-9.000 0.000 0,-10.000 0.000 0,-8.000 0.000-1,-8.000 1.000 0,-2.000 4.000 1,-3.000 3.000 1,-3.000 3.000 1,1.000-1.000-1,6.000-2.000-3,7.000-3.000-5,6.000-3.000-3,1.000-2.000 0,-3.000 0.000 1,-3.000 0.000 3,-2.000 0.000 2,-5.000 3.000 1,-2.000 6.000 0,-3.000 7.000-1,-3.000 6.000-1,-4.000 1.000 0,-3.000-3.000 2,-3.000-3.000 2,-2.000-2.000 1,-3.000-1.000 2,1.000 3.000 2,-1.000 3.000 2,1.000 4.000 1,-4.000 2.000 2,-6.000 4.000 0,-6.000 3.000 1,-6.000 3.000 0</inkml:trace>
</inkml:ink>
</file>

<file path=ppt/ink/ink23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38"/>
    </inkml:context>
    <inkml:brush xml:id="br0">
      <inkml:brushProperty name="width" value="0.0193429570645094" units="cm"/>
      <inkml:brushProperty name="height" value="0.0193429570645094" units="cm"/>
      <inkml:brushProperty name="color" value="#000000"/>
      <inkml:brushProperty name="ignorePressure" value="0"/>
    </inkml:brush>
  </inkml:definitions>
  <inkml:trace contextRef="#ctx0" brushRef="#br0">53450.000 11250.000 758,'67.000'-46.000'-45,"-16.000"10.000"14,-15.000 10.000 14,-15.000 9.000 13,-9.000 4.000 8,1.000 1.000 2,-1.000-1.000 0,1.000 1.000 1,2.000 1.000 2,7.000 3.000 3,6.000 3.000 2,7.000 4.000 3,-3.000 4.000-1,-8.000 6.000-2,-10.000 7.000-4,-9.000 6.000-3,-5.000 4.000-2,0.000 4.000 0,0.000 3.000-1,0.000 3.000 0,1.000 1.000 0,4.000 1.000 1,3.000-1.000 0,3.000 1.000 0,-1.000 1.000 2,-2.000 3.000 0,-3.000 3.000 2,-3.000 4.000 0,-2.000 2.000 2,0.000 4.000-1,0.000 3.000-1,0.000 3.000 1,0.000-1.000 0,0.000-2.000-1,0.000-3.000 1,0.000-3.000 1,0.000-4.000-2,0.000-3.000 0,0.000-3.000-2,0.000-2.000 0,-2.000-3.000-2,-3.000 1.000 1,-3.000-1.000 1,-2.000 1.000-1,-1.000-3.000 0,3.000-2.000-3,3.000-3.000-2,4.000-3.000-2,1.000-2.000-1,0.000 0.000 2,0.000 0.000 1,0.000 0.000 3,0.000-8.000-8,0.000-16.000-16,0.000-15.000-15,0.000-15.000-15,1.000-11.000-7,4.000-2.000 6,3.000-3.000 4,3.000-3.000 5,1.000 1.000 6,1.000 6.000 8,-1.000 7.000 8,1.000 6.000 8</inkml:trace>
</inkml:ink>
</file>

<file path=ppt/ink/ink23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38"/>
    </inkml:context>
    <inkml:brush xml:id="br0">
      <inkml:brushProperty name="width" value="0.0185539703816175" units="cm"/>
      <inkml:brushProperty name="height" value="0.0185539703816175" units="cm"/>
      <inkml:brushProperty name="color" value="#000000"/>
      <inkml:brushProperty name="ignorePressure" value="0"/>
    </inkml:brush>
  </inkml:definitions>
  <inkml:trace contextRef="#ctx0" brushRef="#br0">55200.000 9900.000 790,'-46.000'-68.000'-9,"10.000"17.000"6,10.000 15.000 4,9.000 16.000 6,7.000 7.000 4,7.000 1.000 2,6.000-1.000 4,7.000 1.000 3,4.000-1.000-1,3.000 1.000-1,3.000-1.000-2,4.000 1.000-2,1.000 1.000-2,0.000 3.000-1,0.000 3.000 0,0.000 4.000 0,0.000 1.000-2,0.000 0.000-3,0.000 0.000-2,0.000 0.000-3,3.000-2.000 0,6.000-3.000 3,7.000-3.000 1,6.000-2.000 3,4.000-1.000-5,4.000 3.000-13,3.000 3.000-13,3.000 4.000-12,-4.000 1.000-5,-8.000 0.000 2,-10.000 0.000 4,-9.000 0.000 1,-5.000 1.000 3,0.000 4.000 1,0.000 3.000 2,0.000 3.000 1,-4.000 1.000 3,-5.000 1.000 5,-7.000-1.000 5,-5.000 1.000 6</inkml:trace>
</inkml:ink>
</file>

<file path=ppt/ink/ink23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39"/>
    </inkml:context>
    <inkml:brush xml:id="br0">
      <inkml:brushProperty name="width" value="0.0161506794393063" units="cm"/>
      <inkml:brushProperty name="height" value="0.0161506794393063" units="cm"/>
      <inkml:brushProperty name="color" value="#000000"/>
      <inkml:brushProperty name="ignorePressure" value="0"/>
    </inkml:brush>
  </inkml:definitions>
  <inkml:trace contextRef="#ctx0" brushRef="#br0">55000.000 10450.000 908,'23.000'25.000'8,"-3.000"0.000"5,-3.000 0.000 3,-2.000 0.000 5,-3.000 0.000-2,1.000 0.000-8,-1.000 0.000-7,1.000 0.000-9,-1.000-2.000-5,1.000-3.000 1,-1.000-3.000-1,1.000-2.000 0,-1.000-6.000-5,1.000-6.000-10,-1.000-6.000-10,1.000-6.000-9,-3.000-6.000-1,-2.000-2.000 10,-3.000-3.000 10,-3.000-3.000 10,-2.000-2.000 6,0.000 0.000 2,0.000 0.000 2,0.000 0.000 2</inkml:trace>
</inkml:ink>
</file>

<file path=ppt/ink/ink23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39"/>
    </inkml:context>
    <inkml:brush xml:id="br0">
      <inkml:brushProperty name="width" value="0.0209299810230732" units="cm"/>
      <inkml:brushProperty name="height" value="0.0209299810230732" units="cm"/>
      <inkml:brushProperty name="color" value="#000000"/>
      <inkml:brushProperty name="ignorePressure" value="0"/>
    </inkml:brush>
  </inkml:definitions>
  <inkml:trace contextRef="#ctx0" brushRef="#br0">55350.000 10000.000 700,'23.000'-24.000'1,"-3.000"4.000"1,-3.000 3.000 1,-2.000 3.000 2,-1.000 3.000 3,3.000 3.000 8,3.000 3.000 6,4.000 4.000 7,1.000 1.000 2,0.000 0.000-4,0.000 0.000-4,0.000 0.000-3,1.000 0.000-3,4.000 0.000-1,3.000 0.000-1,3.000 0.000 0,-1.000 0.000-3,-2.000 0.000-1,-3.000 0.000-3,-3.000 0.000-3,-2.000 0.000-1,0.000 0.000-1,0.000 0.000 0,0.000 0.000-2,0.000 0.000 0,0.000 0.000-1,0.000 0.000 1,0.000 0.000-1,1.000 0.000 0,4.000 0.000-4,3.000 0.000-2,3.000 0.000-3,-1.000 3.000-1,-2.000 6.000-1,-3.000 7.000 2,-3.000 6.000-1,-6.000 3.000 1,-5.000 0.000 3,-7.000 0.000 1,-5.000 0.000 1,-6.000 0.000 1,-3.000 0.000-1,-3.000 0.000-3,-2.000 0.000-1,-3.000 1.000-1,1.000 4.000 0,-1.000 3.000 1,1.000 3.000 0,-1.000-1.000 0,1.000-2.000 2,-1.000-3.000 1,1.000-3.000 1,-3.000-1.000 0,-2.000 4.000-4,-3.000 3.000-2,-3.000 3.000-4,-4.000 1.000-1,-3.000 1.000 2,-3.000-1.000 0,-2.000 1.000 2,-1.000-1.000 0,3.000 1.000-3,3.000-1.000-2,4.000 1.000-2,1.000-3.000 0,0.000-2.000 0,0.000-3.000 2,0.000-3.000 0,0.000-4.000 1,0.000-3.000 1,0.000-3.000 1,0.000-2.000 0,0.000-5.000 2,0.000-2.000 3,0.000-3.000 1,0.000-3.000 4,0.000-2.000 1,0.000 0.000 0,0.000 0.000 1,0.000 0.000 0,0.000 0.000 0,0.000 0.000 1,0.000 0.000 0,0.000 0.000 0</inkml:trace>
</inkml:ink>
</file>

<file path=ppt/ink/ink23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39"/>
    </inkml:context>
    <inkml:brush xml:id="br0">
      <inkml:brushProperty name="width" value="0.017739973962307" units="cm"/>
      <inkml:brushProperty name="height" value="0.017739973962307" units="cm"/>
      <inkml:brushProperty name="color" value="#000000"/>
      <inkml:brushProperty name="ignorePressure" value="0"/>
    </inkml:brush>
  </inkml:definitions>
  <inkml:trace contextRef="#ctx0" brushRef="#br0">55250.000 10550.000 826,'23.000'-24.000'39,"-3.000"4.000"-10,-3.000 3.000-7,-2.000 3.000-10,0.000 3.000-6,7.000 3.000-4,6.000 3.000-6,7.000 4.000-3,0.000 1.000-7,-2.000 0.000-7,-3.000 0.000-7,-3.000 0.000-7,-2.000 0.000-2,0.000 0.000 4,0.000 0.000 3,0.000 0.000 3,-4.000 3.000 5,-5.000 6.000 4,-7.000 7.000 6,-5.000 6.000 5,-4.000 3.000 2,0.000 0.000 2,0.000 0.000 0,0.000 0.000 2,-4.000-2.000 0,-5.000-3.000 0,-7.000-3.000 1,-5.000-2.000-1,-1.000-3.000 1,6.000 1.000 0,7.000-1.000 0,6.000 1.000 0,-1.000 1.000 0,-5.000 3.000 0,-7.000 3.000 0,-5.000 4.000 0,-4.000 1.000 0,0.000 0.000 0,0.000 0.000 0,0.000 0.000 0,0.000 0.000 2,0.000 0.000 3,0.000 0.000 4,0.000 0.000 3,1.000-2.000 2,4.000-3.000 1,3.000-3.000 0,3.000-2.000 0,1.000-3.000 2,1.000 1.000 5,-1.000-1.000 3,1.000 1.000 3,5.000-6.000 4,14.000-8.000 0,11.000-10.000 2,14.000-9.000 1,5.000-4.000-4,1.000 4.000-11,-1.000 3.000-10,1.000 3.000-9,-1.000-1.000-6,1.000-2.000 2,-1.000-3.000 1,1.000-3.000 0,-1.000-2.000-1,1.000 0.000-7,-1.000 0.000-7,1.000 0.000-5,-3.000 1.000-2,-2.000 4.000 3,-3.000 3.000 4,-3.000 3.000 3,1.000-1.000-2,6.000-2.000-6,7.000-3.000-7,6.000-3.000-6,-2.000 1.000 1,-9.000 6.000 6,-10.000 7.000 7,-8.000 6.000 6,-6.000 3.000 5,1.000 0.000 2,-1.000 0.000 2,1.000 0.000 3,-3.000-2.000 1,-2.000-3.000 0,-3.000-3.000 1,-3.000-2.000 0</inkml:trace>
</inkml:ink>
</file>

<file path=ppt/ink/ink24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40"/>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55500.000 10050.000 999,'67.000'-19.000'-5,"-16.000"13.000"1,-15.000 12.000 2,-15.000 13.000 1,-9.000 6.000 1,1.000 0.000-2,-1.000 0.000 0,1.000 0.000-2,-3.000 1.000-1,-2.000 4.000 0,-3.000 3.000 0,-3.000 3.000 0,-2.000 1.000 1,0.000 1.000 1,0.000-1.000 3,0.000 1.000 2,0.000 2.000 0,0.000 7.000 0,0.000 6.000 1,0.000 7.000-2,0.000-3.000 1,0.000-8.000 0,0.000-10.000 0,0.000-9.000 0,0.000-2.000-1,0.000 6.000-2,0.000 7.000-2,0.000 6.000-1,-2.000-1.000-1,-3.000-5.000 2,-3.000-7.000 0,-2.000-5.000 3,-6.000 3.000-1,-6.000 17.000-1,-6.000 15.000 0,-6.000 16.000-1,-2.000 2.000-1,3.000-8.000 1,3.000-10.000-1,4.000-9.000 1,2.000-10.000-1,4.000-9.000 0,3.000-10.000 0,3.000-8.000 0,-4.000-1.000-1,-8.000 9.000-2,-10.000 10.000-1,-9.000 10.000-1,-2.000 0.000-2,6.000-5.000 0,7.000-7.000 0,6.000-5.000-1,3.000-8.000 0,0.000-5.000 2,0.000-7.000 0,0.000-5.000 1,1.000-4.000 1,4.000 0.000 1,3.000 0.000 1,3.000 0.000 0,1.000 0.000 2,1.000 0.000 0,-1.000 0.000 2,1.000 0.000 0,-3.000 0.000 1,-2.000 0.000 1,-3.000 0.000-1,-3.000 0.000 1</inkml:trace>
</inkml:ink>
</file>

<file path=ppt/ink/ink24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40"/>
    </inkml:context>
    <inkml:brush xml:id="br0">
      <inkml:brushProperty name="width" value="0.0195474959909916" units="cm"/>
      <inkml:brushProperty name="height" value="0.0195474959909916" units="cm"/>
      <inkml:brushProperty name="color" value="#000000"/>
      <inkml:brushProperty name="ignorePressure" value="0"/>
    </inkml:brush>
  </inkml:definitions>
  <inkml:trace contextRef="#ctx0" brushRef="#br0">55100.000 11400.000 750,'45.000'1.000'2,"-9.000"4.000"8,-10.000 3.000 7,-8.000 3.000 8,-3.000 3.000 3,7.000 3.000-3,6.000 3.000 0,7.000 4.000-3,0.000-1.000-1,-2.000-3.000-3,-3.000-3.000-2,-3.000-2.000-3,-1.000-1.000-2,4.000 3.000-3,3.000 3.000-3,3.000 4.000-3,-1.000-1.000-2,-2.000-3.000 1,-3.000-3.000-1,-3.000-2.000 0,-1.000-3.000 0,4.000 1.000-4,3.000-1.000-3,3.000 1.000-2,3.000-1.000-2,3.000 1.000 1,3.000-1.000 0,4.000 1.000-1,2.000-3.000 0,4.000-2.000-3,3.000-3.000-3,3.000-3.000-3,-2.000-2.000-3,-6.000 0.000-3,-6.000 0.000-4,-6.000 0.000-4,-7.000-2.000 0,-6.000-3.000 5,-6.000-3.000 5,-6.000-2.000 5,-2.000-3.000 3,3.000 1.000 2,3.000-1.000 1,4.000 1.000 1</inkml:trace>
</inkml:ink>
</file>

<file path=ppt/ink/ink24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40"/>
    </inkml:context>
    <inkml:brush xml:id="br0">
      <inkml:brushProperty name="width" value="0.0150256035849452" units="cm"/>
      <inkml:brushProperty name="height" value="0.0150256035849452" units="cm"/>
      <inkml:brushProperty name="color" value="#000000"/>
      <inkml:brushProperty name="ignorePressure" value="0"/>
    </inkml:brush>
  </inkml:definitions>
  <inkml:trace contextRef="#ctx0" brushRef="#br0">56950.000 9500.000 976,'-63.000'-2.000'-1,"26.000"-3.000"3,24.000-3.000 2,26.000-2.000 3,12.000-3.000 0,0.000 1.000-3,0.000-1.000-4,0.000 1.000-1,0.000-1.000-2,0.000 1.000 1,0.000-1.000 1,0.000 1.000 2,0.000 1.000-2,0.000 3.000-5,0.000 3.000-5,0.000 4.000-5,-2.000-1.000-2,-3.000-3.000-2,-3.000-3.000-2,-2.000-2.000-1,-3.000-1.000 1,1.000 3.000 1,-1.000 3.000 3,1.000 4.000 1,-1.000 1.000 3,1.000 0.000 3,-1.000 0.000 1,1.000 0.000 3,-3.000 1.000 2,-2.000 4.000 1,-3.000 3.000 1,-3.000 3.000 2,-2.000 1.000 0,0.000 1.000 0,0.000-1.000 1,0.000 1.000-1,0.000 1.000 1,0.000 3.000 0,0.000 3.000-1,0.000 4.000 1,0.000 2.000 0,0.000 4.000 0,0.000 3.000 0,0.000 3.000 0,-2.000 1.000 1,-3.000 1.000 1,-3.000-1.000 2,-2.000 1.000 2,-5.000 2.000-1,-2.000 7.000-1,-3.000 6.000-1,-3.000 7.000-2,-1.000-1.000 1,4.000-6.000 3,3.000-6.000 5,3.000-6.000 3,1.000-6.000 2,1.000-2.000-1,-1.000-3.000-1,1.000-3.000-1,1.000-2.000-2,3.000 0.000-1,3.000 0.000-2,4.000 0.000-2,2.000-2.000-4,4.000-3.000-7,3.000-3.000-8,3.000-2.000-6,1.000-5.000-3,1.000-2.000 4,-1.000-3.000 3,1.000-3.000 4,-1.000-4.000 2,1.000-3.000 3,-1.000-3.000 2,1.000-2.000 1,-1.000-5.000 2,1.000-2.000 1,-1.000-3.000 0,1.000-3.000 0</inkml:trace>
</inkml:ink>
</file>

<file path=ppt/ink/ink24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41"/>
    </inkml:context>
    <inkml:brush xml:id="br0">
      <inkml:brushProperty name="width" value="0.0182346496731043" units="cm"/>
      <inkml:brushProperty name="height" value="0.0182346496731043" units="cm"/>
      <inkml:brushProperty name="color" value="#000000"/>
      <inkml:brushProperty name="ignorePressure" value="0"/>
    </inkml:brush>
  </inkml:definitions>
  <inkml:trace contextRef="#ctx0" brushRef="#br0">57700.000 9950.000 804,'20.000'-19.000'4,"-9.000"13.000"8,-10.000 12.000 7,-8.000 13.000 9,-8.000 6.000 2,-2.000 0.000-5,-3.000 0.000-4,-3.000 0.000-3,-2.000 0.000-5,0.000 0.000-4,0.000 0.000-3,0.000 0.000-5,0.000 0.000 0,0.000 0.000 0,0.000 0.000 1,0.000 0.000 1,-2.000 0.000-1,-3.000 0.000-2,-3.000 0.000-4,-2.000 0.000-3,-3.000 1.000 0,1.000 4.000 1,-1.000 3.000 2,1.000 3.000 2,-3.000 1.000-2,-2.000 1.000-2,-3.000-1.000-5,-3.000 1.000-2,-2.000 1.000-2,0.000 3.000 2,0.000 3.000 0,0.000 4.000 2,0.000-1.000 2,0.000-3.000-1,0.000-3.000 2,0.000-2.000 0,1.000-3.000 1,4.000 1.000 1,3.000-1.000 2,3.000 1.000 0,3.000-3.000 2,3.000-2.000-1,3.000-3.000 0,4.000-3.000-1,10.000-7.000 2,19.000-9.000 2,19.000-10.000 2,19.000-8.000 3,7.000-6.000 1,-3.000 1.000 2,-3.000-1.000 1,-2.000 1.000 1,-3.000-3.000 0,1.000-2.000-1,-1.000-3.000-1,1.000-3.000-1,1.000-1.000 0,3.000 4.000-1,3.000 3.000 1,4.000 3.000 0,-1.000-1.000 0,-3.000-2.000-1,-3.000-3.000-1,-2.000-3.000-1,-3.000-1.000 0,1.000 4.000-1,-1.000 3.000 0,1.000 3.000 1,-1.000 1.000-2,1.000 1.000 0,-1.000-1.000-2,1.000 1.000 0,1.000-1.000 0,3.000 1.000 1,3.000-1.000 1,4.000 1.000 1,-4.000-1.000 1,-9.000 1.000-3,-10.000-1.000-1,-8.000 1.000-2,-4.000-1.000 0,3.000 1.000-1,3.000-1.000 1,4.000 1.000-1,1.000-1.000-2,0.000 1.000-6,0.000-1.000-5,0.000 1.000-5,-8.000 1.000-6,-16.000 3.000-6,-15.000 3.000-6,-15.000 4.000-7,-7.000 2.000 2,3.000 4.000 10,3.000 3.000 10,4.000 3.000 9,-1.000-1.000 6,-3.000-2.000 2,-3.000-3.000 3,-2.000-3.000 1,-1.000-1.000 1,3.000 4.000 1,3.000 3.000 0,4.000 3.000 0</inkml:trace>
</inkml:ink>
</file>

<file path=ppt/ink/ink24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41"/>
    </inkml:context>
    <inkml:brush xml:id="br0">
      <inkml:brushProperty name="width" value="0.0204314440488815" units="cm"/>
      <inkml:brushProperty name="height" value="0.0204314440488815" units="cm"/>
      <inkml:brushProperty name="color" value="#000000"/>
      <inkml:brushProperty name="ignorePressure" value="0"/>
    </inkml:brush>
  </inkml:definitions>
  <inkml:trace contextRef="#ctx0" brushRef="#br0">57200.000 9950.000 717,'45.000'-46.000'0,"-9.000"10.000"-2,-10.000 10.000 0,-8.000 9.000-2,-6.000 9.000 1,1.000 9.000 3,-1.000 10.000 3,1.000 10.000 3,-3.000 7.000 2,-2.000 6.000 2,-3.000 7.000 2,-3.000 6.000 2,-2.000 1.000 1,0.000-3.000-2,0.000-3.000-1,0.000-2.000-1,1.000-1.000 0,4.000 3.000-1,3.000 3.000 0,3.000 4.000-1,-1.000 2.000-1,-2.000 4.000 0,-3.000 3.000-2,-3.000 3.000-1,-1.000 3.000 0,4.000 3.000 1,3.000 3.000 1,3.000 4.000 1,-1.000 7.000 0,-2.000 13.000-1,-3.000 12.000 0,-3.000 13.000 0,-1.000-1.000-1,4.000-11.000 1,3.000-14.000 0,3.000-11.000 1,-1.000-9.000-1,-2.000-3.000-1,-3.000-3.000-1,-3.000-2.000-1,-1.000-5.000 0,4.000-2.000-1,3.000-3.000 0,3.000-3.000-1,-1.000-6.000 0,-2.000-5.000-1,-3.000-7.000 0,-3.000-5.000 1,-2.000-4.000-3,0.000 0.000-2,0.000 0.000-3,0.000 0.000-3,0.000-8.000-5,0.000-16.000-6,0.000-15.000-8,0.000-15.000-6,0.000-7.000-1,0.000 3.000 5,0.000 3.000 6,0.000 4.000 5,0.000 1.000 1,0.000 0.000-3,0.000 0.000-4,0.000 0.000-4,0.000-2.000 0,0.000-3.000 4,0.000-3.000 4,0.000-2.000 3,1.000-1.000 4,4.000 3.000 3,3.000 3.000 3,3.000 4.000 3</inkml:trace>
</inkml:ink>
</file>

<file path=ppt/ink/ink24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41"/>
    </inkml:context>
    <inkml:brush xml:id="br0">
      <inkml:brushProperty name="width" value="0.0155714293941855" units="cm"/>
      <inkml:brushProperty name="height" value="0.0155714293941855" units="cm"/>
      <inkml:brushProperty name="color" value="#000000"/>
      <inkml:brushProperty name="ignorePressure" value="0"/>
    </inkml:brush>
  </inkml:definitions>
  <inkml:trace contextRef="#ctx0" brushRef="#br0">58850.000 9150.000 941,'-24.000'46.000'21,"4.000"-5.000"-5,3.000-7.000-5,3.000-5.000-3,1.000-4.000-5,1.000 0.000-4,-1.000 0.000-3,1.000 0.000-4,-1.000 0.000-2,1.000 0.000 0,-1.000 0.000 0,1.000 0.000 0,-1.000 1.000-3,1.000 4.000-1,-1.000 3.000-4,1.000 3.000-2,-1.000 1.000-1,1.000 1.000 3,-1.000-1.000 2,1.000 1.000 3,-3.000-1.000 0,-2.000 1.000 0,-3.000-1.000-1,-3.000 1.000-1,-2.000-1.000 1,0.000 1.000 3,0.000-1.000 4,0.000 1.000 2,-2.000-1.000 2,-3.000 1.000 1,-3.000-1.000 1,-2.000 1.000 0,-1.000-1.000 0,3.000 1.000 1,3.000-1.000 0,4.000 1.000-1,1.000-3.000 1,0.000-2.000 0,0.000-3.000 0,0.000-3.000 0,1.000-6.000 0,4.000-5.000 0,3.000-7.000 0,3.000-5.000 0,1.000-3.000 0,1.000 4.000 0,-1.000 3.000 0,1.000 3.000 0,4.000-2.000 2,9.000-6.000 5,10.000-6.000 4,10.000-6.000 4,4.000-6.000 1,0.000-2.000-1,0.000-3.000-2,0.000-3.000-2,1.000-2.000-1,4.000 0.000 2,3.000 0.000 0,3.000 0.000 2,1.000 0.000 0,1.000 0.000-1,-1.000 0.000-1,1.000 0.000 0,-1.000 0.000-2,1.000 0.000 1,-1.000 0.000-2,1.000 0.000 0,-1.000 1.000-2,1.000 4.000-1,-1.000 3.000-3,1.000 3.000-2,-1.000-1.000 0,1.000-2.000 2,-1.000-3.000 1,1.000-3.000 1,-3.000-1.000 0,-2.000 4.000-4,-3.000 3.000-4,-3.000 3.000-3,-2.000 1.000-2,0.000 1.000 2,0.000-1.000 0,0.000 1.000 3,0.000-1.000-2,0.000 1.000-4,0.000-1.000-3,0.000 1.000-4,-2.000-1.000-1,-3.000 1.000 2,-3.000-1.000 1,-2.000 1.000 2,-6.000 2.000-1,-6.000 7.000-2,-6.000 6.000-3,-6.000 7.000-3</inkml:trace>
</inkml:ink>
</file>

<file path=ppt/ink/ink24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42"/>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58700.000 9850.000 999,'21.000'-24.000'-61,"-5.000"4.000"22,-7.000 3.000 21,-5.000 3.000 22,-3.000 1.000 10,4.000 1.000-1,3.000-1.000-1,3.000 1.000-1,1.000 2.000 0,1.000 7.000-1,-1.000 6.000 0,1.000 7.000 0,-3.000 7.000-1,-2.000 9.000-3,-3.000 10.000-2,-3.000 10.000-3,-1.000 2.000 0,4.000-3.000-1,3.000-3.000-1,3.000-2.000 1,-1.000 0.000-1,-2.000 7.000 0,-3.000 6.000-1,-3.000 7.000 1,-2.000 2.000 0,0.000 1.000 1,0.000-1.000 2,0.000 1.000 0,1.000 1.000 0,4.000 3.000-2,3.000 3.000-3,3.000 4.000-2,-1.000 1.000 0,-2.000 0.000 1,-3.000 0.000 2,-3.000 0.000 1,-2.000 0.000 0,0.000 0.000-1,0.000 0.000 0,0.000 0.000-2,0.000-4.000 1,0.000-5.000 0,0.000-7.000 1,0.000-5.000 1,0.000-6.000-1,0.000-3.000-3,0.000-3.000-3,0.000-2.000-2,0.000-3.000-4,0.000 1.000-4,0.000-1.000-6,0.000 1.000-4,-2.000-6.000 0,-3.000-8.000 7,-3.000-10.000 6,-2.000-9.000 5,-3.000-5.000 5,1.000 0.000 1,-1.000 0.000 1,1.000 0.000 1</inkml:trace>
</inkml:ink>
</file>

<file path=ppt/ink/ink24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42"/>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58600.000 10850.000 999,'-46.000'-41.000'-18,"10.000"19.000"0,10.000 19.000 0,9.000 19.000 0,6.000 12.000 0,3.000 6.000 2,3.000 7.000 0,4.000 6.000 2,-1.000-1.000 1,-3.000-5.000 2,-3.000-7.000 1,-2.000-5.000 3,-3.000-1.000 0,1.000 6.000 0,-1.000 7.000-1,1.000 6.000-1,-3.000 1.000 1,-2.000-3.000 2,-3.000-3.000 0,-3.000-2.000 2,-1.000-1.000 1,4.000 3.000 1,3.000 3.000 0,3.000 4.000 1,1.000-1.000 0,1.000-3.000 1,-1.000-3.000 0,1.000-2.000-1,-1.000-6.000 1,1.000-6.000 0,-1.000-6.000 0,1.000-6.000 0</inkml:trace>
</inkml:ink>
</file>

<file path=ppt/ink/ink24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42"/>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59000.000 11000.000 999,'46.000'1.000'-10,"-5.000"4.000"-1,-7.000 3.000-1,-5.000 3.000-1,-4.000-1.000-1,0.000-2.000 1,0.000-3.000-1,0.000-3.000-1,0.000-2.000 0,0.000 0.000-2,0.000 0.000-3,0.000 0.000-1</inkml:trace>
</inkml:ink>
</file>

<file path=ppt/ink/ink24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42"/>
    </inkml:context>
    <inkml:brush xml:id="br0">
      <inkml:brushProperty name="width" value="0.0146933989599347" units="cm"/>
      <inkml:brushProperty name="height" value="0.0146933989599347" units="cm"/>
      <inkml:brushProperty name="color" value="#000000"/>
      <inkml:brushProperty name="ignorePressure" value="0"/>
    </inkml:brush>
  </inkml:definitions>
  <inkml:trace contextRef="#ctx0" brushRef="#br0">59400.000 9450.000 998,'1.000'-65.000'1,"4.000"23.000"-1,3.000 22.000-1,3.000 22.000-1,-1.000 12.000-1,-2.000 3.000-2,-3.000 3.000 0,-3.000 4.000-1,-4.000 2.000 0,-3.000 4.000-1,-3.000 3.000 1,-2.000 3.000-1,-3.000 3.000 0,1.000 3.000 0,-1.000 3.000 0,1.000 4.000 1,-1.000-3.000-1,1.000-5.000-1,-1.000-7.000 0,1.000-5.000-1,1.000-4.000 1,3.000 0.000 0,3.000 0.000 0,4.000 0.000 1,-1.000-2.000-1,-3.000-3.000-4,-3.000-3.000-2,-2.000-2.000-2,-1.000-3.000-1,3.000 1.000 4,3.000-1.000 4,4.000 1.000 4,1.000-1.000 1,0.000 1.000 2,0.000-1.000 0,0.000 1.000 1,-2.000-3.000 0,-3.000-2.000 1,-3.000-3.000-1,-2.000-3.000 1</inkml:trace>
</inkml:ink>
</file>

<file path=ppt/ink/ink25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43"/>
    </inkml:context>
    <inkml:brush xml:id="br0">
      <inkml:brushProperty name="width" value="0.0168084390461445" units="cm"/>
      <inkml:brushProperty name="height" value="0.0168084390461445" units="cm"/>
      <inkml:brushProperty name="color" value="#000000"/>
      <inkml:brushProperty name="ignorePressure" value="0"/>
    </inkml:brush>
  </inkml:definitions>
  <inkml:trace contextRef="#ctx0" brushRef="#br0">59500.000 9700.000 872,'48.000'-24.000'0,"-3.000"4.000"0,-3.000 3.000 0,-2.000 3.000 0,-6.000 1.000 0,-6.000 1.000 0,-6.000-1.000 1,-6.000 1.000-1,-1.000-1.000 2,7.000 1.000 4,6.000-1.000 3,7.000 1.000 4,0.000 1.000 1,-2.000 3.000 0,-3.000 3.000-2,-3.000 4.000 1,-2.000 1.000-3,0.000 0.000-1,0.000 0.000-2,0.000 0.000-2,-2.000 1.000-2,-3.000 4.000-3,-3.000 3.000-3,-2.000 3.000-4,-8.000 4.000-1,-8.000 7.000-3,-10.000 6.000-1,-9.000 7.000-1,-4.000-1.000-1,4.000-6.000 3,3.000-6.000 2,3.000-6.000 2,-2.000 1.000 1,-6.000 9.000-1,-6.000 10.000-2,-6.000 10.000-1,-2.000 0.000 0,3.000-5.000 1,3.000-7.000 0,4.000-5.000 2,-1.000-3.000 0,-3.000 4.000 1,-3.000 3.000 1,-2.000 3.000 0,-1.000-1.000 1,3.000-2.000 0,3.000-3.000 1,4.000-3.000 0,-1.000-1.000 0,-3.000 4.000 0,-3.000 3.000 0,-2.000 3.000-1,0.000-2.000 2,7.000-6.000 2,6.000-6.000 3,7.000-6.000 3,2.000-4.000 0,1.000 1.000-2,-1.000-1.000-2,1.000 1.000-1,-1.000-1.000-1,1.000 1.000 0,-1.000-1.000 1,1.000 1.000 1,2.000-4.000 0,7.000-6.000 1,6.000-6.000 3,7.000-6.000 0,4.000-4.000 2,3.000 1.000 1,3.000-1.000 1,4.000 1.000 1,1.000-3.000 0,0.000-2.000-1,0.000-3.000-1,0.000-3.000-1,1.000-2.000 0,4.000 0.000 0,3.000 0.000-1,3.000 0.000 1,-1.000 1.000 0,-2.000 4.000-2,-3.000 3.000 0,-3.000 3.000 0,-2.000 1.000-2,0.000 1.000 1,0.000-1.000-1,0.000 1.000-1,-2.000-1.000 1,-3.000 1.000-1,-3.000-1.000 0,-2.000 1.000 0,-1.000 1.000 0,3.000 3.000 1,3.000 3.000-1,4.000 4.000 1,-1.000-1.000 0,-3.000-3.000-3,-3.000-3.000 0,-2.000-2.000-3,-1.000-1.000 0,3.000 3.000 1,3.000 3.000 2,4.000 4.000 0,1.000 1.000 0,0.000 0.000-3,0.000 0.000-3,0.000 0.000-3,-4.000 3.000-2,-5.000 6.000-1,-7.000 7.000-2,-5.000 6.000-2,-6.000 1.000 0,-3.000-3.000-1,-3.000-3.000-2,-2.000-2.000 1,-3.000-3.000-1,1.000 1.000 3,-1.000-1.000 1,1.000 1.000 2,-1.000-1.000 0,1.000 1.000 0,-1.000-1.000-2,1.000 1.000-1,-3.000 1.000 1,-2.000 3.000 1,-3.000 3.000 2,-3.000 4.000 0,-2.000-1.000 2,0.000-3.000 1,0.000-3.000 1,0.000-2.000 1,1.000-3.000 1,4.000 1.000 1,3.000-1.000 2,3.000 1.000 0,-1.000-1.000 1,-2.000 1.000 0,-3.000-1.000 1,-3.000 1.000-1</inkml:trace>
</inkml:ink>
</file>

<file path=ppt/ink/ink25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43"/>
    </inkml:context>
    <inkml:brush xml:id="br0">
      <inkml:brushProperty name="width" value="0.0149851990863681" units="cm"/>
      <inkml:brushProperty name="height" value="0.0149851990863681" units="cm"/>
      <inkml:brushProperty name="color" value="#000000"/>
      <inkml:brushProperty name="ignorePressure" value="0"/>
    </inkml:brush>
  </inkml:definitions>
  <inkml:trace contextRef="#ctx0" brushRef="#br0">59350.000 10600.000 978,'68.000'-44.000'-46,"-11.000"13.000"15,-14.000 12.000 15,-11.000 13.000 16,-9.000 4.000 8,-3.000-3.000-3,-3.000-3.000 0,-2.000-2.000-2,-1.000-1.000-1,3.000 3.000 0,3.000 3.000 0,4.000 4.000-1,1.000 1.000-1,0.000 0.000-1,0.000 0.000-3,0.000 0.000-2,-2.000 1.000-4,-3.000 4.000-5,-3.000 3.000-6,-2.000 3.000-6,-5.000 1.000 1,-2.000 1.000 5,-3.000-1.000 7,-3.000 1.000 5,-4.000-1.000 3,-3.000 1.000 2,-3.000-1.000 1,-2.000 1.000 2,-5.000-3.000-1,-2.000-2.000 2,-3.000-3.000-1,-3.000-3.000 1,-1.000 1.000-1,4.000 6.000 1,3.000 7.000 0,3.000 6.000 0,1.000 1.000 0,1.000-3.000 0,-1.000-3.000 0,1.000-2.000 0,-3.000-3.000 0,-2.000 1.000 0,-3.000-1.000 0,-3.000 1.000 0,-1.000 1.000 0,4.000 3.000 0,3.000 3.000 0,3.000 4.000 0,-1.000-1.000 0,-2.000-3.000 0,-3.000-3.000 0,-3.000-2.000 0,1.000-3.000 0,6.000 1.000 0,7.000-1.000 0,6.000 1.000 1,1.000-1.000-1,-3.000 1.000 0,-3.000-1.000 1,-2.000 1.000-1,-3.000-1.000 0,1.000 1.000 0,-1.000-1.000 0,1.000 1.000 0,1.000-1.000 1,3.000 1.000 3,3.000-1.000 3,4.000 1.000 3,2.000-3.000 3,4.000-2.000 2,3.000-3.000 3,3.000-3.000 2,3.000-2.000 2,3.000 0.000 0,3.000 0.000 0,4.000 0.000 1,-1.000 1.000-3,-3.000 4.000-4,-3.000 3.000-4,-2.000 3.000-4,-5.000 3.000-2,-2.000 3.000-1,-3.000 3.000 0,-3.000 4.000 0,-4.000-1.000-2,-3.000-3.000-4,-3.000-3.000-2,-2.000-2.000-2,-3.000-1.000-4,1.000 3.000-1,-1.000 3.000-1,1.000 4.000-3,-1.000 1.000 0,1.000 0.000 2,-1.000 0.000 1,1.000 0.000 1,-3.000 0.000 0,-2.000 0.000 1,-3.000 0.000-1,-3.000 0.000 0,-1.000 1.000 0,4.000 4.000 2,3.000 3.000 0,3.000 3.000 2,-1.000-2.000-1,-2.000-6.000 1,-3.000-6.000-2,-3.000-6.000 1,-1.000-4.000-1,4.000 1.000 1,3.000-1.000 0,3.000 1.000 1,1.000-3.000 0,1.000-2.000 1,-1.000-3.000 0,1.000-3.000 1,-1.000-2.000 0,1.000 0.000 2,-1.000 0.000 0,1.000 0.000 0</inkml:trace>
</inkml:ink>
</file>

<file path=ppt/ink/ink25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43"/>
    </inkml:context>
    <inkml:brush xml:id="br0">
      <inkml:brushProperty name="width" value="0.0187266655266285" units="cm"/>
      <inkml:brushProperty name="height" value="0.0187266655266285" units="cm"/>
      <inkml:brushProperty name="color" value="#000000"/>
      <inkml:brushProperty name="ignorePressure" value="0"/>
    </inkml:brush>
  </inkml:definitions>
  <inkml:trace contextRef="#ctx0" brushRef="#br0">59750.000 11100.000 783,'25.000'25.000'0,"0.000"0.000"2,0.000 0.000 0,0.000 0.000 2,-2.000-2.000 1,-3.000-3.000 0,-3.000-3.000 2,-2.000-2.000 1,-3.000-3.000 0,1.000 1.000 0,-1.000-1.000-1,1.000 1.000 0,1.000-1.000 0,3.000 1.000 1,3.000-1.000 1,4.000 1.000 0,-1.000-1.000 1,-3.000 1.000-1,-3.000-1.000 0,-2.000 1.000 0,0.000-3.000-1,7.000-2.000 1,6.000-3.000-1,7.000-3.000 1,0.000-2.000-1,-2.000 0.000 1,-3.000 0.000 0,-3.000 0.000 1,-2.000-2.000-3,0.000-3.000-2,0.000-3.000-3,0.000-2.000-4,0.000-5.000-6,0.000-2.000-8,0.000-3.000-10,0.000-3.000-9,-4.000-2.000-5,-5.000 0.000-3,-7.000 0.000-1,-5.000 0.000-4</inkml:trace>
</inkml:ink>
</file>

<file path=ppt/ink/ink25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43"/>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60150.000 10800.000 999,'68.000'0.000'-23,"-11.000"0.000"-5,-14.000 0.000-5,-11.000 0.000-4</inkml:trace>
</inkml:ink>
</file>

<file path=ppt/ink/ink25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12:44"/>
    </inkml:context>
    <inkml:brush xml:id="br0">
      <inkml:brushProperty name="width" value="0.0175246503204107" units="cm"/>
      <inkml:brushProperty name="height" value="0.0175246503204107" units="cm"/>
      <inkml:brushProperty name="color" value="#000000"/>
      <inkml:brushProperty name="ignorePressure" value="0"/>
    </inkml:brush>
  </inkml:definitions>
  <inkml:trace contextRef="#ctx0" brushRef="#br0">61000.000 10550.000 836,'-21.000'26.000'90,"10.000"4.000"-36,10.000 3.000-35,9.000 3.000-34,4.000 1.000-21,1.000 1.000-6,-1.000-1.000-5,1.000 1.000-7</inkml:trace>
</inkml:ink>
</file>

<file path=ppt/ink/ink25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9:07"/>
    </inkml:context>
    <inkml:brush xml:id="br0">
      <inkml:brushProperty name="width" value="0.0198220480233431" units="cm"/>
      <inkml:brushProperty name="height" value="0.0198220480233431" units="cm"/>
      <inkml:brushProperty name="color" value="#000000"/>
      <inkml:brushProperty name="ignorePressure" value="0"/>
    </inkml:brush>
  </inkml:definitions>
  <inkml:trace contextRef="#ctx0" brushRef="#br0">52800.000 21300.000 739,'23.000'0.000'-4,"-3.000"0.000"0,-3.000 0.000 0,-2.000 0.000 1,-3.000 1.000-3,1.000 4.000-5,-1.000 3.000-5,1.000 3.000-6,-1.000 1.000-2,1.000 1.000 5,-1.000-1.000 2,1.000 1.000 4,1.000 1.000 3,3.000 3.000 6,3.000 3.000 5,4.000 4.000 4,1.000 1.000 4,0.000 0.000-1,0.000 0.000 0,0.000 0.000 0,1.000 0.000 0,4.000 0.000-3,3.000 0.000-2,3.000 0.000-1,1.000-2.000-2,1.000-3.000 1,-1.000-3.000 0,1.000-2.000-1,-1.000-3.000 1,1.000 1.000-1,-1.000-1.000-1,1.000 1.000 1,1.000-3.000 0,3.000-2.000 1,3.000-3.000 2,4.000-3.000 1,1.000-4.000 0,0.000-3.000 0,0.000-3.000-2,0.000-2.000-1,-2.000-5.000 0,-3.000-2.000 2,-3.000-3.000 1,-2.000-3.000 2,-1.000-1.000-1,3.000 4.000 1,3.000 3.000-1,4.000 3.000 0,-1.000 1.000-1,-3.000 1.000-1,-3.000-1.000 0,-2.000 1.000-1,-1.000-1.000 0,3.000 1.000 0,3.000-1.000 1,4.000 1.000 0,1.000-1.000-1,0.000 1.000 1,0.000-1.000-1,0.000 1.000 1,-2.000 1.000-1,-3.000 3.000 0,-3.000 3.000 0,-2.000 4.000 1,0.000 1.000-1,7.000 0.000 0,6.000 0.000 0,7.000 0.000 1,0.000-2.000-1,-2.000-3.000 0,-3.000-3.000 0,-3.000-2.000-1,-1.000-1.000 0,4.000 3.000 0,3.000 3.000 0,3.000 4.000 1,1.000 1.000-1,1.000 0.000 0,-1.000 0.000 0,1.000 0.000-1,-3.000 0.000 0,-2.000 0.000 1,-3.000 0.000-1,-3.000 0.000 1,-1.000 0.000 0,4.000 0.000 0,3.000 0.000 0,3.000 0.000 1,-1.000 0.000-1,-2.000 0.000 2,-3.000 0.000 0,-3.000 0.000 1,-2.000 1.000-1,0.000 4.000 1,0.000 3.000-1,0.000 3.000-1,0.000 1.000 0,0.000 1.000 1,0.000-1.000 1,0.000 1.000 0,-2.000-1.000 0,-3.000 1.000 0,-3.000-1.000-1,-2.000 1.000 0,-1.000-1.000 0,3.000 1.000 0,3.000-1.000 0,4.000 1.000 0,-1.000-1.000 0,-3.000 1.000 0,-3.000-1.000 0,-2.000 1.000 0,-1.000-3.000-1,3.000-2.000 1,3.000-3.000 0,4.000-3.000-1,-1.000-2.000 0,-3.000 0.000-1,-3.000 0.000-1,-2.000 0.000-2,-1.000 0.000 1,3.000 0.000 1,3.000 0.000 0,4.000 0.000 1,1.000 0.000 0,0.000 0.000-1,0.000 0.000 0,0.000 0.000-2,-2.000 0.000 0,-3.000 0.000 1,-3.000 0.000 0,-2.000 0.000 1,-1.000 0.000 0,3.000 0.000 0,3.000 0.000-1,4.000 0.000 0,-1.000 0.000 0,-3.000 0.000 0,-3.000 0.000 0,-2.000 0.000 1,-1.000 0.000 0,3.000 0.000 1,3.000 0.000 0,4.000 0.000 1,1.000 1.000-1,0.000 4.000 0,0.000 3.000 0,0.000 3.000 0,-2.000 3.000 0,-3.000 3.000 1,-3.000 3.000 2,-2.000 4.000 2,-1.000-1.000-1,3.000-3.000 0,3.000-3.000-1,4.000-2.000-1,1.000-1.000 0,0.000 3.000 0,0.000 3.000 0,0.000 4.000 2,0.000-1.000-1,0.000-3.000-2,0.000-3.000 0,0.000-2.000-1,1.000-5.000-1,4.000-2.000 0,3.000-3.000 1,3.000-3.000 1,3.000-2.000-1,3.000 0.000 0,3.000 0.000-2,4.000 0.000 0,-1.000-2.000 0,-3.000-3.000 0,-3.000-3.000 1,-2.000-2.000 1,-1.000-3.000-1,3.000 1.000-1,3.000-1.000-3,4.000 1.000 0,1.000-3.000-1,0.000-2.000 1,0.000-3.000 1,0.000-3.000 2,-4.000-2.000 0,-5.000 0.000-1,-7.000 0.000 0,-5.000 0.000 1,-3.000 3.000-1,4.000 6.000 0,3.000 7.000 1,3.000 6.000 0,-1.000 1.000 0,-2.000-3.000 0,-3.000-3.000 0,-3.000-2.000-1,-2.000-1.000 2,0.000 3.000-1,0.000 3.000 2,0.000 4.000-1,-2.000 1.000 1,-3.000 0.000 0,-3.000 0.000-1,-2.000 0.000 0,-1.000 0.000-1,3.000 0.000 1,3.000 0.000 1,4.000 0.000-1,1.000 0.000 1,0.000 0.000-1,0.000 0.000 0,0.000 0.000 1,1.000 0.000-1,4.000 0.000 0,3.000 0.000 0,3.000 0.000 1,3.000 0.000-1,3.000 0.000 1,3.000 0.000-1,4.000 0.000 1,-1.000-2.000-1,-3.000-3.000 0,-3.000-3.000 0,-2.000-2.000-1,-1.000-3.000 1,3.000 1.000-1,3.000-1.000 0,4.000 1.000 0,-1.000-1.000 0,-3.000 1.000 0,-3.000-1.000 0,-2.000 1.000 1,-3.000 1.000 0,1.000 3.000-1,-1.000 3.000 1,1.000 4.000 0,-3.000 1.000 0,-2.000 0.000 0,-3.000 0.000-1,-3.000 0.000 1,-2.000 0.000 1,0.000 0.000 0,0.000 0.000 2,0.000 0.000 2,0.000 0.000-1,0.000 0.000 0,0.000 0.000-2,0.000 0.000 0,0.000 0.000 0,0.000 0.000 0,0.000 0.000 2,0.000 0.000 0,3.000 0.000 1,6.000 0.000-1,7.000 0.000-1,6.000 0.000 0,1.000 0.000-1,-3.000 0.000 0,-3.000 0.000 0,-2.000 0.000 1,0.000 0.000-1,7.000 0.000 0,6.000 0.000-1,7.000 0.000 1,2.000-2.000-1,1.000-3.000 1,-1.000-3.000-1,1.000-2.000 1,-3.000-3.000 0,-2.000 1.000 0,-3.000-1.000-1,-3.000 1.000 0,-1.000-1.000 0,4.000 1.000 0,3.000-1.000 0,3.000 1.000 1,1.000 1.000-1,1.000 3.000-1,-1.000 3.000 0,1.000 4.000-1,-3.000 1.000 0,-2.000 0.000 0,-3.000 0.000 1,-3.000 0.000 0,-4.000 0.000 1,-3.000 0.000-1,-3.000 0.000 1,-2.000 0.000 0,-1.000 3.000 0,3.000 6.000 0,3.000 7.000-1,4.000 6.000 1,-1.000 3.000 0,-3.000 0.000 0,-3.000 0.000-1,-2.000 0.000 0,-3.000 0.000 0,1.000 0.000 0,-1.000 0.000 0,1.000 0.000 0,-3.000 1.000 0,-2.000 4.000 0,-3.000 3.000 0,-3.000 3.000 0,-2.000 1.000 1,0.000 1.000-1,0.000-1.000-1,0.000 1.000 0,1.000-4.000 1,4.000-6.000-1,3.000-6.000 1,3.000-6.000 0,-1.000-4.000-1,-2.000 1.000 0,-3.000-1.000-2,-3.000 1.000 0,-2.000-3.000-1,0.000-2.000 1,0.000-3.000 1,0.000-3.000 1,-2.000-2.000-1,-3.000 0.000 1,-3.000 0.000 0,-2.000 0.000-1,0.000 0.000 0,7.000 0.000 1,6.000 0.000-1,7.000 0.000 1,0.000 0.000 1,-2.000 0.000 0,-3.000 0.000 2,-3.000 0.000 2,-2.000 0.000 0,0.000 0.000 0,0.000 0.000 0,0.000 0.000 1,0.000 0.000-1,0.000 0.000 1,0.000 0.000 0,0.000 0.000 0,-2.000 0.000 0,-3.000 0.000-1,-3.000 0.000 0,-2.000 0.000-1,-1.000 0.000-1,3.000 0.000 1,3.000 0.000-1,4.000 0.000 0,1.000 0.000 0,0.000 0.000-1,0.000 0.000 1,0.000 0.000-1,0.000 0.000 0,0.000 0.000 0,0.000 0.000 1,0.000 0.000 0,1.000 0.000-1,4.000 0.000-4,3.000 0.000-1,3.000 0.000-4,3.000 0.000 0,3.000 0.000 1,3.000 0.000 0,4.000 0.000 3,1.000 0.000-3,0.000 0.000-5,0.000 0.000-5,0.000 0.000-5,3.000-4.000-2,6.000-5.000 3,7.000-7.000 2,6.000-5.000 2,3.000-4.000-1,0.000 0.000-5,0.000 0.000-4,0.000 0.000-4,-7.000 0.000-1,-11.000 0.000 4,-14.000 0.000 4,-11.000 0.000 3</inkml:trace>
</inkml:ink>
</file>

<file path=ppt/ink/ink25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29:08"/>
    </inkml:context>
    <inkml:brush xml:id="br0">
      <inkml:brushProperty name="width" value="0.0164105594158173" units="cm"/>
      <inkml:brushProperty name="height" value="0.0164105594158173" units="cm"/>
      <inkml:brushProperty name="color" value="#000000"/>
      <inkml:brushProperty name="ignorePressure" value="0"/>
    </inkml:brush>
  </inkml:definitions>
  <inkml:trace contextRef="#ctx0" brushRef="#br0">9000.000 27550.000 893,'92.000'114.000'0,"-16.000"-22.000"0,-15.000-22.000 0,-15.000-21.000 0,-9.000-14.000-2,1.000-2.000-3,-1.000-3.000-4,1.000-3.000-3,-1.000-6.000-1,1.000-5.000 2,-1.000-7.000 2,1.000-5.000 2,1.000-4.000 2,3.000 0.000 2,3.000 0.000 2,4.000 0.000 2,-1.000-2.000 2,-3.000-3.000 0,-3.000-3.000 1,-2.000-2.000 1,-1.000-8.000 0,3.000-8.000 0,3.000-10.000 0,4.000-9.000-1,2.000-7.000-1,4.000-3.000 0,3.000-3.000-1,3.000-2.000 0,1.000-3.000-1,1.000 1.000 1,-1.000-1.000 1,1.000 1.000 0,-3.000-1.000-1,-2.000 1.000 0,-3.000-1.000-1,-3.000 1.000-1,-1.000 1.000 0,4.000 3.000 1,3.000 3.000 0,3.000 4.000 1,1.000 2.000 0,1.000 4.000 0,-1.000 3.000-1,1.000 3.000 1,-3.000 4.000-1,-2.000 7.000 1,-3.000 6.000-1,-3.000 7.000 1,-2.000 4.000 0,0.000 3.000-2,0.000 3.000-2,0.000 4.000 0,-2.000 1.000-1,-3.000 0.000 1,-3.000 0.000 1,-2.000 0.000 1,-1.000 0.000 0,3.000 0.000-1,3.000 0.000-1,4.000 0.000 0,-1.000 1.000 0,-3.000 4.000 0,-3.000 3.000 0,-2.000 3.000 0,-3.000-1.000 1,1.000-2.000 0,-1.000-3.000 0,1.000-3.000 1,1.000-2.000 0,3.000 0.000 1,3.000 0.000 0,4.000 0.000 1,1.000 0.000-1,0.000 0.000 1,0.000 0.000-1,0.000 0.000-1,-2.000-4.000 1,-3.000-5.000 1,-3.000-7.000 1,-2.000-5.000 0,0.000-3.000 1,7.000 4.000-1,6.000 3.000-1,7.000 3.000 0,2.000 1.000 0,1.000 1.000 3,-1.000-1.000 1,1.000 1.000 2,-1.000 1.000 0,1.000 3.000-1,-1.000 3.000-1,1.000 4.000-2,-1.000 1.000 0,1.000 0.000-1,-1.000 0.000 1,1.000 0.000-1,-1.000 0.000 0,1.000 0.000-2,-1.000 0.000 0,1.000 0.000-1,-3.000 1.000 0,-2.000 4.000 0,-3.000 3.000 1,-3.000 3.000 1,-1.000-1.000-1,4.000-2.000 0,3.000-3.000-1,3.000-3.000-1,1.000-2.000 0,1.000 0.000 1,-1.000 0.000 0,1.000 0.000 1,-3.000 0.000 0,-2.000 0.000 1,-3.000 0.000 1,-3.000 0.000 1,-1.000-4.000 0,4.000-5.000-1,3.000-7.000-1,3.000-5.000 0,3.000-4.000-1,3.000 0.000 1,3.000 0.000-1,4.000 0.000 1,1.000 1.000-1,0.000 4.000 1,0.000 3.000-1,0.000 3.000 0,-2.000 3.000 0,-3.000 3.000 0,-3.000 3.000-1,-2.000 4.000 0,-3.000 1.000 0,1.000 0.000-2,-1.000 0.000 1,1.000 0.000-2,-4.000 1.000 1,-6.000 4.000 1,-6.000 3.000 0,-6.000 3.000 1,-4.000 3.000 0,1.000 3.000-2,-1.000 3.000-2,1.000 4.000-1,1.000 2.000 0,3.000 4.000 0,3.000 3.000 2,4.000 3.000 1,-1.000-2.000-1,-3.000-6.000-3,-3.000-6.000-4,-2.000-6.000-4,-5.000-4.000 0,-2.000 1.000 1,-3.000-1.000 3,-3.000 1.000 0,-2.000-1.000-2,0.000 1.000-7,0.000-1.000-8,0.000 1.000-7</inkml:trace>
</inkml:ink>
</file>

<file path=ppt/ink/ink25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0:27"/>
    </inkml:context>
    <inkml:brush xml:id="br0">
      <inkml:brushProperty name="width" value="0.0257478021085262" units="cm"/>
      <inkml:brushProperty name="height" value="0.0257478021085262" units="cm"/>
      <inkml:brushProperty name="color" value="#000000"/>
      <inkml:brushProperty name="ignorePressure" value="0"/>
    </inkml:brush>
  </inkml:definitions>
  <inkml:trace contextRef="#ctx0" brushRef="#br0">33750.000 20350.000 569,'-5.000'-27.000'0,"-9.000"-3.000"-2,-10.000-3.000-1,-8.000-2.000 0,0.000 3.000 3,14.000 14.000 9,11.000 11.000 9,14.000 14.000 9,5.000 7.000 2,1.000 3.000-4,-1.000 3.000-6,1.000 4.000-5,2.000-1.000-3,7.000-3.000-1,6.000-3.000-1,7.000-2.000-2,2.000-3.000 0,1.000 1.000 0,-1.000-1.000 0,1.000 1.000 0,-1.000-1.000-1,1.000 1.000-1,-1.000-1.000-2,1.000 1.000-2,1.000 1.000 1,3.000 3.000 1,3.000 3.000 1,4.000 4.000 1,-1.000-1.000 0,-3.000-3.000-1,-3.000-3.000-1,-2.000-2.000-2,-1.000-3.000 0,3.000 1.000 0,3.000-1.000 1,4.000 1.000 0,1.000-1.000 0,0.000 1.000 0,0.000-1.000-2,0.000 1.000-1,-2.000-1.000 0,-3.000 1.000 0,-3.000-1.000 0,-2.000 1.000 1,-1.000-1.000-1,3.000 1.000 1,3.000-1.000-1,4.000 1.000-1,-1.000-3.000 1,-3.000-2.000 0,-3.000-3.000 0,-2.000-3.000 0,-5.000-1.000 0,-2.000 4.000 1,-3.000 3.000 1,-3.000 3.000 0,-1.000-1.000-1,4.000-2.000 0,3.000-3.000-3,3.000-3.000 0,-1.000-2.000-1,-2.000 0.000 1,-3.000 0.000 2,-3.000 0.000 0,-2.000 0.000 0,0.000 0.000-1,0.000 0.000-2,0.000 0.000-2,1.000-2.000 0,4.000-3.000-1,3.000-3.000 0,3.000-2.000 0,1.000-5.000 0,1.000-2.000 1,-1.000-3.000 2,1.000-3.000 0,-1.000-4.000 1,1.000-3.000 0,-1.000-3.000 0,1.000-2.000-1,-1.000-3.000 0,1.000 1.000 1,-1.000-1.000-2,1.000 1.000 1,1.000-1.000 0,3.000 1.000 1,3.000-1.000 0,4.000 1.000 0,-1.000 1.000 1,-3.000 3.000 0,-3.000 3.000-1,-2.000 4.000 1,-1.000 2.000-1,3.000 4.000 1,3.000 3.000 1,4.000 3.000 0,-1.000 3.000 0,-3.000 3.000-1,-3.000 3.000 1,-2.000 4.000-1,-3.000 1.000 0,1.000 0.000 3,-1.000 0.000 1,1.000 0.000 1,-1.000 4.000 1,1.000 10.000-1,-1.000 10.000-1,1.000 9.000-2,1.000 2.000 1,3.000-2.000 1,3.000-3.000 1,4.000-3.000 2,1.000-1.000 0,0.000 4.000 0,0.000 3.000 1,0.000 3.000 0,1.000-1.000 0,4.000-2.000-1,3.000-3.000 1,3.000-3.000-1,3.000-2.000 0,3.000 0.000 0,3.000 0.000 0,4.000 0.000 0,-1.000-2.000 0,-3.000-3.000 0,-3.000-3.000 1,-2.000-2.000-1,-1.000-5.000 1,3.000-2.000-1,3.000-3.000 1,4.000-3.000 0,1.000-1.000-1,0.000 4.000 0,0.000 3.000 0,0.000 3.000-1,0.000-1.000 0,0.000-2.000 0,0.000-3.000 0,0.000-3.000 0,0.000-2.000-1,0.000 0.000 1,0.000 0.000 0,0.000 0.000-1,0.000 0.000 0,0.000 0.000 0,0.000 0.000-2,0.000 0.000 0,-2.000-2.000-1,-3.000-3.000 0,-3.000-3.000 0,-2.000-2.000 0,-1.000-5.000 0,3.000-2.000-1,3.000-3.000 0,4.000-3.000 0,1.000-2.000 0,0.000 0.000 0,0.000 0.000 0,0.000 0.000-1,-2.000-2.000-1,-3.000-3.000 1,-3.000-3.000-1,-2.000-2.000-1,-3.000-1.000 1,1.000 3.000-1,-1.000 3.000-1,1.000 4.000 0,2.000 2.000 1,7.000 4.000 0,6.000 3.000 1,7.000 3.000 2,-1.000 3.000-1,-6.000 3.000 1,-6.000 3.000-1,-6.000 4.000 1,-2.000 1.000 0,3.000 0.000 1,3.000 0.000 0,4.000 0.000 1,2.000 3.000 0,4.000 6.000 0,3.000 7.000-1,3.000 6.000-1,-2.000 3.000 1,-6.000 0.000 0,-6.000 0.000 1,-6.000 0.000 0,-2.000 1.000 1,3.000 4.000 0,3.000 3.000 1,4.000 3.000-1,1.000-1.000 1,0.000-2.000 0,0.000-3.000 1,0.000-3.000-1,0.000-2.000 1,0.000 0.000-1,0.000 0.000-1,0.000 0.000 0,1.000-2.000 0,4.000-3.000 0,3.000-3.000 0,3.000-2.000 0,3.000-3.000 1,3.000 1.000-1,3.000-1.000 0,4.000 1.000 0,1.000-3.000 0,0.000-2.000 0,0.000-3.000 1,0.000-3.000 1,0.000-2.000-1,0.000 0.000 0,0.000 0.000 0,0.000 0.000-1,1.000 0.000 0,4.000 0.000-1,3.000 0.000 0,3.000 0.000 0,-1.000-2.000-1,-2.000-3.000 1,-3.000-3.000-1,-3.000-2.000 0,-4.000-1.000 0,-3.000 3.000 0,-3.000 3.000 1,-2.000 4.000 0,-1.000 1.000 0,3.000 0.000 0,3.000 0.000-1,4.000 0.000 1,-1.000 0.000 0,-3.000 0.000 0,-3.000 0.000 0,-2.000 0.000 0,-3.000 0.000 0,1.000 0.000-1,-1.000 0.000 0,1.000 0.000-1,-1.000 0.000 0,1.000 0.000 1,-1.000 0.000 0,1.000 0.000 0,-1.000-2.000 0,1.000-3.000 0,-1.000-3.000-1,1.000-2.000 1,1.000-5.000-1,3.000-2.000 0,3.000-3.000 0,4.000-3.000 1,2.000-1.000 0,4.000 4.000-1,3.000 3.000 2,3.000 3.000-1,-2.000 1.000 0,-6.000 1.000 0,-6.000-1.000 0,-6.000 1.000 0,-2.000 1.000-1,3.000 3.000 1,3.000 3.000 0,4.000 4.000 0,1.000 2.000-1,0.000 4.000 1,0.000 3.000 0,0.000 3.000 0,-4.000 4.000-1,-5.000 7.000 1,-7.000 6.000 0,-5.000 7.000 0,-1.000 4.000 0,6.000 3.000 1,7.000 3.000 0,6.000 4.000 1,1.000-1.000 0,-3.000-3.000 0,-3.000-3.000-1,-2.000-2.000 0,-5.000-5.000 0,-2.000-2.000 0,-3.000-3.000 0,-3.000-3.000 0,-1.000-2.000 1,4.000 0.000-1,3.000 0.000 0,3.000 0.000 0,1.000-4.000-1,1.000-5.000-1,-1.000-7.000 0,1.000-5.000-2,-1.000-8.000 0,1.000-5.000 0,-1.000-7.000-1,1.000-5.000 1,1.000-6.000 0,3.000-3.000 1,3.000-3.000 0,4.000-2.000 1,1.000-3.000 0,0.000 1.000-2,0.000-1.000-1,0.000 1.000-2,-4.000-1.000 0,-5.000 1.000 0,-7.000-1.000 1,-5.000 1.000 0,-4.000-1.000 1,0.000 1.000 0,0.000-1.000-1,0.000 1.000 1,0.000 2.000 1,0.000 7.000-1,0.000 6.000 0,0.000 7.000 1,-4.000 4.000 0,-5.000 3.000 2,-7.000 3.000 1,-5.000 4.000 1,-4.000 2.000 2,0.000 4.000 0,0.000 3.000 1,0.000 3.000 0,1.000 4.000 1,4.000 7.000 1,3.000 6.000-1,3.000 7.000 1,-1.000 0.000 1,-2.000-2.000-2,-3.000-3.000 1,-3.000-3.000-1,-2.000-1.000 0,0.000 4.000 1,0.000 3.000-1,0.000 3.000 1,0.000-1.000 0,0.000-2.000 1,0.000-3.000 2,0.000-3.000 0,0.000-1.000 0,0.000 4.000 0,0.000 3.000 0,0.000 3.000-1,1.000-2.000-1,4.000-6.000-1,3.000-6.000-1,3.000-6.000-1,3.000-2.000-1,3.000 3.000 1,3.000 3.000 0,4.000 4.000 1,1.000-3.000 0,0.000-5.000-3,0.000-7.000-2,0.000-5.000-1,1.000-3.000-1,4.000 4.000-3,3.000 3.000 0,3.000 3.000-1,1.000 1.000-1,1.000 1.000 0,-1.000-1.000 1,1.000 1.000 0,-3.000-1.000 0,-2.000 1.000-3,-3.000-1.000-2,-3.000 1.000-2,-2.000-1.000-1,0.000 1.000 1,0.000-1.000 0,0.000 1.000 0,0.000-3.000 0,0.000-2.000-2,0.000-3.000-2,0.000-3.000-2,0.000-2.000 1,0.000 0.000 1,0.000 0.000 1,0.000 0.000 2,-5.000-2.000-1,-9.000-3.000-3,-10.000-3.000-3,-8.000-2.000-2,-4.000-5.000-3,3.000-2.000-2,3.000-3.000-4,4.000-3.000-1</inkml:trace>
</inkml:ink>
</file>

<file path=ppt/ink/ink25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6T22:30:38"/>
    </inkml:context>
    <inkml:brush xml:id="br0">
      <inkml:brushProperty name="width" value="0.0555555559694767" units="cm"/>
      <inkml:brushProperty name="height" value="0.0555555559694767" units="cm"/>
      <inkml:brushProperty name="color" value="#000000"/>
      <inkml:brushProperty name="ignorePressure" value="0"/>
    </inkml:brush>
  </inkml:definitions>
  <inkml:trace contextRef="#ctx0" brushRef="#br0">14100.000 43700.000,'766.000'5.000,"0.000"0.000,0.000 0.000,1.000 0.000,-1.000 0.000,0.000 0.000,0.000 0.000,0.000 0.000,1.000 0.000,-1.000 0.000,0.000 0.000,1.000 0.000,-1.000 0.000,0.000 0.000,0.000 0.000,0.000 0.000,1.000 0.000,-1.000 0.000,0.000 0.000,1.000 0.000,-1.000 0.000,0.000 0.000,0.000 0.000,1.000 0.000,-1.000 0.000,0.000 0.000,0.000 0.000,0.000 0.000,1.000 0.000,-1.000 0.000,0.000 0.000,1.000 0.000,-1.000 0.000,0.000 0.000,0.000 0.000,0.000 0.000,1.000 0.000,-1.000 0.000,0.000 0.000,1.000 0.000</inkml:trace>
</inkml:ink>
</file>

<file path=ppt/ink/ink25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04"/>
    </inkml:context>
    <inkml:brush xml:id="br0">
      <inkml:brushProperty name="width" value="0.0297424364835024" units="cm"/>
      <inkml:brushProperty name="height" value="0.0297424364835024" units="cm"/>
      <inkml:brushProperty name="color" value="#000000"/>
      <inkml:brushProperty name="ignorePressure" value="0"/>
    </inkml:brush>
  </inkml:definitions>
  <inkml:trace contextRef="#ctx0" brushRef="#br0">17650.000 38171.000 493,'0.000'-24.000'0,"0.000"3.000"0,0.000 3.000 0,0.000 2.000 0,1.000 1.000 0,4.000-2.000 2,3.000-1.000 1,3.000-2.000 0,3.000 1.000 2,3.000 1.000 0,3.000 2.000 0,4.000 1.000 1,1.000 3.000 0,0.000 4.000-1,0.000 2.000 0,0.000 4.000-1,1.000 1.000-1,4.000 1.000 1,3.000-1.000 1,3.000 0.000 0,1.000 2.000 0,1.000 3.000 0,-1.000 3.000 0,1.000 3.000 0,-1.000 4.000-1,1.000 2.000 1,-1.000 4.000 0,1.000 3.000 1,2.000 3.000-1,7.000 2.000-1,6.000 4.000-2,7.000 2.000 0,0.000 0.000-1,-2.000-2.000 0,-3.000-3.000 2,-3.000-3.000 0,-1.000-2.000-1,4.000 1.000-1,3.000 0.000-2,3.000-1.000-2,1.000 0.000 0,1.000-4.000-1,-1.000-4.000 0,1.000-2.000-1,1.000-3.000 0,3.000-1.000 0,3.000-4.000 1,4.000-1.000 0,1.000-6.000-1,0.000-11.000-3,0.000-11.000-1,0.000-10.000-3,-2.000-7.000-1,-3.000-3.000 2,-3.000-3.000 1,-2.000-3.000 1,-3.000-4.000 1,1.000-3.000 0,-1.000-5.000-1,1.000-3.000 0,-3.000 0.000 0,-2.000 4.000 1,-3.000 4.000 0,-3.000 4.000 1,-2.000 3.000 1,0.000 4.000 1,0.000 3.000 3,0.000 3.000 1,-2.000 4.000 1,-3.000 7.000-1,-3.000 6.000-1,-2.000 7.000-2,-5.000 4.000 1,-2.000 3.000 1,-3.000 3.000 2,-3.000 4.000 1,-2.000 1.000 1,0.000 0.000 1,0.000 0.000 0,0.000 0.000 1,0.000 1.000 0,0.000 4.000 0,0.000 3.000 0,0.000 3.000 0,0.000 3.000-1,0.000 3.000 2,0.000 3.000 0,0.000 4.000 1,0.000 2.000 0,0.000 4.000-2,0.000 3.000 0,0.000 3.000-1,1.000 1.000 0,4.000 1.000 1,3.000-1.000 3,3.000 1.000 1,1.000-1.000 0,1.000 1.000 0,-1.000-1.000-1,1.000 1.000-1,1.000-3.000 1,3.000-2.000 0,3.000-3.000 0,4.000-3.000 2,2.000-2.000-1,4.000 0.000-1,3.000 0.000-1,3.000 0.000 0,3.000-2.000-1,3.000-3.000 0,3.000-3.000 0,4.000-2.000 1,1.000-3.000-2,0.000 1.000 0,0.000-1.000 0,0.000 1.000-2,1.000-3.000 1,4.000-2.000-1,3.000-3.000-1,3.000-3.000 1,-1.000-2.000 0,-2.000 0.000 0,-3.000 0.000 0,-3.000 0.000 0,-2.000-2.000 1,0.000-3.000 0,0.000-3.000-1,0.000-2.000 1,1.000-3.000 0,4.000 1.000-2,3.000-1.000 0,3.000 1.000-2,-1.000-1.000 1,-2.000 1.000 0,-3.000-1.000 1,-3.000 1.000 1,-2.000-1.000-1,0.000 1.000 0,0.000-1.000 0,0.000 1.000-1,1.000-1.000 0,4.000 1.000-1,3.000-1.000 1,3.000 1.000 0,-2.000-1.000-1,-6.000 1.000 1,-6.000-1.000-1,-6.000 1.000 0,-2.000 1.000 1,3.000 3.000-1,3.000 3.000 0,4.000 4.000 0,-1.000 1.000 1,-3.000 0.000-1,-3.000 0.000 2,-2.000 0.000-1,-3.000 0.000 1,1.000 0.000 1,-1.000 0.000 0,1.000 0.000 1,-3.000 3.000 0,-2.000 6.000 0,-3.000 7.000-1,-3.000 6.000-1,-1.000 3.000 1,4.000 0.000 0,3.000 0.000 1,3.000 0.000 0,1.000 1.000 0,1.000 4.000 0,-1.000 3.000-1,1.000 3.000 0,1.000 1.000 0,3.000 1.000 1,3.000-1.000 1,4.000 1.000 1,1.000-1.000 1,0.000 1.000-1,0.000-1.000 0,0.000 1.000 0,0.000-3.000 0,0.000-2.000 0,0.000-3.000-1,0.000-3.000-1,1.000-2.000 1,4.000 0.000-2,3.000 0.000 0,3.000 0.000-1,-1.000-2.000 0,-2.000-3.000 0,-3.000-3.000-1,-3.000-2.000 0,-1.000-5.000 0,4.000-2.000-1,3.000-3.000-2,3.000-3.000 0,1.000-2.000-1,1.000 0.000 2,-1.000 0.000 1,1.000 0.000 1,-3.000 0.000 0,-2.000 0.000-1,-3.000 0.000 0,-3.000 0.000 0,-2.000 0.000-1,0.000 0.000 1,0.000 0.000 0,0.000 0.000 1,0.000 0.000-1,0.000 0.000 0,0.000 0.000 0,0.000 0.000-1,-2.000 0.000 1,-3.000 0.000-1,-3.000 0.000 2,-2.000 0.000-1,-3.000 0.000 1,1.000 0.000-1,-1.000 0.000 1,1.000 0.000-1,1.000 0.000 1,3.000 0.000 0,3.000 0.000 1,4.000 0.000 0,-1.000 0.000 0,-3.000 0.000 0,-3.000 0.000 0,-2.000 0.000-1,-1.000 0.000 1,3.000 0.000-1,3.000 0.000 0,4.000 0.000 1,1.000-2.000-1,0.000-3.000 0,0.000-3.000 0,0.000-2.000 1,1.000-1.000-1,4.000 3.000 0,3.000 3.000 0,3.000 4.000 0,-1.000 1.000 0,-2.000 0.000 0,-3.000 0.000 0,-3.000 0.000 0,-2.000 0.000 1,0.000 0.000-1,0.000 0.000 0,0.000 0.000-1,1.000 0.000 1,4.000 0.000 1,3.000 0.000 0,3.000 0.000 2,-1.000 1.000-1,-2.000 4.000 0,-3.000 3.000-1,-3.000 3.000 0,-1.000 3.000 0,4.000 3.000 0,3.000 3.000 1,3.000 4.000 1,1.000-1.000 0,1.000-3.000 0,-1.000-3.000 0,1.000-2.000 1,-1.000-3.000-1,1.000 1.000 0,-1.000-1.000 1,1.000 1.000-1,-1.000-3.000 0,1.000-2.000 0,-1.000-3.000 0,1.000-3.000-1,-1.000-4.000 0,1.000-3.000 0,-1.000-3.000-1,1.000-2.000 0,1.000-5.000 0,3.000-2.000 1,3.000-3.000-1,4.000-3.000 1,2.000-2.000 0,4.000 0.000-1,3.000 0.000 0,3.000 0.000 0,-1.000-2.000-1,-2.000-3.000 1,-3.000-3.000-1,-3.000-2.000 1,-2.000-1.000 0,0.000 3.000-1,0.000 3.000 1,0.000 4.000 0,0.000 2.000 1,0.000 4.000-1,0.000 3.000 1,0.000 3.000 0,0.000 3.000 0,0.000 3.000 0,0.000 3.000 0,0.000 4.000-1,0.000 1.000 1,0.000 0.000 0,0.000 0.000 1,0.000 0.000 1,0.000 0.000-1,0.000 0.000 1,0.000 0.000-1,0.000 0.000-1,-2.000-2.000 0,-3.000-3.000 0,-3.000-3.000-1,-2.000-2.000 1,-1.000-1.000-1,3.000 3.000 0,3.000 3.000 1,4.000 4.000-1,2.000-3.000 1,4.000-5.000 0,3.000-7.000 0,3.000-5.000-1,-1.000-3.000 1,-2.000 4.000-1,-3.000 3.000 0,-3.000 3.000 0,-1.000 1.000-1,4.000 1.000 1,3.000-1.000 0,3.000 1.000 0,3.000-1.000 0,3.000 1.000 1,3.000-1.000 0,4.000 1.000 1,-3.000 1.000-1,-5.000 3.000 1,-7.000 3.000-1,-5.000 4.000-1,-3.000 2.000 1,4.000 4.000 1,3.000 3.000 1,3.000 3.000 2,3.000 1.000-1,3.000 1.000 0,3.000-1.000-1,4.000 1.000-1,-3.000 1.000 0,-5.000 3.000-1,-7.000 3.000 1,-5.000 4.000 0,-4.000-1.000 0,0.000-3.000 0,0.000-3.000-1,0.000-2.000 1,0.000-3.000-1,0.000 1.000-1,0.000-1.000-2,0.000 1.000-1,0.000-3.000-1,0.000-2.000 0,0.000-3.000 0,0.000-3.000-1,0.000-2.000 1,0.000 0.000 0,0.000 0.000 0,0.000 0.000 0,0.000-4.000 1,0.000-5.000-2,0.000-7.000 0,0.000-5.000 0,0.000-3.000-1,0.000 4.000 0,0.000 3.000-1,0.000 3.000 0,-2.000-1.000 0,-3.000-2.000 0,-3.000-3.000 2,-2.000-3.000-1,-3.000-1.000 1,1.000 4.000 0,-1.000 3.000 1,1.000 3.000-1,-1.000 1.000 2,1.000 1.000 0,-1.000-1.000 1,1.000 1.000 2,-1.000 1.000-1,1.000 3.000 0,-1.000 3.000 0,1.000 4.000-2,-1.000-1.000 1,1.000-3.000 2,-1.000-3.000 1,1.000-2.000 1,-1.000-1.000 2,1.000 3.000-2,-1.000 3.000 0,1.000 4.000-1,-1.000 1.000 0,1.000 0.000 0,-1.000 0.000-1,1.000 0.000 0,-1.000 0.000 0,1.000 0.000 0,-1.000 0.000 1,1.000 0.000 1,-1.000 0.000 0,1.000 0.000-1,-1.000 0.000 0,1.000 0.000-1,-1.000 0.000 0,1.000 0.000 0,-1.000 0.000 0,1.000 0.000-1,-1.000 0.000 0,1.000 0.000 0,-1.000 0.000 1,1.000 0.000 0,-3.000 0.000-1,-2.000 0.000 0,-3.000 0.000 0,-3.000 0.000-1,-1.000 1.000 0,4.000 4.000 0,3.000 3.000 1,3.000 3.000 0,-1.000-1.000 0,-2.000-2.000-1,-3.000-3.000 1,-3.000-3.000-1,-2.000-1.000 0,0.000 4.000 1,0.000 3.000 0,0.000 3.000 0,0.000 1.000 1,0.000 1.000-1,0.000-1.000 1,0.000 1.000-1,0.000-3.000 0,0.000-2.000 0,0.000-3.000 0,0.000-3.000 0,1.000-2.000 0,4.000 0.000 0,3.000 0.000 0,3.000 0.000 0,-1.000 0.000 0,-2.000 0.000 0,-3.000 0.000 0,-3.000 0.000 0,-1.000 0.000 0,4.000 0.000 0,3.000 0.000 1,3.000 0.000-1,-2.000 0.000 0,-6.000 0.000 0,-6.000 0.000 1,-6.000 0.000-1,-2.000 0.000 1,3.000 0.000-1,3.000 0.000 0,4.000 0.000 1,2.000 0.000-1,4.000 0.000 0,3.000 0.000 0,3.000 0.000 0,-1.000 1.000 0,-2.000 4.000 0,-3.000 3.000 0,-3.000 3.000-1,-4.000 1.000 1,-3.000 1.000 0,-3.000-1.000 0,-2.000 1.000 0,0.000-3.000 0,7.000-2.000 0,6.000-3.000 0,7.000-3.000 0,-1.000-1.000 0,-6.000 4.000 0,-6.000 3.000 0,-6.000 3.000 0,-4.000 1.000 0,1.000 1.000-1,-1.000-1.000 1,1.000 1.000-1,-1.000-3.000 0,1.000-2.000 0,-1.000-3.000 0,1.000-3.000 1,-1.000-2.000 0,1.000 0.000-1,-1.000 0.000 0,1.000 0.000 0,-1.000 0.000 0,1.000 0.000 1,-1.000 0.000-1,1.000 0.000 1,1.000 0.000-1,3.000 0.000 0,3.000 0.000 0,4.000 0.000-1,-1.000 0.000 0,-3.000 0.000 0,-3.000 0.000-1,-2.000 0.000 1,-3.000 0.000 0,1.000 0.000 0,-1.000 0.000 0,1.000 0.000 1,-1.000 0.000 0,1.000 0.000 0,-1.000 0.000 1,1.000 0.000-1,-1.000 0.000 1,1.000 0.000 0,-1.000 0.000-1,1.000 0.000 1,-1.000-2.000-1,1.000-3.000 0,-1.000-3.000 1,1.000-2.000 0,1.000-5.000 0,3.000-2.000 0,3.000-3.000-1,4.000-3.000 0,1.000-1.000 1,0.000 4.000 1,0.000 3.000 2,0.000 3.000 2,0.000-1.000 0,0.000-2.000-1,0.000-3.000-2,0.000-3.000 0,1.000-1.000 0,4.000 4.000 1,3.000 3.000 1,3.000 3.000 1,-1.000 3.000 1,-2.000 3.000 0,-3.000 3.000 0,-3.000 4.000 0,-4.000 2.000 0,-3.000 4.000 0,-3.000 3.000 0,-2.000 3.000-1,-5.000 4.000 0,-2.000 7.000 1,-3.000 6.000-1,-3.000 7.000 0,-4.000 2.000 1,-3.000 1.000-1,-3.000-1.000 1,-2.000 1.000 0,-5.000-1.000-1,-2.000 1.000-1,-3.000-1.000 0,-3.000 1.000-2,-1.000 1.000 0,4.000 3.000 1,3.000 3.000 0,3.000 4.000 0,1.000-1.000 0,1.000-3.000-1,-1.000-3.000-3,1.000-2.000 0,1.000-6.000-1,3.000-6.000 2,3.000-6.000 0,4.000-6.000 1,1.000-4.000 0,0.000 1.000-1,0.000-1.000-1,0.000 1.000-2,3.000-4.000 0,6.000-6.000 0,7.000-6.000 1,6.000-6.000 0,4.000-7.000 0,4.000-6.000 0,3.000-6.000-1,3.000-6.000 0,-1.000-4.000 0,-2.000 1.000 1,-3.000-1.000 0,-3.000 1.000 1,-2.000-3.000 0,0.000-2.000 1,0.000-3.000-1,0.000-3.000 0,0.000-1.000 0,0.000 4.000 0,0.000 3.000-1,0.000 3.000-1,0.000 3.000 0,0.000 3.000 1,0.000 3.000 1,0.000 4.000 0,-2.000 1.000 0,-3.000 0.000 0,-3.000 0.000 1,-2.000 0.000-1,-3.000 3.000 1,1.000 6.000 0,-1.000 7.000 0,1.000 6.000 0,-1.000 1.000-1,1.000-3.000 0,-1.000-3.000 0,1.000-2.000-1,-1.000-1.000 0,1.000 3.000 0,-1.000 3.000 0,1.000 4.000 1,-1.000 2.000 0,1.000 4.000 0,-1.000 3.000-1,1.000 3.000 1,-1.000-1.000-1,1.000-2.000 0,-1.000-3.000 0,1.000-3.000-1,-1.000-1.000 0,1.000 4.000 0,-1.000 3.000 1,1.000 3.000 0,-1.000 1.000 1,1.000 1.000 0,-1.000-1.000-1,1.000 1.000 1,1.000-1.000 0,3.000 1.000 0,3.000-1.000 0,4.000 1.000 0,1.000-1.000 0,0.000 1.000 0,0.000-1.000 0,0.000 1.000 1,3.000-1.000 0,6.000 1.000-1,7.000-1.000 1,6.000 1.000-2,-1.000-1.000 2,-5.000 1.000 0,-7.000-1.000 0,-5.000 1.000 2,-3.000-1.000-1,4.000 1.000 1,3.000-1.000-1,3.000 1.000 0,1.000-3.000-1,1.000-2.000 0,-1.000-3.000 0,1.000-3.000 0,-1.000-2.000 0,1.000 0.000 0,-1.000 0.000 1,1.000 0.000 0,-1.000-4.000 0,1.000-5.000-1,-1.000-7.000 1,1.000-5.000-1,2.000-4.000 0,7.000 0.000 1,6.000 0.000-1,7.000 0.000 1,-1.000-2.000 0,-6.000-3.000 0,-6.000-3.000-1,-6.000-2.000 0,-4.000-1.000 0,1.000 3.000 0,-1.000 3.000-1,1.000 4.000 0,1.000 1.000 0,3.000 0.000 0,3.000 0.000 0,4.000 0.000 1,-3.000 1.000 0,-5.000 4.000 0,-7.000 3.000 0,-5.000 3.000 0,-4.000 3.000 0,0.000 3.000 1,0.000 3.000 0,0.000 4.000 0,1.000 1.000 1,4.000 0.000 0,3.000 0.000 0,3.000 0.000 0,-1.000 1.000-1,-2.000 4.000 0,-3.000 3.000-1,-3.000 3.000-1,-4.000 1.000 0,-3.000 1.000-1,-3.000-1.000 1,-2.000 1.000-1,-3.000-1.000 1,1.000 1.000 1,-1.000-1.000 2,1.000 1.000 1,-3.000-3.000 2,-2.000-2.000-1,-3.000-3.000 1,-3.000-3.000 0,-2.000-2.000 0,0.000 0.000-3,0.000 0.000-1,0.000 0.000-2,1.000 0.000-1,4.000 0.000 1,3.000 0.000 1,3.000 0.000 0,-1.000-2.000 0,-2.000-3.000-2,-3.000-3.000-1,-3.000-2.000-1,-4.000-3.000-1,-3.000 1.000 1,-3.000-1.000 0,-2.000 1.000 1,-3.000-3.000-2,1.000-2.000-4,-1.000-3.000-5,1.000-3.000-4,-1.000-2.000-4,1.000 0.000-3,-1.000 0.000-3,1.000 0.000-2,-4.000 1.000-1,-6.000 4.000 4,-6.000 3.000 2,-6.000 3.000 4,-1.000-1.000-2,7.000-2.000-8,6.000-3.000-7,7.000-3.000-7</inkml:trace>
</inkml:ink>
</file>

<file path=ppt/ink/ink26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05"/>
    </inkml:context>
    <inkml:brush xml:id="br0">
      <inkml:brushProperty name="width" value="0.0180006101727486" units="cm"/>
      <inkml:brushProperty name="height" value="0.0180006101727486" units="cm"/>
      <inkml:brushProperty name="color" value="#000000"/>
      <inkml:brushProperty name="ignorePressure" value="0"/>
    </inkml:brush>
  </inkml:definitions>
  <inkml:trace contextRef="#ctx0" brushRef="#br0">8950.000 41800.000 814,'-2.000'-49.000'2,"-3.000"4.000"2,-3.000 3.000 4,-2.000 3.000 2,0.000 6.000 2,7.000 9.000-2,6.000 10.000-1,7.000 10.000-1,5.000 4.000-1,7.000 0.000 0,6.000 0.000-1,7.000 0.000 1,2.000 4.000-1,1.000 10.000 0,-1.000 10.000-1,1.000 9.000 1,1.000 2.000 0,3.000-2.000 0,3.000-3.000 2,4.000-3.000 0,1.000-1.000 1,0.000 4.000-3,0.000 3.000-2,0.000 3.000-1,0.000-1.000-1,0.000-2.000 1,0.000-3.000 2,0.000-3.000 1,-2.000-4.000-1,-3.000-3.000-3,-3.000-3.000-3,-2.000-2.000-3,-1.000-3.000-1,3.000 1.000 2,3.000-1.000 2,4.000 1.000 0,1.000-3.000 1,0.000-2.000-1,0.000-3.000-1,0.000-3.000-1,0.000-7.000-1,0.000-9.000 0,0.000-10.000-1,0.000-8.000 0,1.000-8.000 0,4.000-2.000 1,3.000-3.000 0,3.000-3.000 0,3.000-6.000 0,3.000-5.000 0,3.000-7.000-2,4.000-5.000-1,-1.000-3.000-1,-3.000 4.000 1,-3.000 3.000-1,-2.000 3.000-1,-5.000 3.000 1,-2.000 3.000 0,-3.000 3.000 0,-3.000 4.000-1,-2.000 2.000 2,0.000 4.000 0,0.000 3.000 2,0.000 3.000 0,-5.000 6.000 2,-9.000 9.000 0,-10.000 10.000 1,-8.000 10.000 0,-6.000 5.000 1,1.000 4.000-1,-1.000 3.000-1,1.000 3.000 1,-1.000 4.000 0,1.000 7.000 1,-1.000 6.000 1,1.000 7.000 2,-3.000 2.000 1,-2.000 1.000-2,-3.000-1.000-1,-3.000 1.000-1,1.000-3.000 1,6.000-2.000 3,7.000-3.000 2,6.000-3.000 2,3.000-2.000 2,0.000 0.000 1,0.000 0.000-1,0.000 0.000 2,4.000 0.000-1,10.000 0.000-2,10.000 0.000-2,9.000 0.000-1,7.000-2.000-2,7.000-3.000-1,6.000-3.000-1,7.000-2.000-1,-3.000-5.000-1,-8.000-2.000 0,-10.000-3.000-2,-9.000-3.000 1,-2.000-2.000-8,6.000 0.000-13,7.000 0.000-12,6.000 0.000-14</inkml:trace>
</inkml:ink>
</file>

<file path=ppt/ink/ink26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08"/>
    </inkml:context>
    <inkml:brush xml:id="br0">
      <inkml:brushProperty name="width" value="0.0236123148351908" units="cm"/>
      <inkml:brushProperty name="height" value="0.0236123148351908" units="cm"/>
      <inkml:brushProperty name="color" value="#000000"/>
      <inkml:brushProperty name="ignorePressure" value="0"/>
    </inkml:brush>
  </inkml:definitions>
  <inkml:trace contextRef="#ctx0" brushRef="#br0">22059.000 43110.000 621,'-9.000'-10.000'0,"-2.000"2.000"3,2.000 1.000 1,-2.000 1.000 2,2.000 2.000 1,1.000 1.000 1,1.000 1.000 1,2.000 2.000 2,0.000 0.000 0,0.000 2.000 0,0.000 1.000 0,-1.000 1.000 1,1.000 2.000-1,0.000 1.000 0,1.000 1.000-1,-1.000 2.000-2,0.000 0.000 2,2.000 2.000 1,1.000 1.000 1,2.000 2.000 3,-2.000 0.000-1,-1.000 2.000 0,-4.000 1.000-1,-2.000 1.000-2,0.000 2.000 0,1.000 1.000-1,1.000 1.000-1,2.000 2.000 0,0.000 0.000-1,0.000 2.000-2,0.000 1.000 0,-1.000 1.000-1,1.000 3.000 0,0.000 2.000 0,1.000 2.000 1,-1.000 3.000 2,0.000 1.000-2,-1.000 2.000-1,2.000 1.000-1,-1.000 1.000-3,0.000 2.000 1,2.000 1.000 0,1.000 1.000 2,1.000 1.000 2,1.000 1.000-1,-2.000 0.000-1,-1.000 0.000-1,-2.000 0.000-2,1.000-1.000 0,1.000-3.000 1,1.000-2.000 1,2.000-2.000 0,0.000-4.000 0,0.000-4.000-1,0.000-3.000-2,0.000-5.000-1,0.000-2.000-1,0.000-5.000 0,0.000-3.000-1,0.000-4.000-1,1.000-4.000 1,3.000-1.000 0,2.000-4.000 2,2.000-2.000 0,3.000-1.000-1,1.000-2.000-3,1.000-1.000-3,1.000-1.000-3,1.000-3.000-1,-2.000-4.000-1,-1.000-3.000 0,-2.000-4.000 0,1.000-4.000-2,1.000-1.000-3,1.000-4.000-3,1.000-1.000-3,2.000-2.000-1,-1.000 2.000 3,0.000 1.000 3,0.000 2.000 3,0.000-1.000-1,-1.000-1.000-1,2.000-1.000-3,-1.000-1.000-2,-1.000 0.000 0,-1.000 3.000 0,-1.000 2.000 1,-1.000 3.000 1,-1.000 1.000 2,0.000 2.000 1,-1.000 1.000 3,2.000 1.000 1,-2.000 2.000 3,-1.000-1.000 2,-1.000 0.000 2,-2.000 0.000 4</inkml:trace>
</inkml:ink>
</file>

<file path=ppt/ink/ink26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08"/>
    </inkml:context>
    <inkml:brush xml:id="br0">
      <inkml:brushProperty name="width" value="0.0182616617530584" units="cm"/>
      <inkml:brushProperty name="height" value="0.0182616617530584" units="cm"/>
      <inkml:brushProperty name="color" value="#000000"/>
      <inkml:brushProperty name="ignorePressure" value="0"/>
    </inkml:brush>
  </inkml:definitions>
  <inkml:trace contextRef="#ctx0" brushRef="#br0">22240.000 43750.000 803,'-10.000'-11.000'0,"-1.000"-1.000"0,1.000-1.000 0,1.000-1.000 0,-1.000 0.000 0,2.000 5.000 3,1.000 3.000 1,1.000 5.000 2,1.000 0.000 1,0.000-1.000 2,1.000-1.000 2,-1.000-1.000 1,-1.000-1.000 2,-1.000 2.000 1,-1.000 1.000 2,-2.000 2.000 2,1.000 0.000-1,1.000 2.000-1,1.000 1.000-2,2.000 2.000-1,0.000 0.000-4,0.000 2.000-5,0.000 1.000-4,-1.000 1.000-6,1.000 2.000-1,-2.000-2.000 1,-1.000 2.000 2,-1.000-2.000 1,-1.000 2.000-1,2.000-1.000-3,1.000 0.000-4,1.000 0.000-4,1.000 0.000 0,1.000-1.000 2,-2.000 2.000 2,2.000-1.000 3,-1.000 0.000-1,2.000-1.000-3,1.000 1.000-4,2.000 1.000-3,-1.000-2.000-1,-1.000-1.000-1,-1.000-1.000 0,-2.000-2.000 1,1.000 0.000-1,1.000 0.000 1,1.000 1.000 1,1.000-1.000 1,1.000 0.000 2,0.000-1.000 1,0.000 2.000 2,0.000-1.000 2</inkml:trace>
</inkml:ink>
</file>

<file path=ppt/ink/ink26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08"/>
    </inkml:context>
    <inkml:brush xml:id="br0">
      <inkml:brushProperty name="width" value="0.0211915858089924" units="cm"/>
      <inkml:brushProperty name="height" value="0.0211915858089924" units="cm"/>
      <inkml:brushProperty name="color" value="#000000"/>
      <inkml:brushProperty name="ignorePressure" value="0"/>
    </inkml:brush>
  </inkml:definitions>
  <inkml:trace contextRef="#ctx0" brushRef="#br0">22459.000 43189.000 692,'0.000'-18.000'-1,"0.000"4.000"-2,0.000 3.000-2,0.000 4.000-2,0.000 4.000 3,0.000 2.000 11,0.000 2.000 8,0.000 2.000 10,0.000 4.000 3,-2.000 1.000-5,-1.000 4.000-4,-1.000 1.000-5,-1.000 3.000-3,2.000 1.000-4,1.000 1.000-2,2.000 2.000-4,-1.000 1.000 0,-1.000 3.000 1,-1.000 2.000 1,-1.000 3.000 2,-2.000 1.000 0,2.000-1.000-2,-2.000 2.000-2,1.000-1.000-2,0.000 0.000 0,1.000 2.000 2,-2.000 1.000 1,2.000 2.000 2,-1.000 0.000 0,2.000 2.000 2,1.000 1.000 0,2.000 2.000 0,0.000-1.000 1,0.000 1.000 1,0.000 1.000 0,0.000-1.000 1,0.000 0.000 0,0.000 0.000 0,0.000-1.000 0,0.000 2.000 0,1.000-3.000 0,5.000-4.000-1,3.000-3.000-1,4.000-4.000-2,3.000-4.000 0,-2.000-4.000 1,2.000-3.000-1,-2.000-4.000 1,2.000-4.000-2,-1.000-1.000-1,0.000-4.000-4,0.000-2.000-2,0.000-1.000-1,2.000-2.000 2,1.000-1.000 1,2.000-2.000 0,-1.000-1.000 0,-1.000-3.000-2,-1.000-2.000-3,-2.000-3.000-1,1.000-1.000-2,-1.000-2.000 2,0.000-1.000 1,0.000-1.000 2,-1.000-1.000-1,-1.000 2.000 0,-1.000 1.000-1,-1.000 2.000-1,-2.000 0.000-1,-1.000 0.000-2,-1.000-1.000-1,-2.000 1.000-2,0.000 1.000-1,0.000 1.000 0,1.000 1.000 0,-1.000 1.000 1,-1.000 1.000-4,-1.000 1.000-8,-1.000-1.000-7,-1.000 0.000-8,-1.000 0.000-1,0.000 2.000 7,0.000 1.000 5,0.000 2.000 6</inkml:trace>
</inkml:ink>
</file>

<file path=ppt/ink/ink26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09"/>
    </inkml:context>
    <inkml:brush xml:id="br0">
      <inkml:brushProperty name="width" value="0.0216785203665495" units="cm"/>
      <inkml:brushProperty name="height" value="0.0216785203665495" units="cm"/>
      <inkml:brushProperty name="color" value="#000000"/>
      <inkml:brushProperty name="ignorePressure" value="0"/>
    </inkml:brush>
  </inkml:definitions>
  <inkml:trace contextRef="#ctx0" brushRef="#br0">22700.000 43610.000 676,'-2.000'-11.000'0,"-2.000"-1.000"0,-2.000-1.000 0,-2.000-1.000 0,-2.000 0.000 3,2.000 2.000 6,1.000 4.000 7,2.000 2.000 6,-1.000 2.000 5,-1.000 3.000 4,-1.000 2.000 5,-2.000 3.000 4,1.000 1.000-1,1.000 2.000-9,1.000 1.000-7,2.000 2.000-9,0.000 0.000-4,0.000 2.000-1,0.000 1.000-2,-1.000 2.000-2,1.000-1.000-3,0.000 1.000-4,1.000 1.000-7,-1.000-1.000-4,0.000-1.000-2,-1.000-1.000 4,2.000-1.000 2,-1.000-1.000 2,0.000-1.000-1,2.000 2.000-7,1.000 1.000-7,1.000 2.000-7,1.000-1.000-1,-2.000-1.000 3,-1.000-1.000 4,-2.000-1.000 3,1.000-1.000 0,1.000-1.000-3,1.000 1.000-4,2.000 1.000-3,0.000-2.000-1,0.000-1.000 5,0.000-1.000 4,0.000-2.000 3,-1.000 0.000 5,-1.000 0.000 2,-1.000 1.000 4,-1.000-1.000 3</inkml:trace>
</inkml:ink>
</file>

<file path=ppt/ink/ink26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09"/>
    </inkml:context>
    <inkml:brush xml:id="br0">
      <inkml:brushProperty name="width" value="0.0206514820456505" units="cm"/>
      <inkml:brushProperty name="height" value="0.0206514820456505" units="cm"/>
      <inkml:brushProperty name="color" value="#000000"/>
      <inkml:brushProperty name="ignorePressure" value="0"/>
    </inkml:brush>
  </inkml:definitions>
  <inkml:trace contextRef="#ctx0" brushRef="#br0">23419.000 42870.000 710,'-9.000'-18.000'12,"1.000"6.000"9,1.000 4.000 11,2.000 5.000 9,0.000 4.000 1,0.000 1.000-6,0.000 1.000-7,-1.000 1.000-6,1.000 1.000-6,0.000 1.000-2,1.000-2.000-5,-1.000 2.000-2,-1.000-1.000-4,-1.000 2.000-6,-1.000 1.000-5,-2.000 1.000-6,1.000 3.000 0,-1.000 1.000 1,0.000 4.000 3,0.000 2.000 2,0.000 0.000 1,-1.000-1.000 0,2.000-1.000-2,-1.000-1.000 1,-1.000 0.000 0,-1.000 2.000 1,-1.000 4.000 2,-1.000 2.000 1,-1.000 0.000-1,0.000-1.000-4,-1.000-1.000-3,2.000-2.000-5,-2.000 1.000 0,2.000 1.000 0,-2.000 1.000 0,1.000 1.000 2,1.000 0.000 0,1.000-3.000 0,1.000-2.000 2,1.000-2.000-1,2.000-2.000 2,1.000 0.000-1,1.000-1.000 0,2.000 2.000 1,0.000-3.000 0,0.000-2.000 1,0.000-2.000 0,-1.000-2.000 2,3.000-3.000-1,1.000-1.000 0,4.000-1.000-1,1.000-1.000-1,3.000-1.000 1,-2.000 0.000 1,2.000 0.000 0,-1.000 0.000 1,1.000-1.000 1,3.000-1.000 1,2.000-1.000 0,3.000-1.000 1,0.000-2.000 1,-1.000-1.000 0,-1.000-1.000 2,-1.000-2.000 0,-2.000 0.000 2,2.000 1.000-1,-2.000-1.000 0,1.000-1.000 1,0.000 2.000 0,-2.000 1.000 0,-1.000 1.000 0,-1.000 2.000 0,-2.000 0.000 0,2.000 0.000 1,-2.000 0.000 1,1.000-1.000 0,1.000 1.000 1,1.000 0.000 1,1.000 1.000 2,2.000-1.000 1,-1.000 0.000 0,-1.000 2.000 1,-1.000 1.000 0,-1.000 2.000 0,-1.000 0.000 1,0.000 2.000 5,-1.000 1.000 3,2.000 2.000 4,-2.000 1.000 1,-1.000 3.000-3,-1.000 2.000-1,-2.000 3.000-3,0.000 2.000-1,0.000 3.000 0,0.000 2.000-1,0.000 2.000-1,0.000 4.000-1,0.000 1.000 0,0.000 4.000 0,0.000 2.000-1,0.000 2.000 0,0.000 2.000-1,0.000 4.000 0,0.000 2.000-1,0.000 1.000 0,-2.000 0.000 0,-1.000-1.000-1,-1.000 2.000 1,-1.000-2.000-1,-1.000-1.000 1,2.000-1.000-1,-1.000-1.000 1,-1.000-2.000-1,2.000-1.000-1,-2.000-1.000-1,1.000-1.000-1,0.000-3.000-1,1.000-1.000-1,-2.000-4.000 0,2.000-2.000-2,-1.000-2.000 0,0.000-5.000-1,0.000-3.000 0,-1.000-4.000 0,3.000-6.000-5,4.000-8.000-9,3.000-6.000-9,5.000-9.000-8,0.000-4.000-3,2.000-2.000 7,-2.000-4.000 5,1.000-2.000 6,0.000 1.000-1,-2.000 2.000-6,-1.000 2.000-7,-1.000 2.000-6</inkml:trace>
</inkml:ink>
</file>

<file path=ppt/ink/ink26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09"/>
    </inkml:context>
    <inkml:brush xml:id="br0">
      <inkml:brushProperty name="width" value="0.0188039001077414" units="cm"/>
      <inkml:brushProperty name="height" value="0.0188039001077414" units="cm"/>
      <inkml:brushProperty name="color" value="#000000"/>
      <inkml:brushProperty name="ignorePressure" value="0"/>
    </inkml:brush>
  </inkml:definitions>
  <inkml:trace contextRef="#ctx0" brushRef="#br0">23500.000 43270.000 779,'9.000'-11.000'0,"-1.000"2.000"0,-1.000-2.000 0,-1.000 1.000 0,-1.000 1.000 2,0.000 1.000 4,-1.000 1.000 4,2.000 2.000 3,0.000-1.000 3,3.000 2.000 0,2.000-2.000 0,3.000 1.000 2,0.000 1.000-2,-1.000 1.000-2,-1.000 1.000-3,-1.000 2.000-3,-1.000 0.000-1,0.000 0.000 1,-1.000 0.000 0,2.000 0.000 1,-2.000 0.000-1,2.000 0.000-2,-2.000 0.000-2,1.000 0.000-2,0.000 0.000 0,1.000 0.000 1,-1.000 0.000 1,-1.000 0.000 0,0.000 1.000 0,-2.000 3.000-1,-4.000 2.000-3,-1.000 2.000-1,-2.000 3.000 0,2.000-2.000 0,1.000 2.000 2,2.000-2.000 0,-2.000 2.000 0,-2.000-1.000-4,-2.000 0.000-2,-2.000 0.000-3,-2.000 1.000-1,0.000 3.000 0,0.000 2.000-1,-1.000 2.000 1,0.000 3.000-1,-2.000-2.000 1,-4.000 2.000 0,-1.000-1.000 0,-3.000 0.000 0,2.000 0.000 1,-2.000 0.000 1,1.000-1.000 0,1.000 1.000 1,1.000 0.000 1,1.000 1.000 1,1.000-1.000 1,1.000 0.000 0,-2.000 0.000-1,-1.000-1.000 1,-2.000 2.000-1,1.000-2.000 0,1.000-1.000 1,1.000-1.000 0,1.000-1.000 0,2.000-2.000 1,-1.000-1.000 0,0.000-1.000 1,0.000-1.000 1,1.000-2.000 0,3.000-1.000-2,2.000-1.000 0,2.000-1.000-1,2.000-3.000 0,0.000-2.000 1,0.000-2.000-1,0.000-2.000 1,2.000-3.000-1,1.000-1.000-1,4.000-1.000-3,2.000-1.000-2,0.000-2.000 0,2.000-1.000 0,-2.000-1.000 1,1.000-1.000 1,1.000-1.000 0,1.000-1.000 2,1.000 2.000 0,1.000-1.000 1,2.000 0.000 0,-1.000-1.000 0,0.000 1.000 0,0.000 1.000 0,0.000-1.000 2,-1.000 0.000 1,2.000-1.000 1,-1.000 1.000 3,-1.000 2.000 1,-1.000 1.000 0,-1.000 4.000-1,-1.000 2.000 1,-1.000 1.000 0,2.000 2.000 2,1.000 1.000 2,2.000 1.000 2,-1.000 1.000 1,-1.000 0.000 0,-1.000 0.000 0,-1.000 0.000-1,-2.000 1.000 0,-1.000 1.000 0,-1.000 1.000-1,-2.000 2.000 0,1.000 1.000 0,-2.000 2.000 1,2.000 4.000 2,-1.000 1.000 0,0.000 2.000 2,0.000-2.000-2,0.000-1.000 0,-1.000-2.000 0,1.000 1.000-1,-2.000 1.000-2,-1.000 1.000-2,-2.000 1.000-1,0.000 1.000 0,0.000 1.000-1,0.000-1.000 2,0.000 0.000-1,0.000-1.000 0,0.000-1.000-3,0.000-1.000-2,0.000-1.000-3,0.000-1.000-1,-2.000 2.000 1,-1.000 1.000 2,-2.000 2.000-1,0.000-1.000 0,-2.000 1.000-5,-1.000 1.000-3,-1.000-1.000-5,-1.000 0.000-1,-1.000 0.000-1,2.000-1.000-2,-1.000 2.000 1,0.000-2.000-1,-1.000 2.000 1,1.000-2.000 1,1.000 1.000 1,-1.000 0.000 1,0.000 1.000-2,-1.000-1.000 0,1.000-1.000-2,0.000 1.000 1,-2.000 1.000 1,-1.000-1.000 1,-2.000 0.000 1,0.000-1.000 0,1.000-1.000-1,-1.000-1.000-1,0.000-1.000-1,0.000-2.000 2,2.000-1.000 3,1.000-1.000 3,2.000-2.000 4,0.000 0.000 2,0.000-2.000 0,-1.000-1.000 1,1.000-2.000 1,1.000 0.000 1,1.000 0.000-1,1.000 0.000 1,2.000 0.000 0</inkml:trace>
</inkml:ink>
</file>

<file path=ppt/ink/ink26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0"/>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23640.000 43870.000 1000,'0.000'-9.000'-20,"2.000"5.000"8,1.000 3.000 8,2.000 5.000 8,-1.000 0.000 3,2.000-1.000 0,-2.000-1.000-1,1.000-1.000-1,1.000-1.000-1,-2.000 2.000-3,2.000 1.000-2,-1.000 1.000-3,0.000 1.000 0,0.000-2.000 1,0.000-1.000 2,-1.000-2.000 1,1.000 1.000-5,0.000 1.000-11,1.000 1.000-13,-1.000 2.000-11</inkml:trace>
</inkml:ink>
</file>

<file path=ppt/ink/ink26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0"/>
    </inkml:context>
    <inkml:brush xml:id="br0">
      <inkml:brushProperty name="width" value="0.01819733902812" units="cm"/>
      <inkml:brushProperty name="height" value="0.01819733902812" units="cm"/>
      <inkml:brushProperty name="color" value="#000000"/>
      <inkml:brushProperty name="ignorePressure" value="0"/>
    </inkml:brush>
  </inkml:definitions>
  <inkml:trace contextRef="#ctx0" brushRef="#br0">24119.000 43229.000 805,'0.000'-26.000'13,"0.000"5.000"-2,0.000 7.000 0,0.000 6.000-1,0.000 4.000 1,0.000 5.000 1,0.000 3.000 1,0.000 5.000 2,0.000 1.000-1,0.000 2.000-1,0.000 1.000-2,0.000 2.000-1,0.000-1.000-2,0.000 2.000 2,0.000-2.000-1,0.000 1.000 0,0.000 1.000-1,0.000 1.000-3,0.000 1.000-4,0.000 2.000-2,0.000-1.000-2,0.000 2.000 2,0.000-2.000 2,0.000 1.000 2,0.000 0.000-2,0.000-2.000-5,0.000-1.000-5,0.000-1.000-6,0.000-2.000-2,0.000 1.000-1,0.000 1.000-2,0.000-1.000-1,0.000 0.000 0,0.000 0.000 0,0.000-1.000 1,0.000 2.000 1,0.000-3.000-1,0.000-2.000-3,0.000-2.000-1,0.000-2.000-2,0.000-2.000 1,0.000 0.000 4,0.000 0.000 3,0.000-1.000 5</inkml:trace>
</inkml:ink>
</file>

<file path=ppt/ink/ink26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0"/>
    </inkml:context>
    <inkml:brush xml:id="br0">
      <inkml:brushProperty name="width" value="0.0233630836009979" units="cm"/>
      <inkml:brushProperty name="height" value="0.0233630836009979" units="cm"/>
      <inkml:brushProperty name="color" value="#000000"/>
      <inkml:brushProperty name="ignorePressure" value="0"/>
    </inkml:brush>
  </inkml:definitions>
  <inkml:trace contextRef="#ctx0" brushRef="#br0">24300.000 42529.000 627,'0.000'29.000'-9,"0.000"-5.000"2,0.000-3.000 2,0.000-4.000 3,0.000-1.000 3,0.000 5.000 3,0.000 3.000 3,0.000 5.000 4,1.000 2.000 0,3.000 3.000 1,2.000 2.000-2,2.000 3.000 0,2.000 2.000 0,-2.000 5.000 0,-1.000 3.000 0,-1.000 4.000 0,-2.000 4.000 0,2.000 1.000-1,-2.000 4.000-1,1.000 1.000-1,1.000 4.000 0,1.000 4.000 4,1.000 3.000 2,2.000 5.000 3,-1.000-1.000 2,1.000-4.000-1,1.000-3.000 0,-1.000-4.000 1,-1.000-2.000-2,-1.000 0.000 0,-1.000-1.000 0,-2.000 2.000-2,1.000-3.000-1,-2.000-2.000-2,2.000-2.000-1,-1.000-2.000-3,-1.000-4.000 0,-1.000-4.000-1,-1.000-3.000 1,-1.000-4.000 0,-1.000-4.000-1,0.000-1.000-4,0.000-4.000-2,0.000-2.000-5,-1.000-2.000 0,-1.000-2.000 2,-1.000-4.000 1,-1.000-2.000 3,-1.000-2.000-3,2.000-2.000-6,1.000-4.000-6,2.000-1.000-6,-1.000-4.000-11,-1.000-4.000-15,-1.000-3.000-15,-2.000-4.000-15</inkml:trace>
</inkml:ink>
</file>

<file path=ppt/ink/ink27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1"/>
    </inkml:context>
    <inkml:brush xml:id="br0">
      <inkml:brushProperty name="width" value="0.0193743072450161" units="cm"/>
      <inkml:brushProperty name="height" value="0.0193743072450161" units="cm"/>
      <inkml:brushProperty name="color" value="#000000"/>
      <inkml:brushProperty name="ignorePressure" value="0"/>
    </inkml:brush>
  </inkml:definitions>
  <inkml:trace contextRef="#ctx0" brushRef="#br0">25200.000 42770.000 757,'8.000'-21.000'-1,"-2.000"2.000"-1,-2.000-2.000-2,-3.000 1.000-1,0.000 3.000 2,1.000 5.000 7,1.000 4.000 5,2.000 6.000 7,-2.000 2.000 5,-1.000 2.000 4,-4.000 1.000 3,-1.000 2.000 4,-3.000 1.000-1,-1.000 3.000-7,-1.000 2.000-7,-1.000 3.000-7,-1.000 0.000-3,0.000 1.000 0,-1.000 1.000 1,1.000-1.000 0,1.000 0.000-1,-2.000 2.000-4,2.000 1.000-3,-2.000 1.000-3,1.000 2.000-1,-2.000-2.000 1,-1.000 2.000 2,-2.000-1.000 0,1.000 0.000 0,1.000 0.000-3,1.000 0.000-3,1.000-1.000-2,1.000 2.000-3,-2.000 1.000-1,-1.000 1.000-2,-2.000 1.000-1,1.000 0.000 0,1.000-3.000 2,1.000-2.000 1,1.000-2.000 2,2.000-2.000 1,-1.000 0.000 1,0.000-1.000 0,0.000 2.000 1,0.000-2.000 0,2.000 2.000 1,1.000-2.000 0,2.000 1.000 1,0.000-1.000 0,2.000-3.000-2,1.000-2.000-2,2.000-2.000-1,1.000-3.000 0,3.000-1.000 1,2.000-1.000 2,2.000-2.000 0,3.000 0.000 0,1.000 0.000-2,1.000 0.000-2,1.000 0.000-3,2.000-1.000 0,1.000-3.000 1,1.000-2.000 1,2.000-2.000 0,-1.000-3.000 2,2.000-1.000 3,-2.000-1.000 3,1.000-1.000 2,0.000-1.000 2,1.000 2.000 1,-2.000 1.000 1,2.000 2.000 1,-1.000 0.000 0,0.000 0.000 1,0.000-1.000-1,-1.000 2.000 0,0.000-1.000 2,-2.000 2.000 3,-4.000 1.000 3,-1.000 1.000 3,-3.000 1.000 2,2.000 0.000-3,-2.000 1.000-1,1.000-1.000-2,-1.000 1.000 0,-3.000 5.000 1,-2.000 3.000 2,-2.000 4.000 2,-3.000 3.000 0,-1.000 1.000-1,-1.000 1.000-2,-1.000 1.000-1,-2.000 1.000-1,-1.000 1.000-1,-1.000-1.000 0,-1.000-1.000-1,-1.000 2.000-2,0.000 1.000-4,-1.000 1.000-5,1.000 2.000-5,0.000-1.000-1,-2.000-1.000 0,-1.000-1.000 1,-2.000-2.000 0,1.000 0.000 1,1.000 1.000-1,1.000-1.000 1,1.000-1.000 0,2.000 1.000 0,1.000-2.000 2,1.000-1.000 1,2.000-2.000 1,-1.000 1.000 2,2.000-2.000-1,-2.000 2.000 0,1.000-2.000 0,1.000 2.000 0,1.000-1.000 2,1.000 0.000 0,2.000 0.000 1,-1.000-1.000 1,-1.000-1.000-1,-1.000-1.000-1,-1.000-1.000-1,-1.000-1.000 1,2.000 2.000 2,1.000 1.000 2,2.000 1.000 2,0.000 1.000 1,2.000-2.000 0,1.000-1.000 0,2.000-1.000 1,-1.000-1.000 0,-1.000 0.000 0,-1.000 0.000-1,-1.000-1.000 0,-1.000 1.000 0,2.000 0.000-1,1.000 1.000-1,1.000-1.000-1,1.000 0.000-1,0.000-1.000 1,1.000 2.000-1,-1.000-1.000 1,0.000 0.000-1,0.000 2.000-1,-1.000 1.000 1,2.000 2.000-1,-2.000-1.000 0,2.000-1.000 0,-2.000-1.000 1,1.000-2.000-1,1.000 0.000 1,-2.000 0.000 0,2.000 1.000 0,-1.000-1.000-1,-1.000 0.000 1,-1.000 2.000 0,-1.000 1.000-1,-1.000 1.000 1,-1.000 2.000 0,0.000-1.000 0,0.000 0.000 0,0.000 0.000-1,0.000 1.000 1,0.000 3.000 0,0.000 2.000 1,0.000 2.000 1,-1.000 1.000 0,-1.000-5.000-2,-1.000-3.000 0,-1.000-5.000-1,-1.000 0.000-1,0.000 1.000 1,0.000 1.000 0,-1.000 2.000 0,1.000 0.000 0,-2.000-1.000-3,-1.000 1.000-2,-1.000 1.000-2,-1.000-2.000 0,-1.000-1.000 1,1.000-1.000 2,1.000-2.000 1,-1.000 1.000-1,2.000 1.000-4,1.000 1.000-4,1.000 2.000-5,1.000-2.000-1,-2.000-1.000 0,-1.000-4.000 1,-1.000-2.000 0,-1.000-1.000 0,-1.000 0.000 0,1.000 0.000 1,1.000 0.000 1,-1.000 0.000 0,2.000 0.000 2,1.000 0.000 2,1.000 0.000 1</inkml:trace>
</inkml:ink>
</file>

<file path=ppt/ink/ink27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1"/>
    </inkml:context>
    <inkml:brush xml:id="br0">
      <inkml:brushProperty name="width" value="0.0154486773535609" units="cm"/>
      <inkml:brushProperty name="height" value="0.0154486773535609" units="cm"/>
      <inkml:brushProperty name="color" value="#000000"/>
      <inkml:brushProperty name="ignorePressure" value="0"/>
    </inkml:brush>
  </inkml:definitions>
  <inkml:trace contextRef="#ctx0" brushRef="#br0">24840.000 43829.000 949,'-27.000'-8.000'0,"6.000"1.000"2,7.000 4.000 0,5.000 2.000 2,5.000 2.000 0,1.000 3.000 3,1.000 2.000 2,1.000 2.000 1,2.000 2.000-1,1.000-2.000-5,1.000-1.000-6,1.000-1.000-5,2.000-1.000-2,-2.000 2.000-2,2.000 1.000-1,-1.000 1.000-1,0.000 1.000 1,2.000-2.000 1,1.000-1.000 2,1.000-1.000 2,2.000-2.000-1,1.000 2.000-4,1.000-2.000-5,1.000 1.000-4,0.000 0.000-2,-2.000 1.000 3,-4.000-2.000 0,-2.000 2.000 3</inkml:trace>
</inkml:ink>
</file>

<file path=ppt/ink/ink27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1"/>
    </inkml:context>
    <inkml:brush xml:id="br0">
      <inkml:brushProperty name="width" value="0.0165416412055492" units="cm"/>
      <inkml:brushProperty name="height" value="0.0165416412055492" units="cm"/>
      <inkml:brushProperty name="color" value="#000000"/>
      <inkml:brushProperty name="ignorePressure" value="0"/>
    </inkml:brush>
  </inkml:definitions>
  <inkml:trace contextRef="#ctx0" brushRef="#br0">25340.000 43689.000 886,'9.000'1.000'-10,"-1.000"1.000"13,-1.000 1.000 14,-2.000 2.000 13,1.000 0.000 2,-2.000-1.000-9,2.000 2.000-9,-1.000-1.000-10,-1.000 0.000-6,-1.000 2.000-6,-1.000 1.000-7,-1.000 2.000-4,-1.000-2.000-3,2.000-1.000 2,1.000-4.000 2,1.000-1.000 2,1.000-1.000-2,0.000 3.000-5,1.000 2.000-5,-1.000 2.000-5</inkml:trace>
</inkml:ink>
</file>

<file path=ppt/ink/ink27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1"/>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25800.000 42750.000 1000,'0.000'9.000'-27,"2.000"-1.000"-1,1.000-1.000-1,1.000-2.000-2,1.000 0.000 3,-2.000 0.000 3,-1.000 1.000 5,-2.000-1.000 5,2.000 0.000 3,1.000-1.000 3,4.000 2.000 2,2.000-1.000 3</inkml:trace>
</inkml:ink>
</file>

<file path=ppt/ink/ink27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2"/>
    </inkml:context>
    <inkml:brush xml:id="br0">
      <inkml:brushProperty name="width" value="0.0189629979431629" units="cm"/>
      <inkml:brushProperty name="height" value="0.0189629979431629" units="cm"/>
      <inkml:brushProperty name="color" value="#000000"/>
      <inkml:brushProperty name="ignorePressure" value="0"/>
    </inkml:brush>
  </inkml:definitions>
  <inkml:trace contextRef="#ctx0" brushRef="#br0">26219.000 42810.000 773,'-18.000'-9.000'10,"4.000"3.000"0,3.000 2.000-1,4.000 2.000 0,2.000 2.000 2,-2.000-2.000 4,-1.000-1.000 6,-1.000-2.000 3,-1.000 1.000 1,-1.000 1.000-4,1.000 1.000-6,1.000 2.000-3,-2.000 0.000-4,-1.000 2.000-1,-1.000 1.000-1,-1.000 1.000-1,-1.000 2.000-1,2.000 1.000 0,1.000 1.000 0,2.000 2.000 0,-1.000 0.000-2,-1.000 2.000-2,-1.000 1.000-4,-1.000 2.000-3,-2.000 0.000-2,-1.000 2.000-4,-1.000 1.000-1,-1.000 1.000-4,-1.000 2.000-1,0.000-2.000 0,-1.000 2.000-1,2.000-1.000 1,-2.000 0.000-1,-1.000 2.000 0,-1.000 1.000 0,-2.000 2.000 0,1.000-1.000 1,1.000-1.000-1,1.000-1.000 1,1.000-2.000 1,3.000 0.000 1,1.000-2.000 3,4.000-1.000 4,1.000-1.000 3,3.000-3.000 1,1.000-1.000 0,1.000-4.000-2,2.000-1.000 0,0.000-2.000 1,2.000-1.000 3,1.000 2.000 3,1.000-1.000 2,3.000-1.000 2,1.000-1.000-2,4.000-1.000 0,2.000-2.000-1,1.000 0.000 1,2.000-2.000 2,1.000-1.000 3,2.000-1.000 2,0.000-3.000 0,2.000-2.000 0,1.000-2.000-1,1.000-3.000-1,2.000 0.000 1,1.000 1.000 0,1.000 1.000 1,2.000 1.000 2,0.000 1.000-1,0.000-2.000 1,0.000-1.000 0,0.000-2.000-1,-1.000 1.000 0,-1.000 1.000-1,-1.000 1.000-2,-1.000 1.000 0,-1.000 1.000-3,0.000-2.000 0,0.000-1.000-1,-1.000-2.000-2,1.000 1.000 0,0.000 1.000 1,1.000 1.000 0,-1.000 1.000 2,-1.000 1.000-2,-1.000 1.000-1,-1.000-1.000-3,-2.000-1.000-2,0.000 2.000 0,-2.000 1.000 1,-1.000 1.000 2,-2.000 2.000 2,0.000 0.000-2,-2.000 0.000-5,-1.000 0.000-5,-1.000-1.000-4,-2.000 1.000-2,2.000 0.000-1,-2.000 1.000-1,1.000-1.000 0</inkml:trace>
</inkml:ink>
</file>

<file path=ppt/ink/ink27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2"/>
    </inkml:context>
    <inkml:brush xml:id="br0">
      <inkml:brushProperty name="width" value="0.0166244842112064" units="cm"/>
      <inkml:brushProperty name="height" value="0.0166244842112064" units="cm"/>
      <inkml:brushProperty name="color" value="#000000"/>
      <inkml:brushProperty name="ignorePressure" value="0"/>
    </inkml:brush>
  </inkml:definitions>
  <inkml:trace contextRef="#ctx0" brushRef="#br0">25980.000 42629.000 882,'-9.000'-9.000'-29,"3.000"1.000"4,2.000 1.000 4,2.000 2.000 5,2.000 1.000 7,0.000 3.000 11,0.000 2.000 12,0.000 3.000 12,0.000 1.000 2,0.000 2.000-6,0.000 1.000-5,0.000 1.000-6,0.000 3.000-3,0.000 2.000-1,0.000 2.000 1,0.000 2.000 0,0.000 4.000-1,0.000 2.000-4,0.000 2.000-2,0.000 2.000-3,0.000 3.000-1,0.000 1.000-3,0.000 1.000 0,0.000 2.000-2,0.000 0.000 0,-2.000-1.000 2,-1.000 2.000 2,-1.000-1.000 1,-1.000 0.000-1,2.000-1.000-2,1.000 1.000-3,2.000 1.000-2,-1.000-1.000 0,-1.000 0.000 1,-1.000-1.000 2,-1.000 1.000 1,-1.000-1.000 2,2.000-3.000-2,1.000-2.000 1,1.000-2.000-2,1.000-3.000 1,-2.000-1.000 1,-1.000-1.000 1,-2.000-1.000 0,1.000-2.000 1,1.000-1.000 0,1.000-1.000 0,2.000-1.000-1,0.000-2.000 1,0.000-1.000 0,0.000-1.000 0,0.000-1.000 0,0.000-1.000 0,2.000-1.000 0,1.000 2.000 2,1.000-1.000 0,1.000 0.000 0,-2.000-1.000 2,-1.000 1.000 0,-2.000 1.000 1,1.000-2.000 0,1.000-1.000-1,1.000-1.000 0,2.000-2.000 0,0.000 1.000-1,2.000 1.000 1,1.000 1.000 0,1.000 2.000 0,1.000-1.000 1,-2.000-1.000-1,-1.000-1.000-1,-1.000-2.000 0,-1.000 1.000 2,2.000 1.000 1,1.000 1.000 4,1.000 2.000 2,2.000 0.000 1,1.000-1.000-2,1.000 2.000 0,1.000-1.000-1,2.000 0.000 1,1.000 2.000 2,1.000 1.000 4,2.000 2.000 2,0.000-1.000 2,0.000-1.000-3,0.000-1.000-1,-1.000-1.000-2,2.000-1.000 0,1.000-1.000 2,1.000 1.000 0,1.000 1.000 1,1.000-1.000 0,-2.000 0.000-1,-1.000-1.000-3,-1.000 1.000-1,-3.000-1.000-2,-2.000-3.000-1,-2.000-2.000-2,-3.000-2.000-1,0.000-2.000-1,1.000 0.000-3,1.000 0.000-2,1.000 0.000-2,0.000-1.000 0,-3.000-1.000 1,-2.000-1.000 2,-2.000-1.000 1,-3.000-2.000-4,-1.000-1.000-7,-1.000-1.000-8,-2.000-1.000-9,1.000-1.000-4,1.000 2.000 0,1.000 1.000-2,1.000 1.000-1</inkml:trace>
</inkml:ink>
</file>

<file path=ppt/ink/ink27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2"/>
    </inkml:context>
    <inkml:brush xml:id="br0">
      <inkml:brushProperty name="width" value="0.0163885876536369" units="cm"/>
      <inkml:brushProperty name="height" value="0.0163885876536369" units="cm"/>
      <inkml:brushProperty name="color" value="#000000"/>
      <inkml:brushProperty name="ignorePressure" value="0"/>
    </inkml:brush>
  </inkml:definitions>
  <inkml:trace contextRef="#ctx0" brushRef="#br0">26340.000 43670.000 894,'-37.000'-19.000'2,"9.000"5.000"2,6.000 3.000 3,9.000 5.000 3,3.000 1.000 1,2.000 2.000 0,1.000 1.000 0,1.000 2.000 0,1.000 0.000-1,1.000 2.000-1,-2.000 1.000-3,2.000 2.000-1,-2.000 0.000-2,-1.000 2.000-2,-1.000 1.000 0,-2.000 2.000-3,1.000 0.000 1,-2.000 0.000 1,2.000-1.000 2,-2.000 1.000 0,2.000 1.000 0,1.000 1.000-3,1.000 1.000-3,2.000 1.000-3,-1.000 1.000-1,-1.000 1.000 2,-1.000-1.000 2,-2.000 0.000 2,0.000-1.000 1,-2.000 1.000-2,-1.000 1.000-1,-2.000-1.000 0,1.000 0.000-1,1.000 0.000 2,1.000-1.000 1,1.000 2.000 1,1.000-1.000-1,-2.000 2.000-5,-1.000 1.000-3,-2.000 1.000-6,0.000 0.000 0,1.000-2.000 1,-1.000-4.000 2,0.000-1.000 1,-1.000-2.000 1,1.000 0.000 0,1.000-1.000 0,-1.000 1.000-1,0.000 0.000 0,2.000-2.000 1,1.000-1.000-1,2.000-1.000 2,0.000-2.000 1,2.000 2.000 3,1.000-2.000 3,1.000 1.000 3,2.000-1.000 1,1.000-2.000 0,1.000-4.000-1,2.000-2.000 0,0.000-1.000 0,2.000-2.000-1,1.000-1.000-1,1.000-1.000 0,3.000-3.000-1,2.000-4.000 1,2.000-3.000 0,3.000-5.000 1,1.000 0.000-1,2.000 1.000 1,1.000 1.000-1,1.000 2.000 0,0.000 0.000 0,-2.000 2.000-1,-4.000 1.000-2,-1.000 1.000 0,-3.000 2.000 0,2.000-1.000 0,-2.000 0.000 0,1.000 0.000 0</inkml:trace>
</inkml:ink>
</file>

<file path=ppt/ink/ink27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3"/>
    </inkml:context>
    <inkml:brush xml:id="br0">
      <inkml:brushProperty name="width" value="0.0192786902189255" units="cm"/>
      <inkml:brushProperty name="height" value="0.0192786902189255" units="cm"/>
      <inkml:brushProperty name="color" value="#000000"/>
      <inkml:brushProperty name="ignorePressure" value="0"/>
    </inkml:brush>
  </inkml:definitions>
  <inkml:trace contextRef="#ctx0" brushRef="#br0">26700.000 42910.000 760,'0.000'-36.000'2,"2.000"9.000"2,1.000 9.000 4,1.000 9.000 3,1.000 4.000 1,-2.000 0.000-1,-1.000-1.000 1,-2.000 2.000-1,0.000-2.000 1,-2.000 2.000 5,-1.000-2.000 4,-2.000 1.000 4,0.000 2.000 0,1.000 4.000-3,-2.000 3.000-3,2.000 4.000-5,-2.000 3.000-4,-1.000 1.000-6,-1.000 1.000-8,-2.000 1.000-6,1.000 1.000-3,1.000 1.000 3,1.000-1.000 1,2.000 0.000 3,-1.000 0.000-1,-1.000 2.000-3,-1.000 1.000-4,-1.000 2.000-3,-1.000-1.000-1,0.000-1.000 3,-1.000-1.000 1,1.000-2.000 3,1.000 1.000-1,-2.000 1.000 0,2.000 1.000-2,-2.000 2.000-1,2.000 0.000-1,-1.000 0.000 1,0.000 0.000 1,0.000-1.000 0,0.000 0.000 2,2.000-2.000 1,1.000-4.000 2,2.000-1.000 2,0.000-2.000 1,-1.000 0.000 1,2.000-1.000 0,-1.000 1.000 0,0.000 1.000 0,2.000-2.000 1,1.000 2.000 0,1.000-2.000 0,3.000 0.000 0,1.000-5.000 0,4.000-3.000 0,2.000-5.000 0,1.000-1.000 1,2.000-2.000 2,1.000-1.000 3,2.000-1.000 1,0.000-1.000 1,2.000 0.000 0,1.000-1.000-1,1.000 2.000-1,1.000-2.000 1,1.000 2.000 2,-2.000-2.000 1,2.000 1.000 3,-2.000 0.000-1,-1.000 1.000 0,-1.000-1.000-1,-2.000-1.000-1,1.000 3.000-1,-2.000 2.000 2,2.000 2.000 1,-2.000 3.000 1,1.000 0.000 1,-2.000-1.000 0,-1.000-1.000 1,-2.000-1.000 0,0.000-1.000-1,1.000 2.000 1,-1.000 1.000-1,-1.000 2.000-1,1.000 0.000 0,-2.000 2.000 0,-1.000 1.000-2,-1.000 2.000 0,-1.000 0.000 0,0.000 2.000-1,0.000 1.000 0,-1.000 1.000 0,1.000 2.000-1,-2.000 1.000-2,-1.000 1.000-2,-2.000 1.000-2,0.000 2.000 0,-2.000 1.000 1,-1.000 1.000 1,-2.000 2.000 1,0.000 0.000 0,-2.000 0.000-1,-1.000 0.000-3,-1.000-1.000-3,-2.000 2.000 1,-1.000 1.000 2,-1.000 1.000 1,-1.000 1.000 1,-2.000 1.000 1,2.000-2.000-2,-2.000-1.000-2,1.000-1.000-1,0.000-1.000-2,1.000 2.000 0,-1.000 1.000-2,-1.000 2.000 0,0.000 0.000 0,-2.000 0.000 0,-4.000 0.000 0,-1.000 0.000 0,-2.000-1.000 1,2.000-1.000 0,1.000-1.000 0,2.000-1.000 0,0.000-2.000 0,0.000-1.000 2,0.000-1.000 0,-1.000-1.000 1,3.000-2.000-1,2.000-1.000-1,2.000-1.000-3,3.000-1.000-1,1.000-3.000-1,0.000-1.000 1,-1.000-4.000 2,1.000-2.000 2</inkml:trace>
</inkml:ink>
</file>

<file path=ppt/ink/ink27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3"/>
    </inkml:context>
    <inkml:brush xml:id="br0">
      <inkml:brushProperty name="width" value="0.017912108451128" units="cm"/>
      <inkml:brushProperty name="height" value="0.017912108451128" units="cm"/>
      <inkml:brushProperty name="color" value="#000000"/>
      <inkml:brushProperty name="ignorePressure" value="0"/>
    </inkml:brush>
  </inkml:definitions>
  <inkml:trace contextRef="#ctx0" brushRef="#br0">26619.000 43429.000 818,'10.000'-8.000'3,"-2.000"1.000"4,-1.000 4.000 5,-1.000 2.000 5,-2.000 2.000 1,2.000 3.000 1,-2.000 2.000-2,1.000 2.000 0,1.000 4.000-1,1.000 2.000-2,1.000 2.000-1,2.000 2.000-1,-1.000 4.000-3,1.000 2.000-3,1.000 2.000-5,-1.000 2.000-2,1.000 4.000-3,3.000 1.000 1,2.000 4.000 1,3.000 1.000-1,1.000 2.000-2,2.000-2.000-6,1.000-1.000-6,2.000-2.000-7,-2.000-2.000 0,-1.000-5.000 4,-4.000-6.000 5,-2.000-5.000 4,1.000-2.000-3,2.000 1.000-8,2.000-1.000-9,3.000-1.000-8</inkml:trace>
</inkml:ink>
</file>

<file path=ppt/ink/ink27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3"/>
    </inkml:context>
    <inkml:brush xml:id="br0">
      <inkml:brushProperty name="width" value="0.0184359345585108" units="cm"/>
      <inkml:brushProperty name="height" value="0.0184359345585108" units="cm"/>
      <inkml:brushProperty name="color" value="#000000"/>
      <inkml:brushProperty name="ignorePressure" value="0"/>
    </inkml:brush>
  </inkml:definitions>
  <inkml:trace contextRef="#ctx0" brushRef="#br0">27280.000 43550.000 795,'-27.000'-10.000'5,"9.000"2.000"8,6.000 1.000 10,8.000 2.000 9,6.000-1.000 2,4.000-1.000-8,3.000-1.000-8,5.000-2.000-6,2.000 0.000-4,3.000 1.000 1,2.000-1.000 0,3.000 0.000 0,1.000-2.000-3,0.000-1.000-5,0.000-4.000-7,0.000-2.000-6,0.000 0.000-2,0.000 1.000 3,0.000 1.000 2,0.000 2.000 2,0.000-1.000-1,0.000-1.000-8,0.000-1.000-6,0.000-1.000-7,-1.000-1.000-2,-1.000 2.000 5,-1.000 1.000 5,-2.000 1.000 4,-2.000 3.000 3,-3.000 2.000 1,-4.000 2.000 0,-5.000 2.000 0,0.000 2.000 0,1.000-2.000-1,1.000-1.000-2,2.000-1.000-2</inkml:trace>
</inkml:ink>
</file>

<file path=ppt/ink/ink28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3"/>
    </inkml:context>
    <inkml:brush xml:id="br0">
      <inkml:brushProperty name="width" value="0.0179881546646357" units="cm"/>
      <inkml:brushProperty name="height" value="0.0179881546646357" units="cm"/>
      <inkml:brushProperty name="color" value="#000000"/>
      <inkml:brushProperty name="ignorePressure" value="0"/>
    </inkml:brush>
  </inkml:definitions>
  <inkml:trace contextRef="#ctx0" brushRef="#br0">27619.000 43189.000 815,'0.000'-19.000'-4,"0.000"1.000"-9,0.000 1.000-8,0.000 2.000-9,0.000 1.000 5,0.000 3.000 20,0.000 2.000 18,0.000 2.000 19,0.000 4.000 8,0.000 2.000-5,0.000 2.000-4,0.000 2.000-4,0.000 4.000-4,0.000 4.000-6,0.000 3.000-4,0.000 4.000-5,0.000 3.000-1,0.000 1.000 0,0.000 1.000 2,0.000 2.000 0,0.000 1.000-1,0.000 3.000-4,0.000 2.000-5,0.000 2.000-4,0.000 3.000-2,0.000-2.000 1,0.000 2.000 0,0.000-2.000 2,0.000 1.000 0,0.000-2.000 0,0.000-1.000 0,0.000-1.000 1,0.000-2.000 0,0.000-1.000 0,0.000-1.000-1,0.000-1.000 0,1.000-1.000 0,1.000 0.000 1,1.000 0.000-1,2.000 0.000 1,-1.000-2.000 2,-1.000-4.000 2,-1.000-3.000 3,-1.000-5.000 2,0.000-2.000 1,3.000-3.000-1,2.000-2.000 0,2.000-2.000-2,2.000-5.000 1,-2.000-4.000-2,-1.000-6.000 1,-1.000-4.000-1,-1.000-5.000-2,2.000-1.000-3,1.000-4.000-3,1.000-1.000-4,1.000-3.000 0,1.000-1.000 1,-1.000-1.000 2,-1.000-2.000 2,2.000 0.000-2,1.000 1.000-2,1.000-1.000-3,1.000 0.000-3,0.000 1.000-6,-3.000 5.000-9,-2.000 3.000-7,-2.000 4.000-9</inkml:trace>
</inkml:ink>
</file>

<file path=ppt/ink/ink28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3"/>
    </inkml:context>
    <inkml:brush xml:id="br0">
      <inkml:brushProperty name="width" value="0.0157944019883871" units="cm"/>
      <inkml:brushProperty name="height" value="0.0157944019883871" units="cm"/>
      <inkml:brushProperty name="color" value="#000000"/>
      <inkml:brushProperty name="ignorePressure" value="0"/>
    </inkml:brush>
  </inkml:definitions>
  <inkml:trace contextRef="#ctx0" brushRef="#br0">28100.000 42470.000 928,'0.000'18.000'14,"2.000"-2.000"1,1.000-2.000 0,1.000-3.000 0,2.000 0.000-4,1.000 1.000-9,1.000 1.000-9,2.000 1.000-9,-1.000 1.000-3,-1.000-2.000 4,-1.000-1.000 2,-2.000-2.000 4,1.000 1.000-2,1.000-1.000-9,1.000 0.000-8,2.000 0.000-9</inkml:trace>
</inkml:ink>
</file>

<file path=ppt/ink/ink28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4"/>
    </inkml:context>
    <inkml:brush xml:id="br0">
      <inkml:brushProperty name="width" value="0.0169101506471634" units="cm"/>
      <inkml:brushProperty name="height" value="0.0169101506471634" units="cm"/>
      <inkml:brushProperty name="color" value="#000000"/>
      <inkml:brushProperty name="ignorePressure" value="0"/>
    </inkml:brush>
  </inkml:definitions>
  <inkml:trace contextRef="#ctx0" brushRef="#br0">28619.000 42550.000 867,'1.000'-11.000'-2,"1.000"-1.000"-3,1.000-1.000-3,2.000-1.000-4,-1.000 0.000 3,-1.000 3.000 11,-1.000 2.000 9,-1.000 3.000 10,-2.000 1.000 3,-1.000 2.000-4,-1.000 1.000-4,-1.000 2.000-3,-3.000 0.000-3,-1.000 0.000-1,-4.000 0.000-1,-1.000 0.000 0,-2.000 0.000-1,2.000 2.000 0,1.000 1.000-2,2.000 2.000 0,0.000 0.000-3,-1.000 2.000-3,1.000 1.000-5,1.000 1.000-3,-2.000 2.000-3,-1.000-2.000-2,-1.000 2.000 0,-1.000-2.000-1,-2.000 2.000 1,1.000-1.000-1,1.000 0.000 2,-1.000 0.000 1,-1.000 0.000-1,-1.000 2.000-1,-1.000 1.000-3,-2.000 2.000-2,0.000 0.000 0,-2.000 2.000 2,-1.000 1.000 0,-1.000 1.000 3,-1.000 1.000 0,0.000-2.000 1,0.000-1.000 0,0.000-1.000 1,0.000-1.000 1,0.000 2.000 3,0.000 1.000 2,0.000 1.000 3,1.000 0.000 1,5.000-5.000 0,3.000-3.000 1,4.000-5.000 0,2.000 0.000 1,-2.000 1.000-1,-1.000 1.000 1,-2.000 2.000 0</inkml:trace>
</inkml:ink>
</file>

<file path=ppt/ink/ink28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4"/>
    </inkml:context>
    <inkml:brush xml:id="br0">
      <inkml:brushProperty name="width" value="0.0164629258215427" units="cm"/>
      <inkml:brushProperty name="height" value="0.0164629258215427" units="cm"/>
      <inkml:brushProperty name="color" value="#000000"/>
      <inkml:brushProperty name="ignorePressure" value="0"/>
    </inkml:brush>
  </inkml:definitions>
  <inkml:trace contextRef="#ctx0" brushRef="#br0">27919.000 42929.000 890,'19.000'-18.000'1,"-2.000"4.000"-1,-4.000 3.000 1,-1.000 4.000 1,-4.000 3.000 0,-2.000-2.000 1,-2.000 2.000 2,-2.000-1.000 1,-2.000 0.000 1,2.000 2.000 1,1.000 1.000 0,1.000 2.000 2,2.000 0.000 0,1.000 2.000 0,1.000 1.000 1,2.000 2.000-1,-1.000 0.000-1,-1.000 0.000-4,-1.000 0.000-4,-2.000-1.000-3,0.000 2.000-1,-2.000 1.000 1,-1.000 1.000 2,-1.000 2.000 1,-1.000 0.000-1,2.000 2.000-3,1.000 1.000-4,2.000 2.000-3,0.000 0.000-1,0.000 0.000 2,0.000-1.000 2,-1.000 2.000 2,1.000-2.000 0,0.000 2.000-2,1.000-2.000-2,-1.000 1.000-1,-1.000 0.000-3,-1.000-2.000-2,-1.000-1.000-3,-1.000-2.000-3,-1.000-1.000 0,2.000-2.000 3,1.000-4.000 2,2.000-1.000 3,-1.000-2.000 0,2.000 2.000 0,-2.000 1.000-2,1.000 2.000 1</inkml:trace>
</inkml:ink>
</file>

<file path=ppt/ink/ink28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4"/>
    </inkml:context>
    <inkml:brush xml:id="br0">
      <inkml:brushProperty name="width" value="0.0206907708197832" units="cm"/>
      <inkml:brushProperty name="height" value="0.0206907708197832" units="cm"/>
      <inkml:brushProperty name="color" value="#000000"/>
      <inkml:brushProperty name="ignorePressure" value="0"/>
    </inkml:brush>
  </inkml:definitions>
  <inkml:trace contextRef="#ctx0" brushRef="#br0">28380.000 42889.000 708,'18.000'-18.000'0,"-1.000"4.000"1,-4.000 3.000-1,-1.000 4.000 1,-3.000 3.000 0,-1.000 1.000 2,-1.000 1.000 3,-2.000 1.000 1,1.000 1.000 1,1.000 0.000 3,1.000 0.000 1,2.000 0.000 3,-1.000 0.000-1,1.000 0.000 1,1.000 0.000-2,-1.000 0.000 0,0.000 0.000 0,0.000 0.000 0,-1.000 0.000 0,2.000 0.000 0,-2.000 0.000-1,2.000 0.000-1,-2.000 0.000-1,1.000 0.000-1,1.000 1.000 0,1.000 1.000-1,1.000 1.000 0,1.000 1.000 1,1.000 1.000-1,-2.000 1.000-2,-1.000-2.000-2,-2.000 2.000-1,0.000-1.000-1,1.000 0.000 1,-1.000 0.000 1,-1.000-1.000 0,1.000 1.000 0,1.000 0.000-1,-1.000 1.000-1,0.000-1.000-1,-1.000 0.000-3,-1.000 2.000-3,-1.000 1.000-3,-1.000 1.000-3,-3.000 2.000-4,-1.000 1.000-3,-4.000 1.000-4,-1.000 1.000-3,-4.000 1.000-1,-1.000 1.000 3,-4.000-1.000 1,-1.000-1.000 3,-3.000 1.000 1,-1.000 1.000 2,-1.000-1.000 2,-2.000 0.000 1,1.000-1.000 1,-2.000 1.000-1,2.000 1.000-1,-1.000-1.000-1,-1.000 0.000 0,-1.000 2.000 0,-1.000 1.000 1,-1.000 1.000-1,-1.000 1.000 2,0.000-2.000 0,0.000-1.000 1,0.000-1.000 2,0.000-1.000 0,2.000 2.000 2,1.000 1.000 1,1.000 2.000 1,3.000-2.000 2,2.000-4.000 0,2.000-3.000 2,3.000-4.000 0,0.000-3.000 2,-1.000 2.000-1,-1.000-2.000 0,-1.000 1.000 1</inkml:trace>
</inkml:ink>
</file>

<file path=ppt/ink/ink28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4"/>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28280.000 42989.000 1000,'-9.000'10.000'-66,"3.000"-2.000"14,2.000-1.000 13,2.000-1.000 13,2.000-2.000 13,0.000 2.000 14,0.000-2.000 13,0.000 1.000 14,1.000 0.000 5,1.000 1.000-2,1.000-2.000-2,1.000 2.000-2,2.000-1.000-7,1.000 0.000-12,1.000 0.000-12,2.000-1.000-12,-1.000 1.000-4,1.000 0.000 1,1.000 1.000 4,-1.000-1.000 2,-1.000-1.000-1,-1.000-1.000-3,-1.000-1.000-3,-2.000-1.000-4</inkml:trace>
</inkml:ink>
</file>

<file path=ppt/ink/ink28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4"/>
    </inkml:context>
    <inkml:brush xml:id="br0">
      <inkml:brushProperty name="width" value="0.0183432847261429" units="cm"/>
      <inkml:brushProperty name="height" value="0.0183432847261429" units="cm"/>
      <inkml:brushProperty name="color" value="#000000"/>
      <inkml:brushProperty name="ignorePressure" value="0"/>
    </inkml:brush>
  </inkml:definitions>
  <inkml:trace contextRef="#ctx0" brushRef="#br0">28519.000 43129.000 799,'0.000'-9.000'0,"0.000"1.000"1,0.000 1.000-1,0.000 2.000 2,-1.000 0.000 1,-3.000 2.000 4,-2.000 1.000 5,-2.000 1.000 3,-3.000 1.000 3,-1.000 0.000 0,-1.000 0.000 1,-1.000 0.000 1,-1.000 1.000-1,2.000 1.000-2,1.000 1.000-2,2.000 2.000-3,-1.000 0.000-1,-1.000 2.000-4,-1.000 1.000-3,-1.000 1.000-4,-2.000 2.000-2,1.000-1.000-4,1.000 0.000-4,-1.000 0.000-3,0.000 0.000-1,2.000-1.000 1,1.000 2.000 0,2.000-1.000 2,-1.000 0.000-2,-1.000 2.000-2,-1.000 1.000-3,-1.000 2.000-3,-1.000-1.000 0,2.000-1.000 3,1.000-1.000 2,2.000-1.000 4,0.000-1.000 1,2.000-1.000 0,1.000 1.000 1,1.000 1.000 0,1.000-1.000 0,1.000 0.000-1,-2.000-1.000 0,2.000 1.000 0,1.000-1.000-1,3.000-3.000 0,4.000-2.000 0,5.000-2.000 1,1.000-2.000 2,2.000 0.000 5,1.000 0.000 4,2.000 0.000 6,0.000-2.000 2,0.000-1.000 1,-1.000-4.000 2,1.000-2.000 1,1.000-1.000 0,1.000 1.000-1,1.000-1.000 1,2.000 0.000-2,-1.000-1.000 1,-1.000 1.000-1,-1.000 1.000 0,-1.000-1.000 0,-1.000 0.000 0,0.000 2.000-1,-1.000 1.000 0,1.000 1.000-1,1.000 1.000 0,-2.000-2.000-3,2.000-1.000-2,-2.000-1.000-2,2.000-1.000 0,-1.000 2.000 0,0.000 1.000 2,0.000 2.000 1,-1.000-1.000-3,-1.000-1.000-5,-1.000-1.000-6,-1.000-2.000-5,-2.000 1.000-3,2.000 1.000 2,-2.000 1.000 2,1.000 2.000 2,0.000 0.000-1,-2.000 0.000-3,-1.000 0.000-3,-1.000-1.000-2</inkml:trace>
</inkml:ink>
</file>

<file path=ppt/ink/ink28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5"/>
    </inkml:context>
    <inkml:brush xml:id="br0">
      <inkml:brushProperty name="width" value="0.0166425872594118" units="cm"/>
      <inkml:brushProperty name="height" value="0.0166425872594118" units="cm"/>
      <inkml:brushProperty name="color" value="#000000"/>
      <inkml:brushProperty name="ignorePressure" value="0"/>
    </inkml:brush>
  </inkml:definitions>
  <inkml:trace contextRef="#ctx0" brushRef="#br0">28400.000 42929.000 881,'-18.000'-7.000'10,"6.000"5.000"3,4.000 4.000 5,5.000 5.000 4,3.000 4.000 0,0.000 1.000-6,0.000 1.000-5,0.000 1.000-5,0.000 2.000-5,0.000 1.000-6,0.000 1.000-4,0.000 2.000-6,1.000-1.000-2,1.000 2.000 0,1.000-2.000 1,1.000 1.000 0,1.000 0.000 1,-2.000-2.000 3,-1.000-1.000 1,-1.000-1.000 3,-1.000-2.000-3,2.000 1.000-6,1.000 1.000-8,2.000-1.000-7</inkml:trace>
</inkml:ink>
</file>

<file path=ppt/ink/ink28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5"/>
    </inkml:context>
    <inkml:brush xml:id="br0">
      <inkml:brushProperty name="width" value="0.0179389454424381" units="cm"/>
      <inkml:brushProperty name="height" value="0.0179389454424381" units="cm"/>
      <inkml:brushProperty name="color" value="#000000"/>
      <inkml:brushProperty name="ignorePressure" value="0"/>
    </inkml:brush>
  </inkml:definitions>
  <inkml:trace contextRef="#ctx0" brushRef="#br0">28259.000 43689.000 817,'-17.000'10.000'1,"5.000"-2.000"2,4.000-1.000 2,5.000-1.000 2,3.000-2.000 1,0.000 2.000 2,0.000-2.000 0,0.000 1.000 1,0.000 1.000 2,0.000 1.000 1,0.000 1.000 1,0.000 2.000 2,0.000 0.000-2,0.000-1.000-2,0.000 2.000-2,0.000-1.000-4,0.000 0.000-1,0.000-1.000-1,0.000 1.000 0,0.000 1.000-1,0.000-1.000-2,0.000 2.000-2,0.000 1.000-4,0.000 2.000-3,0.000-1.000 0,0.000-1.000 1,0.000-1.000 2,0.000-1.000 2,0.000-1.000-1,0.000 0.000-2,0.000-1.000-4,0.000 1.000-2,0.000 1.000-1,0.000-2.000 1,0.000 2.000 1,0.000-2.000 1,1.000 0.000-4,1.000-5.000-7,1.000-3.000-8,2.000-5.000-7,0.000-2.000-2,0.000-5.000 5,-1.000-3.000 6,2.000-5.000 4,-2.000 0.000 5,2.000 1.000 4,-2.000 1.000 2,1.000 2.000 3</inkml:trace>
</inkml:ink>
</file>

<file path=ppt/ink/ink28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5"/>
    </inkml:context>
    <inkml:brush xml:id="br0">
      <inkml:brushProperty name="width" value="0.0196234285831451" units="cm"/>
      <inkml:brushProperty name="height" value="0.0196234285831451" units="cm"/>
      <inkml:brushProperty name="color" value="#000000"/>
      <inkml:brushProperty name="ignorePressure" value="0"/>
    </inkml:brush>
  </inkml:definitions>
  <inkml:trace contextRef="#ctx0" brushRef="#br0">28380.000 43570.000 747,'9.000'-45.000'-47,"-1.000"12.000"15,-1.000 11.000 14,-2.000 12.000 14,0.000 5.000 12,0.000 2.000 8,1.000 1.000 7,-1.000 2.000 9,-1.000 0.000 1,-1.000 2.000-3,-1.000 1.000-4,-1.000 2.000-3,0.000 0.000-3,5.000 0.000 0,4.000 0.000-1,2.000-1.000-2,2.000 1.000 0,-2.000 0.000-3,-4.000 1.000 0,-2.000-1.000-3,0.000-1.000-2,1.000-1.000-2,1.000-1.000-4,2.000-1.000-2,0.000-1.000-1,0.000 2.000 1,-1.000 1.000 2,2.000 2.000 1,-1.000-1.000-1,2.000 2.000-4,1.000-2.000-4,2.000 1.000-3,-1.000 1.000-2,-1.000 1.000 2,-1.000 1.000 2,-1.000 2.000 0,-2.000 0.000 1,-1.000-1.000 1,-1.000 2.000-1,-2.000-1.000 0,0.000 0.000 0,0.000 2.000 0,1.000 1.000 0,-1.000 2.000 1,-1.000 1.000-1,-1.000 3.000 1,-1.000 2.000 1,-1.000 2.000-1,-1.000 2.000 1,0.000-2.000 1,0.000-1.000 0,0.000-2.000 0,0.000 1.000 0,0.000-2.000-2,0.000 2.000-2,0.000-1.000-2,0.000 0.000-1,0.000 0.000 1,0.000 0.000 0,0.000-1.000 1,-1.000 1.000 0,-1.000-2.000-2,-1.000-1.000-2,-1.000-1.000-2,-2.000-3.000-2,2.000-1.000 0,-2.000-4.000-2,1.000-1.000-1,0.000-2.000 0,-2.000-1.000 0,-1.000 2.000 1,-1.000-1.000 1,-1.000-1.000 1,2.000-1.000 2,1.000-1.000 1,2.000-2.000 2,-1.000 1.000 1,-1.000 1.000 0,-1.000 1.000 2,-2.000 1.000 0</inkml:trace>
</inkml:ink>
</file>

<file path=ppt/ink/ink29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5"/>
    </inkml:context>
    <inkml:brush xml:id="br0">
      <inkml:brushProperty name="width" value="0.0167197249829769" units="cm"/>
      <inkml:brushProperty name="height" value="0.0167197249829769" units="cm"/>
      <inkml:brushProperty name="color" value="#000000"/>
      <inkml:brushProperty name="ignorePressure" value="0"/>
    </inkml:brush>
  </inkml:definitions>
  <inkml:trace contextRef="#ctx0" brushRef="#br0">28359.000 43750.000 877,'-8.000'0.000'20,"1.000"2.000"-3,4.000 1.000-3,2.000 2.000-2,1.000 0.000-1,0.000 2.000 1,0.000 1.000 1,0.000 1.000 1,1.000 0.000-4,3.000-3.000-11,2.000-2.000-9,2.000-2.000-9,2.000-2.000-4,1.000 0.000 3,-1.000 0.000 4,0.000 0.000 4,-1.000 0.000-2,1.000 0.000-4,1.000 0.000-5,-1.000 0.000-6,-1.000 0.000 0,-1.000 0.000 3,-1.000 0.000 3,-2.000 0.000 3,0.000 0.000 4,-2.000 2.000 4,-1.000 1.000 3,-1.000 2.000 4,-1.000-1.000 2,0.000 2.000 0,0.000-2.000 1,0.000 1.000 1,0.000 1.000 1,0.000 1.000-1,0.000 1.000 1,0.000 2.000-1,0.000 0.000 2,0.000 2.000-1,0.000 1.000 1,0.000 2.000 1,-2.000-1.000-1,-1.000 2.000 0,-4.000-2.000-2,-2.000 1.000 0,0.000 0.000 2,-2.000-2.000 4,2.000-1.000 5,-2.000-2.000 3,2.000 1.000 2,1.000-1.000-1,1.000 0.000-2,2.000 0.000-1,0.000 0.000 0,2.000-1.000 5,1.000 2.000 3,2.000-1.000 5,0.000-1.000-1,0.000-1.000-4,0.000-1.000-3,0.000-2.000-5,0.000 0.000-1,2.000-2.000-3,1.000-1.000 0,2.000-1.000-2,1.000-3.000-4,3.000-1.000-5,2.000-4.000-8,3.000-2.000-5,0.000 0.000-3,-1.000 1.000 1,-1.000 1.000 2,-1.000 2.000 1,-2.000-1.000 0,2.000-1.000-2,-2.000-1.000-3,1.000-1.000-2</inkml:trace>
</inkml:ink>
</file>

<file path=ppt/ink/ink29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6"/>
    </inkml:context>
    <inkml:brush xml:id="br0">
      <inkml:brushProperty name="width" value="0.0198391061276197" units="cm"/>
      <inkml:brushProperty name="height" value="0.0198391061276197" units="cm"/>
      <inkml:brushProperty name="color" value="#000000"/>
      <inkml:brushProperty name="ignorePressure" value="0"/>
    </inkml:brush>
  </inkml:definitions>
  <inkml:trace contextRef="#ctx0" brushRef="#br0">29180.000 43270.000 739,'-29.000'0.000'0,"3.000"2.000"0,2.000 1.000 0,3.000 1.000-1,5.000 1.000 8,9.000-2.000 12,9.000-1.000 13,8.000-2.000 12,6.000-1.000 3,1.000-3.000-8,1.000-2.000-9,2.000-2.000-8,0.000-3.000-8,2.000 2.000-7,1.000-2.000-7,2.000 1.000-6,-1.000 0.000-4,-1.000 1.000 0,-1.000-1.000-1,-2.000-1.000-1,1.000 1.000 1,1.000 1.000 1,1.000-1.000 1,1.000 0.000 0,0.000-1.000-1,-3.000 1.000-3,-2.000 1.000-5,-2.000-1.000-3,-2.000 0.000-2,2.000 0.000 1,1.000-1.000 0,1.000 2.000 1,-1.000 0.000 1,-3.000 2.000 3,-4.000 4.000 2,-5.000 2.000 2,0.000 0.000 1,1.000-1.000-4,1.000-1.000-3,2.000-2.000-2</inkml:trace>
</inkml:ink>
</file>

<file path=ppt/ink/ink29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6"/>
    </inkml:context>
    <inkml:brush xml:id="br0">
      <inkml:brushProperty name="width" value="0.0175784416496754" units="cm"/>
      <inkml:brushProperty name="height" value="0.0175784416496754" units="cm"/>
      <inkml:brushProperty name="color" value="#000000"/>
      <inkml:brushProperty name="ignorePressure" value="0"/>
    </inkml:brush>
  </inkml:definitions>
  <inkml:trace contextRef="#ctx0" brushRef="#br0">29419.000 42910.000 834,'0.000'-18.000'0,"-2.000"5.000"2,-1.000 6.000 0,-2.000 5.000 0,0.000 3.000 5,1.000 5.000 6,-2.000 3.000 7,2.000 5.000 5,-1.000 1.000 2,2.000 2.000-5,1.000 1.000-4,2.000 2.000-6,-1.000 1.000-3,-1.000 3.000-4,-1.000 2.000-3,-2.000 3.000-4,0.000 0.000-2,0.000 2.000 0,1.000-2.000 0,-1.000 1.000 0,-1.000 2.000-2,-1.000 1.000-5,-1.000 4.000-5,-2.000 1.000-3,1.000 2.000-2,-1.000 1.000 3,0.000-1.000 4,0.000-1.000 2,-1.000 1.000 1,-1.000-2.000 0,-1.000-1.000-1,-1.000-2.000 0,-2.000-1.000 0,2.000-3.000 0,-2.000-2.000 0,1.000-2.000 1,1.000-3.000-1,1.000-1.000 1,1.000-1.000 0,1.000-1.000 0,3.000-3.000 0,2.000-4.000 2,2.000-3.000 1,3.000-4.000 1,0.000-2.000 1,-1.000-1.000-2,-1.000 2.000 0,-1.000-1.000-1</inkml:trace>
</inkml:ink>
</file>

<file path=ppt/ink/ink29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6"/>
    </inkml:context>
    <inkml:brush xml:id="br0">
      <inkml:brushProperty name="width" value="0.0182058420032263" units="cm"/>
      <inkml:brushProperty name="height" value="0.0182058420032263" units="cm"/>
      <inkml:brushProperty name="color" value="#000000"/>
      <inkml:brushProperty name="ignorePressure" value="0"/>
    </inkml:brush>
  </inkml:definitions>
  <inkml:trace contextRef="#ctx0" brushRef="#br0">29459.000 43570.000 805,'36.000'-9.000'-56,"-9.000"2.000"26,-9.000 4.000 24,-8.000 2.000 26,-5.000 1.000 11,2.000 0.000-2,1.000 0.000-2,2.000 0.000-3,-1.000 1.000-1,2.000 2.000-2,-2.000 4.000-1,1.000 2.000-1,0.000 1.000-1,1.000 2.000-3,-1.000 1.000-1,-1.000 2.000-1,2.000-1.000-4,1.000 2.000-5,1.000-2.000-6,1.000 1.000-4,2.000 1.000-6,1.000 1.000-5,1.000 1.000-5,2.000 2.000-6,-2.000-1.000-5,-1.000-1.000-4,-4.000-1.000-5,-1.000-1.000-4</inkml:trace>
</inkml:ink>
</file>

<file path=ppt/ink/ink29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6"/>
    </inkml:context>
    <inkml:brush xml:id="br0">
      <inkml:brushProperty name="width" value="0.0196965970098972" units="cm"/>
      <inkml:brushProperty name="height" value="0.0196965970098972" units="cm"/>
      <inkml:brushProperty name="color" value="#000000"/>
      <inkml:brushProperty name="ignorePressure" value="0"/>
    </inkml:brush>
  </inkml:definitions>
  <inkml:trace contextRef="#ctx0" brushRef="#br0">30440.000 43529.000 744,'-10.000'-8.000'47,"-1.000"1.000"-5,1.000 4.000-4,1.000 2.000-6,0.000 2.000-4,3.000 3.000-4,2.000 2.000-4,3.000 2.000-5,0.000 2.000-6,-1.000-2.000-9,-1.000-1.000-8,-2.000-1.000-9,1.000-1.000-7,1.000 2.000-5,1.000 1.000-5,1.000 1.000-4,1.000 1.000-2,0.000-2.000 5,0.000-1.000 3,0.000-1.000 4,0.000-2.000 3,-2.000 2.000 2,-1.000-2.000 1,-1.000 1.000 1</inkml:trace>
</inkml:ink>
</file>

<file path=ppt/ink/ink29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7"/>
    </inkml:context>
    <inkml:brush xml:id="br0">
      <inkml:brushProperty name="width" value="0.0178390014916658" units="cm"/>
      <inkml:brushProperty name="height" value="0.0178390014916658" units="cm"/>
      <inkml:brushProperty name="color" value="#000000"/>
      <inkml:brushProperty name="ignorePressure" value="0"/>
    </inkml:brush>
  </inkml:definitions>
  <inkml:trace contextRef="#ctx0" brushRef="#br0">31280.000 42270.000 822,'0.000'-21.000'0,"2.000"-1.000"0,1.000-1.000 0,2.000-2.000 0,-2.000 5.000 4,-2.000 8.000 10,-2.000 9.000 10,-2.000 9.000 9,-2.000 4.000 0,0.000 0.000-7,0.000-1.000-9,-1.000 1.000-7,1.000 1.000-4,-2.000-2.000-2,-1.000 2.000-1,-1.000-2.000-1,-1.000 3.000 0,-1.000 2.000-3,1.000 2.000 0,1.000 2.000-2,-2.000 2.000-1,-1.000-2.000 0,-1.000-1.000 1,-1.000-1.000-1,-1.000-1.000-2,2.000 2.000-3,1.000 1.000-4,2.000 1.000-4,-1.000 2.000 0,-1.000-2.000 1,-1.000 2.000 3,-1.000-1.000 1,-2.000-1.000 1,1.000-1.000 0,1.000-1.000 0,-1.000-2.000-1,0.000 0.000 2,2.000 1.000 0,1.000-1.000 2,2.000-1.000 2,0.000 1.000 1,-1.000 1.000-1,1.000-1.000 1,1.000 0.000-1,-1.000-2.000 1,2.000-1.000-1,1.000-4.000 0,1.000-2.000 0,2.000-1.000 0,1.000 1.000 0,1.000-2.000 0,1.000 2.000 1,3.000-2.000-1,4.000-1.000-2,3.000-1.000-2,5.000-1.000-2,1.000-3.000 0,-1.000-1.000 0,1.000-4.000 2,1.000-1.000 0,-1.000-3.000 3,0.000 1.000 1,-1.000 1.000 4,1.000-1.000 1,1.000 0.000 2,1.000 0.000-2,1.000-1.000 0,2.000 2.000-1,-2.000-1.000 0,-1.000 2.000 3,-4.000 1.000 3,-1.000 1.000 2,-2.000 1.000 2,0.000 0.000 0,-1.000 1.000 1,2.000-1.000 1,-2.000 0.000-1,-1.000 2.000 0,-1.000 1.000 0,-2.000 2.000-1,0.000 0.000 0,0.000 0.000 0,1.000 0.000-2,-1.000 0.000 1,-1.000 0.000-1,-1.000 2.000-1,-1.000 1.000-1,-1.000 2.000 0,-1.000-1.000-1,0.000 2.000 0,0.000-2.000-1,0.000 1.000-1,-1.000 2.000 0,-1.000 1.000 1,-1.000 4.000 1,-1.000 1.000 0,-2.000 2.000-1,-1.000-2.000-3,-1.000-1.000-2,-1.000-2.000-3,-1.000 1.000-1,2.000-1.000 1,1.000 0.000 1,1.000 0.000 1,1.000 0.000 0,-2.000-1.000 0,-1.000 2.000-1,-1.000-1.000 0,-1.000-1.000 1,2.000-1.000 1,1.000-1.000 3,1.000-2.000 1,2.000 1.000 1,1.000 1.000-1,1.000 1.000-1,2.000 2.000 0,-1.000-1.000 0,-1.000-1.000 0,-1.000-1.000 2,-1.000-1.000 0,-1.000-1.000 1,0.000-1.000 2,0.000 2.000 1,-1.000-1.000 2,2.000-1.000 0,1.000 2.000 1,1.000-2.000-2,1.000 1.000 1,2.000 1.000-1,1.000 1.000 0,1.000 1.000-1,1.000 2.000 0,2.000 0.000-1,-2.000-1.000-2,2.000 2.000-1,-1.000-1.000-1,0.000 0.000 0,0.000-1.000-2,0.000 1.000 1,-1.000 1.000-1,1.000-1.000 0,0.000 2.000 1,1.000 1.000 0,-1.000 2.000 1,0.000-1.000 1,0.000-1.000-2,-1.000-1.000 0,2.000-1.000 0,-2.000-1.000 0,2.000 2.000 0,-2.000 1.000 0,1.000 2.000 1,1.000-1.000 0,-2.000 1.000 0,2.000 1.000 0,-1.000-1.000 0,0.000 0.000 0,0.000 0.000 0,0.000-1.000 0,-1.000 2.000 0,1.000-2.000 0,-2.000-1.000 1,-1.000-1.000 1,-2.000-1.000 1,0.000-1.000 0,0.000 2.000-1,0.000 1.000 0,0.000 2.000 0,0.000-1.000-1,0.000-1.000 1,0.000-1.000 1,0.000-1.000 1,0.000-1.000 0,0.000-1.000-1,0.000 2.000 0,0.000-1.000-1,0.000 0.000-1,-2.000-1.000-1,-1.000 1.000-1,-2.000 1.000-2,0.000-2.000-1,-2.000-1.000 1,-1.000-1.000 0,-1.000-2.000 0,-1.000 0.000 1,2.000 0.000-1,1.000 1.000 0,2.000-1.000 0,-1.000 0.000-1,-1.000-1.000-2,-1.000 2.000-1,-2.000-1.000-3,1.000-1.000 0,-1.000-1.000 1,0.000-1.000 1,0.000-2.000 0,0.000 0.000 1,-1.000 0.000-1,2.000 0.000-1,-1.000 0.000-1,0.000 0.000 0,2.000 0.000 1,1.000 0.000 1,1.000 0.000 1,1.000 0.000 0,1.000 0.000-3,-2.000 0.000-3,2.000 0.000-2,-1.000 0.000-1,0.000-2.000 1,0.000-1.000 1,-1.000-1.000 0,1.000-1.000 2,0.000 0.000 3,1.000-1.000 2,-1.000 2.000 3,0.000-2.000 0,-1.000-1.000 2,2.000-1.000 0,-1.000-1.000 0</inkml:trace>
</inkml:ink>
</file>

<file path=ppt/ink/ink29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7"/>
    </inkml:context>
    <inkml:brush xml:id="br0">
      <inkml:brushProperty name="width" value="0.0159680172801018" units="cm"/>
      <inkml:brushProperty name="height" value="0.0159680172801018" units="cm"/>
      <inkml:brushProperty name="color" value="#000000"/>
      <inkml:brushProperty name="ignorePressure" value="0"/>
    </inkml:brush>
  </inkml:definitions>
  <inkml:trace contextRef="#ctx0" brushRef="#br0">30880.000 43370.000 918,'-2.000'-10.000'0,"-1.000"2.000"-1,-4.000 1.000 0,-2.000 1.000 0,1.000 1.000 0,1.000 0.000 1,4.000 1.000 1,2.000-1.000 1,1.000 1.000 2,0.000 5.000 5,0.000 3.000 3,0.000 4.000 5,0.000 3.000 0,0.000-1.000-5,0.000 0.000-4,0.000 0.000-5,0.000 0.000-3,0.000-1.000-2,0.000 2.000-4,0.000-1.000-2,0.000 0.000-1,0.000-1.000-1,0.000 1.000 1,0.000 1.000 0,0.000-1.000-2,0.000 0.000-2,0.000-1.000-2,0.000 1.000-3,0.000 1.000-1,2.000-2.000 1,1.000 2.000 1,2.000-2.000 0,-1.000 1.000 0,2.000-2.000 0,-2.000-1.000 0,1.000-1.000-1</inkml:trace>
</inkml:ink>
</file>

<file path=ppt/ink/ink29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7"/>
    </inkml:context>
    <inkml:brush xml:id="br0">
      <inkml:brushProperty name="width" value="0.0168770775198936" units="cm"/>
      <inkml:brushProperty name="height" value="0.0168770775198936" units="cm"/>
      <inkml:brushProperty name="color" value="#000000"/>
      <inkml:brushProperty name="ignorePressure" value="0"/>
    </inkml:brush>
  </inkml:definitions>
  <inkml:trace contextRef="#ctx0" brushRef="#br0">31500.000 43029.000 869,'9.000'-9.000'-3,"-1.000"1.000"-3,-1.000 1.000-5,-1.000 2.000-4,-1.000 0.000-1,0.000 2.000 2,-1.000 1.000 2,2.000 1.000 1,-2.000 1.000 7,2.000 0.000 11,-2.000 0.000 9,1.000 0.000 11,1.000 2.000 4,-2.000 1.000-1,2.000 4.000-3,-1.000 2.000-2,0.000 1.000-3,2.000 2.000-5,1.000 1.000-5,1.000 2.000-6,1.000 0.000-3,-2.000 0.000-5,-1.000-1.000-3,-1.000 2.000-3,-1.000-1.000-2,2.000 2.000 1,1.000 1.000 0,2.000 1.000 1,-1.000 0.000-3,-1.000-5.000-5,-1.000-3.000-5,-2.000-5.000-6,1.000 0.000-2,1.000 1.000-1,1.000 1.000-1,2.000 2.000 0</inkml:trace>
</inkml:ink>
</file>

<file path=ppt/ink/ink29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8"/>
    </inkml:context>
    <inkml:brush xml:id="br0">
      <inkml:brushProperty name="width" value="0.0194769501686096" units="cm"/>
      <inkml:brushProperty name="height" value="0.0194769501686096" units="cm"/>
      <inkml:brushProperty name="color" value="#000000"/>
      <inkml:brushProperty name="ignorePressure" value="0"/>
    </inkml:brush>
  </inkml:definitions>
  <inkml:trace contextRef="#ctx0" brushRef="#br0">32300.000 42289.000 753,'-12.000'-10.000'1,"-1.000"1.000"3,-4.000-1.000 3,-1.000 0.000 3,0.000 1.000 1,3.000 2.000 0,4.000 4.000-1,5.000 1.000 0,1.000 4.000 2,0.000 1.000 4,0.000 4.000 4,-1.000 2.000 5,2.000 1.000-1,1.000 0.000-3,1.000-1.000-6,1.000 1.000-3,1.000 1.000-3,-2.000-2.000-1,-1.000 2.000 0,-1.000-2.000-1,-1.000 2.000-2,2.000 1.000-4,1.000 1.000-5,2.000 1.000-4,-1.000 1.000-1,-1.000-2.000 2,-1.000-1.000 3,-1.000-2.000 1,-1.000 1.000 0,2.000-1.000-3,1.000 0.000-3,1.000 0.000-4,1.000 0.000 0,-2.000-1.000 1,-1.000 2.000 2,-2.000-1.000 1,1.000 0.000-1,1.000 2.000-4,1.000 1.000-2,2.000 2.000-4,0.000-2.000 0,0.000-1.000 2,0.000-4.000 2,0.000-1.000 2,1.000-3.000 2,3.000-1.000 0,2.000-1.000 0,2.000-1.000 0,2.000-1.000 2,-2.000 0.000 1,-1.000 0.000 2,-1.000 0.000 1,0.000 0.000 2,3.000 0.000 2,2.000 0.000 2,3.000 0.000 2,0.000 0.000 1,-1.000 0.000-1,-1.000 0.000-2,-1.000 0.000 0,-2.000 0.000-1,-1.000 0.000 3,-1.000 0.000 2,-2.000 0.000 2,1.000-1.000 1,1.000-1.000-2,1.000-1.000-1,2.000-1.000-2,-1.000-1.000 0,-1.000 2.000 2,-1.000 1.000 1,-1.000 1.000 2,-1.000 1.000 1,0.000 0.000-1,-1.000 0.000 1,2.000 0.000-1,-2.000 0.000 0,2.000 0.000 0,-2.000 0.000 0,1.000 0.000-1,0.000 2.000 0,-2.000 1.000-1,-1.000 4.000 0,-1.000 2.000-1,-1.000 1.000 0,0.000-1.000 0,0.000 1.000-1,0.000 1.000 1,-2.000-1.000-1,-1.000 2.000-2,-4.000 1.000-1,-2.000 2.000-1,0.000-1.000 0,-2.000 1.000 0,2.000 1.000 2,-2.000-1.000 0,1.000 0.000 0,-2.000 2.000-1,-1.000 1.000-2,-2.000 1.000 0,1.000 1.000-1,1.000-2.000 1,1.000-1.000 1,1.000-1.000 1,2.000-2.000 0,-1.000 1.000 0,0.000 1.000 1,0.000-1.000 0,0.000-1.000 0,-1.000-1.000 0,2.000-1.000 1,-1.000-1.000 1,0.000-1.000-1,2.000-1.000 1,1.000 1.000-1,1.000 1.000-1,3.000-1.000 0,2.000 0.000 1,2.000-1.000-1,2.000 1.000 0,3.000-1.000 0,1.000-3.000-1,1.000-2.000-2,2.000-2.000-1,0.000-2.000 0,0.000 0.000 0,-1.000 0.000 1,2.000 0.000 1,-1.000 0.000 0,2.000 0.000-1,1.000 0.000-1,2.000 0.000 0,-2.000 0.000-1,-1.000 2.000 1,-4.000 1.000 0,-2.000 2.000 1,-1.000-1.000 1,-2.000 2.000 0,-1.000-2.000 1,-1.000 1.000 1,-1.000 1.000-1,2.000 1.000 1,1.000 1.000-1,2.000 2.000 0,-1.000 0.000 0,-1.000-1.000 0,-1.000 2.000 0,-1.000-1.000 1,-1.000 0.000-1,0.000-1.000 1,0.000 1.000-1,0.000 1.000 0,-1.000-1.000 1,-1.000 2.000 1,-1.000 1.000 1,-1.000 2.000 0,-1.000-1.000 2,0.000-1.000 0,0.000-1.000 0,-1.000-1.000 0,1.000-1.000 0,0.000 0.000-1,1.000-1.000 0,-1.000 1.000-2,0.000 1.000 0,2.000-2.000-1,1.000 2.000-1,2.000-2.000-1,-1.000 1.000 0,-1.000-2.000 0,-1.000-1.000 1,-1.000-1.000 1,0.000-4.000-6,5.000-4.000-12,3.000-6.000-11,5.000-5.000-13,1.000-2.000-2,2.000-2.000 7,1.000-1.000 7,2.000-1.000 6,-1.000-1.000 5,-1.000 2.000 4,-1.000 1.000 5,-1.000 2.000 3</inkml:trace>
</inkml:ink>
</file>

<file path=ppt/ink/ink29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8"/>
    </inkml:context>
    <inkml:brush xml:id="br0">
      <inkml:brushProperty name="width" value="0.0160012990236282" units="cm"/>
      <inkml:brushProperty name="height" value="0.0160012990236282" units="cm"/>
      <inkml:brushProperty name="color" value="#000000"/>
      <inkml:brushProperty name="ignorePressure" value="0"/>
    </inkml:brush>
  </inkml:definitions>
  <inkml:trace contextRef="#ctx0" brushRef="#br0">32700.000 41989.000 916,'-9.000'1.000'3,"3.000"1.000"5,2.000 1.000 5,3.000 2.000 6,1.000 0.000 0,0.000 2.000-6,0.000 1.000-6,0.000 1.000-5,0.000 2.000-7,0.000 1.000-6,0.000 1.000-6,0.000 1.000-7,1.000 0.000-1,3.000-3.000 3,2.000-2.000 3,3.000-2.000 3,-1.000-3.000 0,-2.000 2.000-2,-2.000-2.000-1,-3.000 1.000-2,0.000 0.000 0,1.000 1.000 4,1.000-2.000 2,2.000 2.000 4</inkml:trace>
</inkml:ink>
</file>

<file path=ppt/ink/ink30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9"/>
    </inkml:context>
    <inkml:brush xml:id="br0">
      <inkml:brushProperty name="width" value="0.0156204961240292" units="cm"/>
      <inkml:brushProperty name="height" value="0.0156204961240292" units="cm"/>
      <inkml:brushProperty name="color" value="#000000"/>
      <inkml:brushProperty name="ignorePressure" value="0"/>
    </inkml:brush>
  </inkml:definitions>
  <inkml:trace contextRef="#ctx0" brushRef="#br0">32600.000 42410.000 938,'-10.000'8.000'0,"2.000"-1.000"0,1.000-4.000-1,1.000-2.000-1,3.000-1.000 0,4.000 0.000-3,3.000 0.000-2,5.000 0.000-2,0.000 0.000 0,-1.000 0.000-1,-1.000 0.000 1,-2.000 0.000-1,1.000 0.000 2,1.000 0.000-1,1.000 0.000 2,2.000 0.000 0,-1.000 0.000-1,-1.000 0.000 1,-1.000 0.000-2,-2.000 0.000 0,1.000 0.000 1,-2.000 0.000 1,2.000 0.000 3,-1.000 0.000 1,0.000 0.000 2,0.000 0.000 1,0.000 0.000 1,-1.000 0.000 1,1.000 1.000 2,-2.000 1.000 0,-1.000 1.000 1,-2.000 1.000 1,0.000 1.000 1,0.000 1.000 0,0.000-2.000 1,0.000 2.000-1,0.000-1.000 1,0.000 0.000 0,0.000 0.000-2,0.000-1.000 1,0.000 3.000-1,-2.000 2.000-1,-1.000 2.000-1,-2.000 3.000-1,0.000 0.000 0,1.000 2.000 0,-2.000-2.000 1,2.000 1.000 0,-3.000 0.000-1,-1.000 1.000-1,-4.000-1.000-1,-1.000-1.000-2,-2.000 1.000 0,2.000 1.000 1,1.000-1.000 0,2.000 0.000 2,0.000-1.000 0,2.000 1.000-2,1.000 1.000-2,1.000-1.000-1,1.000-1.000-1,-2.000-1.000 2,-1.000-1.000 0,-1.000-1.000 2,0.000-2.000 0,3.000-1.000-1,2.000-1.000-1,2.000-2.000-1,2.000 0.000 0,0.000 1.000-1,0.000-2.000 1,0.000 2.000-1,2.000-3.000 1,4.000-2.000 0,3.000-2.000 1,5.000-2.000 0,1.000-2.000 0,0.000 0.000 1,-1.000 0.000 0,1.000-1.000 0,1.000 1.000 0,-2.000-2.000 2,2.000-1.000 1,-2.000-1.000 1,2.000-1.000 0,-1.000 0.000-1,0.000-1.000-1,0.000 2.000 0,0.000-1.000 1,-1.000 2.000 1,2.000 1.000 3,-1.000 1.000 3,-1.000 1.000 0,-1.000 0.000-1,-1.000 1.000 0,-1.000-1.000-1,-1.000 0.000 0,0.000 0.000 1,-1.000-1.000 2,2.000 2.000 0,-2.000-2.000 0,2.000 2.000-2,-2.000-2.000-2,1.000 1.000-3,0.000 1.000 0,-2.000-2.000 0,-1.000 2.000 0,-1.000-1.000 1,-2.000 1.000-3,-1.000 5.000-6,-1.000 3.000-6,-2.000 5.000-6,0.000 1.000-3,-2.000-1.000 1,-1.000 2.000 0,-1.000-1.000 0,-1.000 0.000 2,-1.000-1.000 1,2.000 1.000 1,-1.000 1.000 1,-1.000-1.000 1,-1.000 0.000-2,-1.000-1.000-2,-1.000 1.000 0,-1.000 1.000 1,0.000-2.000 3,-1.000 2.000 4,1.000-2.000 4,0.000 2.000 1,-2.000-1.000 2,-1.000 0.000 0,-2.000 0.000 1,2.000 0.000 0,2.000-1.000 1,2.000 2.000-1,2.000-1.000 1</inkml:trace>
</inkml:ink>
</file>

<file path=ppt/ink/ink30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9"/>
    </inkml:context>
    <inkml:brush xml:id="br0">
      <inkml:brushProperty name="width" value="0.0165267307311296" units="cm"/>
      <inkml:brushProperty name="height" value="0.0165267307311296" units="cm"/>
      <inkml:brushProperty name="color" value="#000000"/>
      <inkml:brushProperty name="ignorePressure" value="0"/>
    </inkml:brush>
  </inkml:definitions>
  <inkml:trace contextRef="#ctx0" brushRef="#br0">32640.000 42989.000 887,'-10.000'0.000'-5,"2.000"0.000"-9,1.000 0.000-9,1.000 0.000-9,1.000 0.000 5,1.000 0.000 20,-2.000 0.000 21,2.000 0.000 20,-1.000 1.000 7,2.000 1.000-5,1.000 1.000-5,2.000 2.000-5,-1.000 0.000-6,-1.000-1.000-7,-1.000 2.000-7,-2.000-1.000-8,1.000 0.000-3,1.000 2.000-4,1.000 1.000-1,1.000 2.000-3,1.000 0.000 0,-2.000 0.000 1,-1.000-1.000 1,-1.000 1.000 1,-1.000 1.000 0,2.000-2.000-1,1.000 2.000-3,2.000-2.000-1,-1.000 2.000 0,-1.000-1.000 1,-1.000 0.000 1,-1.000 0.000 1,-2.000 0.000 0,2.000 2.000 1,-2.000 1.000-1,1.000 2.000 1,1.000-2.000 0,1.000-2.000 1,1.000-2.000 1,2.000-2.000 1,0.000-2.000 0,0.000 0.000 0,0.000 0.000 0,0.000-1.000 0,1.000 0.000 1,3.000-3.000 2,2.000-2.000 1,2.000-3.000 2,2.000 0.000 0,-2.000-2.000 1,-1.000 2.000 0,-1.000-1.000 1</inkml:trace>
</inkml:ink>
</file>

<file path=ppt/ink/ink30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9"/>
    </inkml:context>
    <inkml:brush xml:id="br0">
      <inkml:brushProperty name="width" value="0.0169205982238054" units="cm"/>
      <inkml:brushProperty name="height" value="0.0169205982238054" units="cm"/>
      <inkml:brushProperty name="color" value="#000000"/>
      <inkml:brushProperty name="ignorePressure" value="0"/>
    </inkml:brush>
  </inkml:definitions>
  <inkml:trace contextRef="#ctx0" brushRef="#br0">32780.000 42970.000 866,'8.000'20.000'-4,"-2.000"0.000"-10,-2.000-1.000-9,-2.000 2.000-8,-2.000-3.000 0,0.000-1.000 13,0.000-4.000 12,0.000-1.000 11,0.000-2.000 9,0.000 2.000 3,0.000 1.000 4,0.000 2.000 3,0.000 0.000 1,2.000 2.000-2,1.000 1.000-2,1.000 1.000-1,1.000 1.000-3,-2.000-2.000 0,-1.000-1.000-3,-2.000-1.000-1,2.000-2.000-3,1.000-1.000-3,4.000-1.000-3,2.000-1.000-4,0.000-1.000-1,-1.000 2.000 2,-1.000 1.000 1,-2.000 2.000 2,1.000-2.000-2,1.000-4.000-2,1.000-3.000-2,2.000-5.000-3,0.000-1.000-2,2.000 0.000 1,1.000 0.000 0,2.000 0.000 1,-1.000 0.000 1,-1.000-2.000 0,-1.000-1.000 2,-1.000-1.000 1,-1.000-3.000-1,2.000-4.000-4,1.000-3.000-3,2.000-4.000-3,-1.000-3.000-2,-1.000-1.000 0,-1.000-1.000 1,-1.000-2.000 0,-1.000 0.000-1,2.000-2.000-4,1.000-1.000-2,2.000-1.000-4,-1.000 0.000 0,-1.000 3.000 2,-1.000 2.000 2,-1.000 3.000 2,-2.000 0.000 3,-1.000-1.000 3,-1.000-1.000 2,-1.000-2.000 4,-1.000 1.000 1,2.000 1.000 2,1.000 1.000 1,1.000 1.000 0,1.000 3.000 1,1.000 1.000 1,-1.000 4.000-1,0.000 1.000 1</inkml:trace>
</inkml:ink>
</file>

<file path=ppt/ink/ink30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19"/>
    </inkml:context>
    <inkml:brush xml:id="br0">
      <inkml:brushProperty name="width" value="0.0191977079957724" units="cm"/>
      <inkml:brushProperty name="height" value="0.0191977079957724" units="cm"/>
      <inkml:brushProperty name="color" value="#000000"/>
      <inkml:brushProperty name="ignorePressure" value="0"/>
    </inkml:brush>
  </inkml:definitions>
  <inkml:trace contextRef="#ctx0" brushRef="#br0">33300.000 42350.000 763,'-19.000'-19.000'3,"5.000"2.000"3,3.000 4.000 6,5.000 1.000 3,4.000 3.000 4,6.000 1.000 0,7.000 1.000 2,6.000 2.000 1,2.000 0.000-1,2.000 2.000-2,-2.000 1.000-2,1.000 2.000-3,1.000-1.000-2,1.000-1.000-3,1.000-1.000-1,2.000-2.000-3,0.000 0.000-1,0.000 0.000-1,0.000 1.000-1,0.000-1.000-1,0.000 0.000 0,2.000 0.000 0,1.000-1.000 0,1.000 2.000 0,1.000-2.000-1,-2.000 2.000 0,-1.000-2.000-1,-2.000 1.000-1,0.000 1.000 0,-2.000 1.000 1,-1.000 1.000 1,-2.000 2.000 2,0.000-1.000-1,1.000-1.000-4,-2.000-1.000-5,2.000-1.000-3,-2.000-1.000-2,-1.000 2.000 2,-1.000 1.000 1,-2.000 2.000 1,0.000 0.000 1,-2.000 0.000 0,-1.000 0.000-2,-2.000 0.000 0,0.000-1.000-1,-2.000-1.000 1,-1.000-1.000 1,-1.000-2.000 0,-3.000 2.000 0,-2.000 2.000 2,-2.000 2.000-1,-2.000 2.000 1,-2.000 3.000 1,0.000 1.000 1,0.000 1.000 1,-1.000 2.000 0,1.000 1.000 1,0.000 3.000-1,1.000 2.000-1,-1.000 2.000 0,0.000 3.000 0,2.000-2.000 0,1.000 2.000 2,2.000-1.000 1,-1.000 0.000 0,-1.000 2.000 0,-1.000 1.000 1,-1.000 2.000-1,-1.000 0.000 2,2.000 0.000-1,1.000 0.000 0,1.000 0.000 1,1.000 0.000 0,0.000 2.000 1,0.000 1.000 0,0.000 2.000 0,0.000 0.000 1,0.000 2.000 2,0.000 1.000 0,0.000 1.000 1,0.000 2.000 1,0.000-2.000 1,0.000 2.000 0,0.000-2.000 0,0.000 2.000 1,-2.000-1.000 0,-1.000 0.000 1,-2.000 0.000 0,1.000-1.000 1,1.000-1.000-1,1.000-1.000 0,2.000-1.000-1,-1.000-1.000 1,-1.000-1.000-1,-1.000 2.000-1,-1.000-1.000 1,-1.000-1.000-1,0.000-1.000-1,0.000-1.000 1,-1.000-2.000-1,1.000 0.000-2,0.000-2.000-2,1.000-1.000-3,-1.000-1.000-3,-1.000-2.000-1,-1.000-1.000 2,-1.000-1.000 0,-2.000-2.000 3,1.000-1.000-3,-1.000-2.000-3,0.000-4.000-3,0.000-2.000-5,0.000-1.000-2,-1.000-2.000-1,2.000-1.000-2,-1.000-2.000-1,0.000 0.000 0,-1.000 0.000 0,1.000 0.000 1,1.000 0.000 1,-2.000 0.000-1,-1.000-2.000-1,-1.000-1.000-1,-1.000-2.000-1,-2.000 0.000 1,1.000-2.000 3,1.000-1.000 5,-1.000-1.000 3,0.000-2.000 2,0.000 1.000 3,-1.000 1.000 1,2.000-1.000 1</inkml:trace>
</inkml:ink>
</file>

<file path=ppt/ink/ink30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20"/>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33359.000 42789.000 1000,'0.000'-18.000'-1,"0.000"4.000"-1,0.000 3.000-1,0.000 4.000-1,1.000 3.000 0,1.000 1.000 1,1.000 1.000 0,1.000 1.000 2,2.000 1.000-1,-2.000 0.000 1,2.000 0.000-1,-1.000 0.000 0,0.000 1.000 0,2.000 1.000-2,1.000 1.000-2,1.000 1.000-1,1.000 1.000 1,-2.000 1.000 2,-1.000-2.000 3,-1.000 2.000 2,-1.000-2.000 0,2.000-1.000-1,1.000-1.000-3,2.000-1.000-1,-1.000-1.000 0,2.000 0.000 1,-2.000 0.000 2,1.000 0.000 2,0.000 0.000 1,1.000 0.000-1,-1.000 0.000 0,-1.000 0.000 1,1.000-1.000-1,-2.000-1.000-1,-1.000-1.000 1,-1.000-1.000 0,-1.000-1.000 0,2.000 0.000 1,1.000 0.000 0,1.000-1.000 2,1.000 2.000 1,-2.000 1.000-1,-1.000 1.000 1,-1.000 1.000-1,-2.000 2.000-1,-1.000 1.000-2,-1.000 1.000-1,-2.000 1.000-3,0.000 2.000-2,0.000 1.000-1,0.000 1.000-1,0.000 2.000-2,0.000 0.000 0,-2.000 2.000 2,-1.000 1.000 3,-1.000 2.000 1,-2.000-1.000 0,-1.000-1.000 0,-1.000-1.000-2,-2.000-1.000-1,1.000-1.000 0,1.000-1.000 0,1.000 2.000 2,2.000-1.000 0,0.000 0.000 1,0.000 2.000 0,0.000 1.000 0,-1.000 2.000 1,1.000-1.000 0,-2.000-1.000 1,-1.000-1.000 1,-1.000-1.000 1,-1.000-1.000 1,-1.000-1.000 0,1.000 1.000 0,1.000 1.000 1,-1.000-2.000 1,2.000-1.000 2,1.000-1.000 2,1.000-2.000 2,1.000 0.000 0,0.000 0.000 1,1.000 1.000-1,-1.000-1.000 0,0.000-1.000 0,-1.000-1.000-1,2.000-1.000 0,-1.000-1.000 0,1.000-1.000-2,5.000 0.000-4,3.000 0.000-4,5.000 0.000-4,1.000-2.000-4,2.000-4.000-4,1.000-3.000-5,2.000-5.000-3,-1.000 1.000-2,-1.000 2.000 2,-1.000 2.000 3,-1.000 2.000 2,-1.000 2.000 2,0.000-2.000 0,-1.000-1.000 1,2.000-1.000 1</inkml:trace>
</inkml:ink>
</file>

<file path=ppt/ink/ink30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20"/>
    </inkml:context>
    <inkml:brush xml:id="br0">
      <inkml:brushProperty name="width" value="0.0155759202316403" units="cm"/>
      <inkml:brushProperty name="height" value="0.0155759202316403" units="cm"/>
      <inkml:brushProperty name="color" value="#000000"/>
      <inkml:brushProperty name="ignorePressure" value="0"/>
    </inkml:brush>
  </inkml:definitions>
  <inkml:trace contextRef="#ctx0" brushRef="#br0">34480.000 42050.000 941,'0.000'-10.000'0,"0.000"2.000"0,0.000 1.000 0,0.000 2.000 0,0.000 0.000 1,2.000 2.000 3,1.000 1.000 3,2.000 2.000 2,-1.000 0.000 0,-1.000 2.000 0,-1.000 1.000-2,-1.000 2.000-1,-1.000 0.000-2,0.000 2.000-2,0.000 1.000-1,0.000 2.000-3,0.000 0.000-1,0.000 2.000 0,0.000 1.000 1,0.000 2.000 0,0.000-1.000 0,0.000-1.000 1,0.000-1.000 1,0.000-1.000 0,-1.000-1.000 0,-1.000 2.000-2,-1.000 1.000-2,-1.000 2.000-2,-1.000-1.000 0,0.000-1.000 1,0.000-1.000 4,-1.000-1.000 1,1.000-1.000 1,0.000 0.000-1,1.000-1.000-2,-1.000 1.000-1,0.000 1.000-1,-1.000-2.000 1,2.000 2.000 1,-1.000-2.000 1,-1.000 2.000 0,2.000-1.000 0,-2.000 0.000 0,1.000 0.000 1,0.000 0.000-1,1.000-1.000 2,-2.000 2.000 0,2.000-1.000 1,-1.000-1.000 0,0.000-1.000 0,0.000-1.000-1,-1.000-2.000 1,3.000 0.000-1,1.000-2.000-1,4.000-1.000-1,1.000-1.000 0,4.000-3.000 0,1.000-1.000 0,4.000-4.000 1,1.000-2.000 0,3.000-1.000-1,1.000 1.000-1,1.000-1.000-2,2.000-1.000-1,0.000 1.000-2,2.000-2.000 0,1.000-1.000-3,1.000-2.000 0,1.000 1.000-2,0.000-2.000 0,0.000 2.000 0,0.000-2.000-2,0.000 2.000 1,0.000-1.000 0,0.000 0.000 1,0.000 0.000 0,0.000 0.000 1,-2.000 2.000-1,-1.000 1.000 0,-2.000 2.000-1,0.000 0.000 2,-2.000 2.000 1,-1.000 1.000 3,-1.000 1.000 2,-1.000 2.000 2,-1.000 1.000 0,2.000 1.000 1,-1.000 1.000 1,-2.000 2.000 0,-2.000 1.000 1,-2.000 1.000 0,-2.000 1.000-1,-3.000 1.000 1,-1.000 1.000 0,-1.000-2.000 0,-1.000 2.000 0</inkml:trace>
</inkml:ink>
</file>

<file path=ppt/ink/ink30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20"/>
    </inkml:context>
    <inkml:brush xml:id="br0">
      <inkml:brushProperty name="width" value="0.0152895245701075" units="cm"/>
      <inkml:brushProperty name="height" value="0.0152895245701075" units="cm"/>
      <inkml:brushProperty name="color" value="#000000"/>
      <inkml:brushProperty name="ignorePressure" value="0"/>
    </inkml:brush>
  </inkml:definitions>
  <inkml:trace contextRef="#ctx0" brushRef="#br0">35000.000 42189.000 959,'-1.000'-8.000'-6,"-1.000"2.000"-11,-1.000 2.000-12,-1.000 3.000-10,-1.000 1.000 4,0.000 2.000 21,0.000 1.000 23,-1.000 1.000 21,2.000 1.000 6,1.000 0.000-7,1.000 1.000-9,1.000-1.000-7,1.000 0.000-4,-2.000 2.000 0,-1.000 1.000 1,-1.000 1.000 0,-1.000 2.000-5,-1.000-1.000-7,2.000 0.000-9,-1.000 0.000-9,-1.000 0.000-3,2.000 2.000-1,-2.000 1.000 1,1.000 2.000 0,1.000-1.000 2,1.000-1.000 2,1.000-1.000 2,2.000-1.000 4,-2.000-1.000 0,-2.000-1.000 2,-2.000 2.000 0,-2.000-1.000 0</inkml:trace>
</inkml:ink>
</file>

<file path=ppt/ink/ink30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21"/>
    </inkml:context>
    <inkml:brush xml:id="br0">
      <inkml:brushProperty name="width" value="0.0153903234750032" units="cm"/>
      <inkml:brushProperty name="height" value="0.0153903234750032" units="cm"/>
      <inkml:brushProperty name="color" value="#000000"/>
      <inkml:brushProperty name="ignorePressure" value="0"/>
    </inkml:brush>
  </inkml:definitions>
  <inkml:trace contextRef="#ctx0" brushRef="#br0">34440.000 42750.000 952,'0.000'9.000'0,"0.000"-1.000"0,0.000-1.000 0,0.000-2.000 0,0.000 0.000-1,0.000 0.000-2,0.000 1.000-3,0.000-1.000-2,0.000 0.000 0,0.000-1.000 2,0.000 2.000 3,0.000-1.000 3,0.000-1.000 0,0.000 2.000 1,0.000-2.000 0,0.000 1.000 0,0.000 0.000 0,0.000 1.000 3,0.000-2.000 0,0.000 2.000 2,0.000-1.000 0,0.000 0.000 1,0.000 0.000-1,0.000-1.000 1,0.000 1.000-1,2.000 0.000-1,1.000 1.000 0,2.000-1.000 0,-1.000 0.000-1,-1.000 2.000-1,-1.000 1.000 1,-2.000 1.000-1,0.000 2.000-1,0.000-1.000-1,0.000 0.000-1,0.000 0.000 0,0.000 0.000-1,0.000 2.000 0,0.000 1.000 0,0.000 2.000-1,0.000 0.000 0,0.000 2.000-2,0.000 1.000-3,0.000 1.000-1,0.000 1.000 0,0.000-2.000 1,0.000-1.000 1,0.000-1.000 1,0.000-1.000 1,0.000 2.000-1,0.000 1.000 0,0.000 1.000 0,0.000 0.000-1,-2.000-3.000 2,-1.000-2.000 0,-1.000-3.000 2,-1.000-1.000-1,2.000-2.000 0,1.000-1.000-2,2.000-1.000-2,-1.000-2.000 1,-1.000 2.000 0,-1.000-2.000 1,-1.000 1.000 1,-1.000-1.000-1,2.000-5.000-5,1.000-3.000-4,1.000-5.000-4,1.000-1.000-2,0.000 1.000 3,0.000-1.000 2,0.000-1.000 1</inkml:trace>
</inkml:ink>
</file>

<file path=ppt/ink/ink30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21"/>
    </inkml:context>
    <inkml:brush xml:id="br0">
      <inkml:brushProperty name="width" value="0.0173297766596079" units="cm"/>
      <inkml:brushProperty name="height" value="0.0173297766596079" units="cm"/>
      <inkml:brushProperty name="color" value="#000000"/>
      <inkml:brushProperty name="ignorePressure" value="0"/>
    </inkml:brush>
  </inkml:definitions>
  <inkml:trace contextRef="#ctx0" brushRef="#br0">34559.000 42589.000 846,'10.000'-8.000'19,"-2.000"2.000"-2,-1.000 2.000 0,-1.000 3.000-1,-1.000 1.000-1,2.000 0.000-2,1.000 0.000-1,1.000 0.000 0,1.000 0.000-3,1.000 0.000-1,-1.000 0.000-1,-1.000 0.000-2,3.000-1.000-2,2.000-1.000-3,2.000-1.000-1,2.000-1.000-2,1.000-1.000-1,-2.000 2.000 1,-4.000 1.000 2,-1.000 2.000 0,-3.000-1.000 0,2.000-1.000-1,-2.000-1.000-1,1.000-2.000-1,0.000 1.000 0,1.000 1.000-1,-1.000 1.000 1,-1.000 1.000 0,1.000 1.000 0,1.000 0.000 0,-1.000 0.000-1,0.000 0.000 0,-1.000 1.000 0,1.000 1.000 0,1.000 1.000 1,-1.000 1.000 0,-1.000 2.000 1,-1.000 1.000 0,-1.000 1.000 1,-2.000 2.000 0,1.000 1.000 1,-2.000 3.000-2,2.000 2.000 0,-1.000 2.000-1,-1.000 3.000 0,-1.000 1.000-1,-1.000 1.000 0,-1.000 2.000 0,-1.000 1.000 0,0.000 3.000 1,0.000 2.000-1,0.000 2.000 1,0.000 3.000 0,0.000-2.000 1,0.000 2.000 0,0.000-2.000 1,0.000 2.000 0,0.000-1.000 1,0.000 0.000-1,0.000 0.000 0,0.000 0.000 1,0.000 2.000-1,0.000 1.000-1,0.000 2.000 0,-1.000-2.000 1,-1.000-4.000 0,-1.000-3.000 2,-1.000-4.000 1,-1.000-3.000 1,2.000-1.000-2,1.000-1.000-1,2.000-2.000-2,0.000 0.000 1,0.000-2.000 0,0.000-1.000-1,0.000-1.000 1,-1.000-3.000-1,-1.000-4.000-2,-1.000-3.000-3,-2.000-5.000-3,1.000-2.000-1,1.000-5.000 0,1.000-3.000-1,1.000-4.000-1,1.000-2.000 0,-2.000-1.000 3,-1.000 1.000 1,-1.000 1.000 3,-1.000-1.000 0,2.000 2.000 1,1.000 1.000-1,2.000 2.000 1,-1.000-1.000-1,-1.000 1.000 2,-1.000 1.000-1,-1.000-1.000 1</inkml:trace>
</inkml:ink>
</file>

<file path=ppt/ink/ink30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21"/>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34580.000 42750.000 1000,'9.000'10.000'-44,"-1.000"0.000"11,-1.000-1.000 9,-2.000 1.000 10,0.000-1.000 8,0.000-3.000 7,1.000-2.000 7,-1.000-2.000 8,-1.000-2.000 0,-1.000 2.000-6,-1.000 1.000-5,-1.000 2.000-6,-1.000-1.000-1,2.000-1.000-1,1.000-1.000 2,2.000-2.000 1,-1.000 0.000-1,2.000 0.000-2,-2.000 0.000-2,1.000 0.000-1,1.000 0.000-1,1.000 0.000 1,1.000 0.000 2,2.000 0.000 1,-1.000 0.000-1,-1.000 0.000-7,-1.000 0.000-5,-1.000 0.000-7,-1.000 1.000 1,0.000 1.000 4,-1.000 1.000 4,2.000 1.000 6,-2.000 1.000 2,-1.000 1.000 1,-1.000-2.000 2,-2.000 2.000 1,0.000-1.000 2,0.000 0.000 1,0.000 0.000 2,0.000-1.000 2,-1.000 2.000 1,-3.000 1.000-3,-2.000 1.000 0,-2.000 2.000-2,-2.000-1.000 0,2.000-1.000 3,1.000-1.000 3,1.000-2.000 2,1.000 1.000 2,1.000 1.000-1,-2.000 1.000-2,2.000 2.000 1,-1.000-1.000-2,0.000-1.000 1,0.000-1.000-1,-1.000-1.000-1,2.000-1.000 0,1.000-1.000-3,1.000 2.000-2,1.000-1.000-1,2.000-1.000-4,1.000-1.000-1,1.000-1.000-3,1.000-2.000-3,2.000 0.000-1,-2.000-2.000 0,2.000-1.000-2,-1.000-1.000 0</inkml:trace>
</inkml:ink>
</file>

<file path=ppt/ink/ink31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21"/>
    </inkml:context>
    <inkml:brush xml:id="br0">
      <inkml:brushProperty name="width" value="0.0155478604137897" units="cm"/>
      <inkml:brushProperty name="height" value="0.0155478604137897" units="cm"/>
      <inkml:brushProperty name="color" value="#000000"/>
      <inkml:brushProperty name="ignorePressure" value="0"/>
    </inkml:brush>
  </inkml:definitions>
  <inkml:trace contextRef="#ctx0" brushRef="#br0">35419.000 41889.000 943,'0.000'-18.000'-3,"0.000"4.000"-6,0.000 3.000-5,0.000 4.000-6,0.000 4.000 3,0.000 2.000 14,0.000 2.000 13,0.000 2.000 13,0.000 2.000 3,-2.000 1.000-6,-1.000-2.000-6,-2.000 2.000-7,0.000-1.000-2,1.000 2.000-1,-2.000 1.000 0,2.000 1.000 1,-1.000 2.000-2,0.000 1.000-1,0.000 1.000-4,-1.000 1.000-1,1.000 1.000-1,0.000 1.000 1,1.000-1.000 2,-1.000 0.000 2,0.000-1.000-1,-1.000 1.000 0,2.000 1.000-1,-1.000-1.000-1,-1.000 0.000 0,2.000 2.000 0,-2.000 1.000 1,1.000 1.000 2,1.000 2.000-1,1.000-2.000 1,1.000 2.000 0,2.000-1.000 0,0.000-1.000 0,0.000-1.000-1,0.000-1.000-1,0.000-2.000-1,0.000 1.000-1,0.000 1.000 0,0.000 1.000 0,0.000 2.000 0,0.000-1.000 0,0.000-1.000-1,0.000-1.000 1,0.000-1.000 0,0.000-2.000 0,0.000 2.000 1,0.000-2.000 1,0.000 1.000 0,1.000-1.000 1,3.000-3.000-1,2.000-2.000 0,2.000-2.000 0,2.000-3.000-1,1.000 2.000 1,-1.000-2.000 0,-1.000 1.000 1,1.000 0.000-2,1.000-2.000-2,-1.000-1.000-3,0.000-1.000-3,0.000-3.000-1,2.000-1.000 1,1.000-4.000 1,2.000-2.000 0,0.000-1.000 1,2.000 1.000 1,1.000-1.000-1,1.000-1.000 0,1.000 0.000 0,-2.000-2.000 0,-1.000-4.000-1,-1.000-2.000 1,-2.000-1.000-1,-1.000 0.000 1,-1.000 1.000 2,-1.000-1.000 0,-1.000 0.000 0,2.000 2.000-2,1.000 1.000-2,2.000 1.000-2,-2.000 2.000 1,-2.000-1.000 2,-2.000 0.000 3,-2.000 0.000 2,-3.000 0.000 1,-1.000 2.000 2,-1.000 1.000-1,-1.000 2.000 2,-1.000 0.000-1,0.000 2.000 1,0.000 1.000 0,0.000 1.000-1,0.000 1.000 1,0.000 0.000 0,0.000 1.000 0,0.000-1.000 0</inkml:trace>
</inkml:ink>
</file>

<file path=ppt/ink/ink31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22"/>
    </inkml:context>
    <inkml:brush xml:id="br0">
      <inkml:brushProperty name="width" value="0.0155469533056021" units="cm"/>
      <inkml:brushProperty name="height" value="0.0155469533056021" units="cm"/>
      <inkml:brushProperty name="color" value="#000000"/>
      <inkml:brushProperty name="ignorePressure" value="0"/>
    </inkml:brush>
  </inkml:definitions>
  <inkml:trace contextRef="#ctx0" brushRef="#br0">35519.000 42210.000 943,'0.000'10.000'0,"-2.000"-1.000"0,-1.000 1.000 0,-2.000 1.000 0,0.000-2.000 0,1.000-1.000 0,-2.000-1.000 0,2.000-2.000-1,-1.000 1.000 2,0.000 1.000 2,0.000 1.000 3,-1.000 2.000 2,1.000 0.000-1,0.000-1.000-3,1.000 1.000-3,-1.000 1.000-4,0.000-1.000-2,-1.000 2.000-1,2.000 1.000-1,-1.000 2.000-2,-1.000 1.000 0,2.000 2.000 0,-2.000 4.000 0,1.000 1.000 0,0.000 3.000-1,1.000 1.000-1,-2.000 1.000-2,2.000 1.000-1,-2.000 1.000 0,-1.000-2.000-1,-1.000-1.000 1,-2.000-1.000 0,1.000 0.000 0,1.000 2.000 1,1.000 4.000 0,2.000 2.000 1,0.000-1.000 2,2.000-1.000 2,1.000-4.000 2,1.000-2.000 2,1.000-2.000 2,0.000-3.000 0,0.000-2.000 1,0.000-2.000 1,2.000-3.000-1,1.000 2.000 1,4.000-2.000 0,2.000 1.000-1,1.000-1.000 1,0.000-5.000 0,-1.000-3.000 0,2.000-4.000 0,-2.000-2.000 1,2.000 0.000 1,-2.000 0.000 2,1.000 0.000 1,1.000 0.000 1,1.000 0.000 0,1.000 0.000 0,1.000 0.000 1,1.000-1.000 1,-2.000-1.000 0,-1.000-1.000 1,-2.000-1.000 1,0.000-1.000 0,1.000 2.000 0,-1.000 1.000 0,-1.000 1.000 0,1.000 1.000 0,1.000 0.000 2,-1.000 0.000 2,0.000 0.000 2,-1.000 0.000 0,1.000-2.000-1,1.000-1.000-1,-1.000-2.000 0,0.000 1.000-2,2.000 1.000-1,1.000 1.000-2,2.000 2.000-2,-1.000 0.000-1,-1.000 0.000-1,-1.000 0.000-1,-1.000 0.000-2,-1.000 0.000 0,2.000 0.000 0,1.000 0.000-1,2.000 0.000 1,-1.000 0.000-3,-1.000 0.000-3,-1.000 0.000-3,-1.000 0.000-2,-1.000 0.000-3,0.000 0.000 1,-1.000 0.000-1,2.000 0.000 0,-2.000-1.000-3,-1.000-1.000-4,-1.000-1.000-4,-2.000-1.000-5,1.000-2.000 0,1.000-1.000 3,1.000-1.000 5,2.000-2.000 4</inkml:trace>
</inkml:ink>
</file>

<file path=ppt/ink/ink31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22"/>
    </inkml:context>
    <inkml:brush xml:id="br0">
      <inkml:brushProperty name="width" value="0.0166219249367714" units="cm"/>
      <inkml:brushProperty name="height" value="0.0166219249367714" units="cm"/>
      <inkml:brushProperty name="color" value="#000000"/>
      <inkml:brushProperty name="ignorePressure" value="0"/>
    </inkml:brush>
  </inkml:definitions>
  <inkml:trace contextRef="#ctx0" brushRef="#br0">35680.000 42670.000 882,'-10.000'-9.000'-54,"2.000"2.000"20,1.000 4.000 20,2.000 2.000 19,0.000 1.000 13,-1.000 0.000 5,2.000 0.000 6,-1.000 0.000 5,-1.000 1.000-1,2.000 2.000-5,-2.000 4.000-6,1.000 2.000-7,1.000 1.000-6,1.000-1.000-5,1.000 2.000-7,2.000-1.000-6,-1.000 0.000-2,-1.000 2.000 3,-1.000 1.000 1,-1.000 2.000 3,-1.000 0.000-2,0.000 0.000-5,0.000-1.000-6,-1.000 2.000-5,2.000-2.000-2,1.000 2.000 4,1.000-2.000 4,1.000 1.000 2,1.000 0.000 1,-2.000 1.000-1,-1.000-1.000-2,-1.000-1.000 0,-1.000 1.000-1,-1.000-2.000 1,2.000-1.000 1,-1.000-2.000 1</inkml:trace>
</inkml:ink>
</file>

<file path=ppt/ink/ink31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22"/>
    </inkml:context>
    <inkml:brush xml:id="br0">
      <inkml:brushProperty name="width" value="0.0148452734574676" units="cm"/>
      <inkml:brushProperty name="height" value="0.0148452734574676" units="cm"/>
      <inkml:brushProperty name="color" value="#000000"/>
      <inkml:brushProperty name="ignorePressure" value="0"/>
    </inkml:brush>
  </inkml:definitions>
  <inkml:trace contextRef="#ctx0" brushRef="#br0">36080.000 41929.000 987,'11.000'-10.000'0,"2.000"1.000"-2,4.000-1.000-1,2.000-1.000-1,-1.000 2.000 0,-1.000 1.000 2,-4.000 1.000 2,-1.000 2.000 3,-3.000 0.000-2,1.000 2.000-2,1.000 1.000-3,-1.000 2.000-2,0.000-1.000-1,2.000-1.000 2,1.000-1.000 2,2.000-2.000 2,0.000 0.000 0,-1.000 0.000-3,1.000 1.000-3,1.000-1.000-3,-2.000 0.000 0,-1.000 2.000 2,-1.000 1.000 2,-1.000 2.000 3,-2.000 0.000 0,-1.000 0.000 1,-1.000 0.000 0,-1.000 0.000 1,-1.000 0.000 0,0.000 0.000 2,-1.000 0.000 2,2.000 0.000 1,-2.000 1.000 2,-1.000 3.000 1,-1.000 2.000 2,-2.000 2.000 1,-1.000 3.000-1,-3.000-1.000 0,-2.000 0.000-2,-2.000 0.000 0,-2.000 1.000-2,-1.000 3.000 0,1.000 2.000-1,1.000 2.000 0,-1.000 2.000 0,0.000-2.000-1,-1.000-1.000 1,1.000-1.000 0,0.000-1.000-1,-2.000 2.000-2,-1.000 1.000-2,-2.000 2.000-2,1.000 0.000-1,1.000 2.000 0,1.000 1.000 1,1.000 2.000-1,1.000-1.000 2,-2.000-1.000 0,-1.000-1.000 1,-2.000-1.000 1,0.000-1.000 1,1.000 2.000-2,-1.000 1.000-1,0.000 1.000 0,-1.000 2.000-2,1.000 1.000 0,1.000 1.000 0,-1.000 2.000-1,0.000-1.000 0,0.000-1.000-1,-1.000-1.000 0,2.000-1.000-1,-1.000-2.000 1,2.000-1.000 0,1.000-1.000 2,2.000-1.000-1,0.000-2.000 2,-1.000-1.000 0,2.000-1.000 0,-1.000-1.000 0,0.000-2.000 1,2.000-1.000 0,1.000-1.000-1,1.000-1.000 1,3.000-3.000-2,2.000-1.000-5,2.000-4.000-6,2.000-2.000-3,4.000-2.000-2,2.000-5.000 3,2.000-3.000 2,3.000-4.000 3,-1.000-1.000 3,-1.000 2.000 2,-4.000 4.000 1,-1.000 2.000 3,-2.000 0.000 1,2.000-1.000 1,1.000-1.000 0,1.000-2.000 0</inkml:trace>
</inkml:ink>
</file>

<file path=ppt/ink/ink31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23"/>
    </inkml:context>
    <inkml:brush xml:id="br0">
      <inkml:brushProperty name="width" value="0.0159577447921038" units="cm"/>
      <inkml:brushProperty name="height" value="0.0159577447921038" units="cm"/>
      <inkml:brushProperty name="color" value="#000000"/>
      <inkml:brushProperty name="ignorePressure" value="0"/>
    </inkml:brush>
  </inkml:definitions>
  <inkml:trace contextRef="#ctx0" brushRef="#br0">36280.000 42529.000 919,'26.000'28.000'-65,"-7.000"-6.000"26,-8.000-4.000 24,-7.000-5.000 26,-4.000-3.000 12,0.000-1.000-1,0.000 1.000 1,0.000 1.000-1,0.000-1.000-2,2.000 2.000-4,1.000 1.000-4,2.000 2.000-4,-1.000-1.000-2,-1.000 1.000 2,-1.000 1.000 1,-2.000-1.000 0,0.000 0.000-1,0.000 2.000-5,0.000 1.000-6,0.000 1.000-4,0.000 1.000-4,0.000-2.000-1,0.000-1.000-2,0.000-1.000-2,0.000-2.000 0,-2.000 1.000 1,-1.000 1.000 1,-1.000-1.000 0,-1.000-1.000 1,2.000-1.000-1,1.000-1.000-1,2.000-1.000 0,-1.000-2.000 0,-1.000-1.000 0,-1.000-1.000 0,-1.000-2.000 2,-2.000-1.000 0,2.000-5.000 2,-2.000-3.000 0,1.000-5.000 3,0.000-1.000 1,1.000 1.000 1,-2.000-1.000 2,2.000-1.000 2</inkml:trace>
</inkml:ink>
</file>

<file path=ppt/ink/ink31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23"/>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36559.000 42429.000 1000,'0.000'11.000'-2,"0.000"1.000"-4,0.000 1.000-3,0.000 1.000-5,1.000 1.000 1,1.000-2.000 1,1.000-1.000 3,1.000-2.000 2,2.000 1.000 2,-2.000 1.000 2,2.000 1.000 1,-1.000 1.000 0,1.000 1.000 1,3.000 1.000-3,2.000-1.000-2,3.000-1.000-2,1.000 1.000-1,-1.000-2.000-2,2.000-1.000 0,-1.000-2.000 0,0.000 0.000-1,2.000-2.000 0,1.000-1.000 1,1.000-1.000 1,1.000-2.000 0,-2.000 2.000 1,-1.000-2.000 1,-1.000 1.000 1</inkml:trace>
</inkml:ink>
</file>

<file path=ppt/ink/ink31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23"/>
    </inkml:context>
    <inkml:brush xml:id="br0">
      <inkml:brushProperty name="width" value="0.0165535770356655" units="cm"/>
      <inkml:brushProperty name="height" value="0.0165535770356655" units="cm"/>
      <inkml:brushProperty name="color" value="#000000"/>
      <inkml:brushProperty name="ignorePressure" value="0"/>
    </inkml:brush>
  </inkml:definitions>
  <inkml:trace contextRef="#ctx0" brushRef="#br0">37459.000 41510.000 886,'-1.000'-10.000'0,"-5.000"0.000"3,-4.000-1.000 0,-2.000 2.000 3,-2.000-1.000 0,2.000 2.000 1,4.000 1.000 2,2.000 1.000 0,1.000 3.000 1,0.000 4.000 1,0.000 3.000 1,-1.000 5.000 1,1.000 1.000-1,0.000 2.000-5,1.000 1.000-4,-1.000 2.000-3,-1.000-1.000-2,-1.000 1.000 1,-1.000 1.000 3,-2.000-1.000 0,1.000 0.000 0,1.000 2.000-6,1.000 1.000-4,2.000 1.000-5,-1.000 2.000-2,-1.000-2.000 0,-1.000 2.000 0,-2.000-1.000 1,1.000 0.000 0,-2.000 2.000 1,2.000 1.000 1,-2.000 2.000 2,2.000 0.000 1,-1.000 0.000-1,0.000 0.000 1,0.000 0.000 0,-1.000 0.000-1,-1.000 2.000 0,-1.000 1.000-1,-1.000 2.000-2,-2.000-1.000 0,2.000-1.000 0,-2.000-1.000-1,1.000-1.000-1,1.000-2.000 1,1.000-1.000 3,1.000-1.000 1,1.000-1.000 3,2.000-3.000 2,-1.000-1.000 1,0.000-4.000 1,0.000-1.000 1,0.000-2.000 2,-1.000-1.000-1,2.000 2.000 0,-1.000-1.000 1,1.000-2.000 1,3.000-4.000 7,2.000-3.000 4,2.000-4.000 5,3.000-2.000 2,1.000 0.000-2,1.000-1.000-4,2.000 2.000-1,0.000-2.000-3,2.000 2.000 0,1.000-2.000 0,1.000 1.000-1,1.000 1.000 0,1.000-2.000-2,-1.000 2.000 0,0.000-1.000-1,0.000 0.000 1,2.000 0.000 0,1.000 0.000 3,2.000-1.000 1,0.000 1.000 0,0.000-2.000-1,-1.000-1.000-1,1.000-1.000-2,1.000-1.000-2,1.000 0.000-1,1.000-1.000-2,2.000 2.000-1,-1.000-2.000-1,2.000 2.000-1,-2.000-2.000 1,1.000 1.000 0,0.000 0.000-1,1.000 1.000 0,-2.000-1.000 0,2.000-1.000-1,-2.000 1.000 0,-1.000 1.000-1,-1.000-1.000 0,-2.000 0.000-1,1.000 0.000 0,-2.000 2.000 0,2.000 1.000 0,-2.000 2.000-1,2.000 0.000-1,-1.000 0.000-1,0.000-1.000-1,0.000 2.000-1,-2.000-2.000-1,-1.000 2.000 1,-4.000-2.000 2,-2.000 1.000 0,0.000 1.000-1,-2.000 1.000-2,2.000 1.000-2,-1.000 2.000-2,-2.000 0.000 0,-2.000 0.000 3,-2.000 0.000 2,-2.000 0.000 3,-2.000 0.000 1,0.000 2.000 2,0.000 1.000 0,-1.000 1.000 3</inkml:trace>
</inkml:ink>
</file>

<file path=ppt/ink/ink31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24"/>
    </inkml:context>
    <inkml:brush xml:id="br0">
      <inkml:brushProperty name="width" value="0.0162314344197512" units="cm"/>
      <inkml:brushProperty name="height" value="0.0162314344197512" units="cm"/>
      <inkml:brushProperty name="color" value="#000000"/>
      <inkml:brushProperty name="ignorePressure" value="0"/>
    </inkml:brush>
  </inkml:definitions>
  <inkml:trace contextRef="#ctx0" brushRef="#br0">37340.000 41970.000 903,'9.000'-10.000'-6,"-1.000"2.000"2,-1.000 1.000 3,-2.000 1.000 2,0.000 3.000 2,-2.000 4.000 5,-1.000 3.000 2,-1.000 5.000 4,-1.000 1.000 0,0.000 2.000-3,0.000 1.000-2,0.000 2.000-3,0.000 1.000-1,2.000 2.000 0,1.000 4.000 2,2.000 1.000 0,-1.000 4.000-2,-1.000 4.000-2,-1.000 3.000-5,-1.000 5.000-2,-1.000 1.000-1,2.000 2.000 1,1.000 1.000 2,1.000 1.000 1,1.000 2.000 0,-2.000-2.000-3,-1.000 2.000-2,-2.000-1.000-2,0.000 0.000-1,0.000 0.000 1,0.000 0.000 0,0.000-1.000 2,0.000 1.000-1,0.000-2.000 1,0.000-1.000 0,0.000-1.000 1,0.000-3.000-1,-2.000-4.000-1,-1.000-3.000 1,-2.000-5.000-1,0.000-2.000 0,1.000-3.000 1,-2.000-2.000 2,2.000-2.000 1,-1.000-3.000 0,0.000-1.000-1,0.000-1.000-1,-1.000-1.000 0,1.000-3.000-1,0.000-1.000 0,1.000-4.000 0,-1.000-2.000-1,0.000-1.000 0,-1.000 0.000-2,2.000 0.000 0,-1.000 0.000-2,0.000 0.000 1,2.000-2.000 1,1.000-1.000 1,1.000-2.000 2,1.000 1.000 0,-2.000-2.000 0,-1.000 2.000 0,-2.000-1.000-1,0.000-1.000 0,1.000-1.000 1,-2.000-1.000-1,2.000-2.000 2</inkml:trace>
</inkml:ink>
</file>

<file path=ppt/ink/ink31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24"/>
    </inkml:context>
    <inkml:brush xml:id="br0">
      <inkml:brushProperty name="width" value="0.0149802966043353" units="cm"/>
      <inkml:brushProperty name="height" value="0.0149802966043353" units="cm"/>
      <inkml:brushProperty name="color" value="#000000"/>
      <inkml:brushProperty name="ignorePressure" value="0"/>
    </inkml:brush>
  </inkml:definitions>
  <inkml:trace contextRef="#ctx0" brushRef="#br0">37240.000 42510.000 979,'-10.000'0.000'1,"2.000"0.000"1,1.000 0.000 3,1.000 0.000 2,1.000 1.000-2,1.000 3.000-5,-2.000 2.000-4,2.000 2.000-4,-1.000 3.000-2,0.000-1.000 2,0.000 0.000 2,-1.000 0.000 3,1.000 0.000 0,0.000 2.000-1,1.000 1.000-1,-1.000 2.000-1,0.000-1.000-1,-1.000-1.000-1,2.000-1.000 0,-1.000-1.000-1,0.000-1.000 0,2.000-1.000 1,1.000 2.000 0,1.000-1.000 1,1.000 0.000 0,-2.000-1.000-1,-1.000 1.000-1,-2.000 1.000 1,0.000-2.000 0,1.000-1.000 1,-2.000-1.000 3,2.000-2.000 1,-1.000 0.000 0,2.000 0.000-4,1.000 1.000-2,2.000-1.000-4,0.000-2.000 0,2.000-2.000 3,1.000-2.000 2,2.000-2.000 2,0.000-3.000 2,2.000-1.000 1,1.000-1.000 0,1.000-1.000 2,1.000-2.000 0,1.000 2.000 1,-1.000-2.000-1,-1.000 1.000 1,2.000 0.000 0,1.000-2.000-1,1.000-1.000 1,1.000-2.000 0,2.000 1.000 0,-2.000 1.000 0,2.000 1.000 0,-2.000 1.000 0,2.000 1.000 1,-1.000 1.000 1,0.000-1.000 2,0.000-1.000 2,-1.000 1.000 1,-1.000 1.000-1,-1.000-1.000 0,-1.000 0.000 0,-1.000 0.000 1,2.000 2.000 2,1.000 1.000 1,2.000 2.000 2,-1.000 0.000 0,-1.000 0.000-2,-1.000-1.000-2,-1.000 2.000-2,-2.000-2.000-2,2.000 2.000-3,-2.000-2.000-3,1.000 1.000-3,1.000 0.000-1,1.000-2.000 2,1.000-1.000 2,1.000-1.000 3,0.000-1.000-2,-2.000 2.000-6,-4.000 1.000-5,-2.000 2.000-6</inkml:trace>
</inkml:ink>
</file>

<file path=ppt/ink/ink31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24"/>
    </inkml:context>
    <inkml:brush xml:id="br0">
      <inkml:brushProperty name="width" value="0.0186393205076456" units="cm"/>
      <inkml:brushProperty name="height" value="0.0186393205076456" units="cm"/>
      <inkml:brushProperty name="color" value="#000000"/>
      <inkml:brushProperty name="ignorePressure" value="0"/>
    </inkml:brush>
  </inkml:definitions>
  <inkml:trace contextRef="#ctx0" brushRef="#br0">37819.000 41610.000 786,'0.000'-10.000'1,"-2.000"0.000"2,-1.000-1.000 2,-2.000 2.000 3,1.000-1.000-2,1.000 2.000-4,1.000 1.000-3,2.000 1.000-3,0.000 3.000-5,0.000 2.000-4,0.000 2.000-4,0.000 2.000-5,0.000 2.000 0,0.000 1.000 3,0.000-2.000 3,0.000 2.000 4,0.000-1.000 1,0.000 2.000 3,0.000 1.000 1,0.000 1.000 1,0.000 2.000 3,0.000 1.000 1,0.000 1.000 1,0.000 1.000 2,-1.000 1.000 1,-1.000-2.000 0,-1.000-1.000 0,-1.000-2.000 0,-1.000 1.000 0,0.000-2.000 0,0.000 2.000 0,-1.000-2.000 1,1.000 2.000-1,0.000-1.000 0,1.000 0.000 1,-1.000 0.000 0,0.000-1.000 0,2.000-1.000-1,1.000-1.000-1,2.000-1.000-1,0.000-1.000 0,0.000-1.000 0,0.000 2.000 0,0.000-1.000 1,0.000-1.000 0,2.000-1.000 0,1.000-1.000 1,2.000-2.000 0,0.000 0.000-1,2.000 0.000-1,1.000 0.000-3,2.000 0.000-1,-1.000 0.000-1,2.000-2.000 1,-2.000-1.000 1,1.000-1.000 1,1.000-2.000 1,1.000-1.000 1,1.000-1.000 0,1.000-2.000 1,1.000 1.000 0,-2.000 1.000 1,-1.000 1.000 1,-2.000 2.000 1,0.000 0.000 0,1.000 0.000 0,-1.000 0.000 0,-1.000-1.000 0,1.000 1.000 1,1.000 0.000-1,-1.000 1.000 0,0.000-1.000 0,-1.000 0.000 0,-1.000 0.000 0,-1.000-1.000 0,-1.000 2.000 1,-2.000 0.000 0,-1.000 3.000 1,-1.000 2.000 1,-1.000 3.000 1,-2.000 1.000 1,-1.000 2.000-2,-1.000 1.000-1,-1.000 1.000-1,-3.000 2.000-2,-1.000-1.000-1,-4.000 0.000-1,-1.000 0.000-2,-2.000 0.000 0,2.000 2.000-1,1.000 1.000 0,2.000 2.000-1,-1.000-1.000 1,-1.000-1.000 1,-1.000-1.000 0,-1.000-1.000 1,-1.000 0.000 0,0.000 3.000 1,-1.000 2.000-1,2.000 2.000 1,-1.000 1.000 0,2.000-3.000 1,1.000-2.000 1,2.000-3.000 0,0.000 0.000 0,-1.000 1.000 0,2.000 1.000-1,-1.000 1.000-1,-1.000 1.000 0,-1.000 1.000 0,-1.000-1.000 0,-1.000 0.000 0,0.000-2.000 0,5.000-1.000-1,3.000-4.000 1,4.000-2.000-1,2.000-1.000 1,-2.000 1.000-1,-1.000-2.000 1,-1.000 2.000 0,0.000-2.000 0,2.000-1.000-1,4.000-1.000 1,2.000-1.000-1,1.000-1.000 0,2.000 0.000 0,1.000 0.000 0,2.000 0.000 1,0.000-1.000 0,2.000-1.000-1,1.000-1.000 0,2.000-1.000 0,0.000-2.000 0,2.000-1.000 2,1.000-1.000 1,2.000-2.000 1,0.000 0.000 1,-1.000 1.000 0,2.000-1.000 1,-1.000-1.000-1,-1.000 2.000 2,2.000 1.000 0,-2.000 1.000 1,1.000 2.000 1,0.000-1.000 0,-2.000-1.000-1,-1.000-1.000-2,-1.000-2.000-1,-1.000 1.000 0,2.000 1.000 0,1.000 1.000 0,2.000 2.000 1,-2.000 0.000 0,-2.000 2.000 0,-2.000 1.000 1,-3.000 1.000 0,0.000 1.000 0,1.000-2.000 0,1.000-1.000-1,1.000-2.000-1,1.000 1.000 0,-2.000 1.000 1,-1.000 1.000-1,-2.000 2.000 1,0.000 0.000-1,-2.000 2.000-1,-1.000 1.000 0,-1.000 1.000-1,-2.000 3.000-1,-1.000 2.000-2,-1.000 2.000 0,-1.000 3.000-3,-1.000 0.000 0,0.000-1.000-1,0.000-1.000-1,0.000-1.000 0,-1.000-1.000-1,-1.000 2.000 0,-1.000 1.000-1,-1.000 2.000 0,-2.000-1.000 0,-1.000 2.000-2,-1.000-2.000 0,-2.000 1.000 0,1.000 0.000 0,-2.000 1.000 0,2.000-1.000 2,-2.000-1.000 0,1.000 1.000 0,-2.000 1.000 1,-1.000-1.000-1,-2.000 0.000 1,1.000-1.000-1,1.000 1.000 1,1.000 1.000 1,1.000-1.000-1,2.000 0.000 1,-1.000 0.000-1,0.000-1.000 0,0.000 2.000-1,0.000-2.000-1,-1.000 2.000-2,2.000-2.000 0,-1.000 1.000-2,0.000-1.000 0,-1.000-3.000-1,1.000-2.000-1,1.000-2.000 0,-2.000-2.000 0,-1.000 2.000 1,-1.000 1.000-1,-1.000 2.000 0,0.000-2.000 1,3.000-1.000 2,2.000-4.000 0,2.000-1.000 2,2.000-2.000 1,-2.000 2.000 2,-1.000 1.000 2,-1.000 1.000 2</inkml:trace>
</inkml:ink>
</file>

<file path=ppt/ink/ink32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25"/>
    </inkml:context>
    <inkml:brush xml:id="br0">
      <inkml:brushProperty name="width" value="0.0154434526339173" units="cm"/>
      <inkml:brushProperty name="height" value="0.0154434526339173" units="cm"/>
      <inkml:brushProperty name="color" value="#000000"/>
      <inkml:brushProperty name="ignorePressure" value="0"/>
    </inkml:brush>
  </inkml:definitions>
  <inkml:trace contextRef="#ctx0" brushRef="#br0">37780.000 42350.000 949,'-9.000'0.000'-18,"5.000"0.000"4,3.000 0.000 4,4.000 0.000 4,3.000 0.000 2,-2.000 0.000 2,2.000 0.000 0,-1.000 0.000 2,0.000 0.000-1,2.000 0.000-3,1.000 0.000-2,1.000 0.000-3,1.000-1.000 0,1.000-1.000 2,-1.000-1.000 2,-1.000-2.000 2,1.000 1.000 0,-2.000 1.000-2,-1.000 1.000 0,-1.000 1.000-1,-1.000 1.000 0,2.000 0.000 1,1.000 0.000 0,1.000 0.000 2,1.000 0.000 0,-2.000 0.000-2,-1.000 0.000-1,-1.000 0.000-2,-2.000 1.000 0,-1.000 1.000 1,-1.000 1.000 2,-2.000 1.000 0,0.000 2.000 2,0.000 1.000 0,0.000 1.000 1,0.000 2.000 0,0.000 0.000 1,-2.000 2.000-1,-1.000 1.000-1,-1.000 2.000 1,-2.000-1.000 0,-1.000 2.000 1,-1.000-2.000 2,-2.000 1.000 1,1.000 0.000 0,-1.000-2.000-1,0.000-1.000 0,0.000-2.000-2,0.000 1.000 1,-1.000 1.000 1,2.000 1.000 1,-1.000 1.000 1,0.000 1.000 0,2.000-2.000-1,1.000-1.000 0,1.000-2.000-1,1.000 0.000 0,-2.000-2.000 3,-1.000-1.000 3,-1.000-1.000 2,-1.000-1.000 1,2.000 0.000 0,1.000 0.000 0,2.000-1.000-1,0.000 1.000-1,2.000 0.000-1,1.000 1.000-1,2.000-1.000-2,1.000-1.000-1,3.000-1.000 1,2.000-1.000 1,2.000-1.000 1,2.000-1.000-1,-2.000 0.000 0,-1.000 0.000 0,-1.000 0.000-1,-1.000 0.000 1,0.000 0.000-1,0.000 0.000 1,-1.000 0.000 0,1.000 0.000 1,-2.000 2.000 2,-1.000 1.000 3,-2.000 2.000 2,0.000 0.000 0,-2.000 2.000-2,-1.000 1.000-2,-2.000 2.000-2,0.000 0.000-2,1.000 0.000-2,-2.000-1.000-1,2.000 1.000-1,-2.000 1.000-1,-1.000 1.000 1,-1.000 1.000 0,-2.000 1.000 2,1.000 1.000-2,-2.000-2.000-1,2.000-1.000-2,-2.000-2.000-2,2.000 1.000 0,-1.000 1.000 1,0.000 1.000 0,0.000 1.000 2,0.000 1.000 0,2.000-2.000-2,1.000-1.000-1,2.000-2.000 0,-1.000 1.000-2,-1.000-2.000-1,-1.000 2.000 0,-2.000-2.000-1,1.000 1.000-1,1.000-2.000 0,1.000-1.000-1,2.000-1.000-1,1.000-3.000-2,2.000-4.000-6,4.000-3.000-6,2.000-4.000-4,1.000-3.000-1,0.000-1.000 8,0.000-1.000 5,-1.000-1.000 8,1.000 0.000 3,0.000 3.000 1,1.000 2.000 2,-1.000 3.000 1,0.000 0.000 1,2.000-1.000 0,1.000-1.000 0,1.000-2.000 1</inkml:trace>
</inkml:ink>
</file>

<file path=ppt/ink/ink32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25"/>
    </inkml:context>
    <inkml:brush xml:id="br0">
      <inkml:brushProperty name="width" value="0.0177255552262068" units="cm"/>
      <inkml:brushProperty name="height" value="0.0177255552262068" units="cm"/>
      <inkml:brushProperty name="color" value="#000000"/>
      <inkml:brushProperty name="ignorePressure" value="0"/>
    </inkml:brush>
  </inkml:definitions>
  <inkml:trace contextRef="#ctx0" brushRef="#br0">37840.000 42770.000 827,'10.000'0.000'-4,"2.000"2.000"-9,1.000 1.000-9,2.000 1.000-8,-2.000 1.000 3,-2.000 0.000 15,-2.000 1.000 15,-2.000-1.000 15,-2.000 0.000 7,0.000-1.000-1,-1.000 2.000-2,2.000-1.000 0,-1.000 0.000-2,2.000 2.000-3,1.000 1.000-2,2.000 2.000-3,-1.000 0.000-1,2.000 0.000 0,-2.000-1.000 0,1.000 1.000 0,0.000 1.000-1,1.000 1.000-2,-1.000 1.000-3,-1.000 1.000-1,1.000 1.000-2,1.000-2.000 0,-1.000-1.000 0,0.000-2.000 1,0.000 1.000 0,2.000-2.000 0,1.000 2.000 2,2.000-2.000 0,0.000 1.000-1,0.000-2.000-1,-1.000-1.000-4,1.000-1.000-2,0.000-2.000-1,-2.000-1.000 0,-1.000-1.000 0,-2.000-1.000 0,0.000-2.000-3,1.000-1.000-6,-1.000-1.000-5,0.000-1.000-6,-1.000-2.000-1,-1.000-1.000 3,-1.000-1.000 4,-1.000-2.000 4,-2.000 0.000 0,-1.000-2.000-3,-1.000-1.000-2,-1.000-2.000-2,-1.000 1.000-1,0.000-1.000 2,0.000 0.000 3,0.000 0.000 1,-1.000 1.000 2,-1.000 3.000 2,-1.000 2.000 2,-1.000 2.000 2</inkml:trace>
</inkml:ink>
</file>

<file path=ppt/ink/ink32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25"/>
    </inkml:context>
    <inkml:brush xml:id="br0">
      <inkml:brushProperty name="width" value="0.015376590192318" units="cm"/>
      <inkml:brushProperty name="height" value="0.015376590192318" units="cm"/>
      <inkml:brushProperty name="color" value="#000000"/>
      <inkml:brushProperty name="ignorePressure" value="0"/>
    </inkml:brush>
  </inkml:definitions>
  <inkml:trace contextRef="#ctx0" brushRef="#br0">38119.000 42610.000 953,'1.000'9.000'31,"1.000"-1.000"-16,1.000-1.000-15,2.000-2.000-15,0.000 0.000-11,0.000 1.000-5,-1.000-2.000-5,2.000 2.000-4</inkml:trace>
</inkml:ink>
</file>

<file path=ppt/ink/ink32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25"/>
    </inkml:context>
    <inkml:brush xml:id="br0">
      <inkml:brushProperty name="width" value="0.0333333350718021" units="cm"/>
      <inkml:brushProperty name="height" value="0.0333333350718021" units="cm"/>
      <inkml:brushProperty name="color" value="#000000"/>
      <inkml:brushProperty name="ignorePressure" value="0"/>
    </inkml:brush>
  </inkml:definitions>
  <inkml:trace contextRef="#ctx0" brushRef="#br0">38430.000 42610.000 333,'105.000'42.000'166,"33.000"31.000"1,33.000 31.000 0,34.000 30.000-1</inkml:trace>
</inkml:ink>
</file>

<file path=ppt/ink/ink32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26"/>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39040.000 41329.000 1000,'-1.000'-10.000'-1,"-1.000"1.000"-1,-1.000-1.000 0,-1.000-1.000-2,0.000 3.000-1,3.000 2.000 2,2.000 2.000-1,3.000 3.000 1,1.000 1.000-1,2.000 2.000-1,1.000 1.000-2,1.000 1.000 0,0.000 1.000-2,-2.000 0.000 1,-4.000 1.000-1,-1.000-1.000 0,-2.000 0.000-1,2.000 2.000-2,1.000 1.000-1,2.000 1.000-2,-1.000 1.000-1,-1.000-2.000 0,-1.000-1.000 0,-1.000-1.000 1</inkml:trace>
</inkml:ink>
</file>

<file path=ppt/ink/ink32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1:26"/>
    </inkml:context>
    <inkml:brush xml:id="br0">
      <inkml:brushProperty name="width" value="0.0226555820554495" units="cm"/>
      <inkml:brushProperty name="height" value="0.0226555820554495" units="cm"/>
      <inkml:brushProperty name="color" value="#000000"/>
      <inkml:brushProperty name="ignorePressure" value="0"/>
    </inkml:brush>
  </inkml:definitions>
  <inkml:trace contextRef="#ctx0" brushRef="#br0">38619.000 41870.000 647,'1.000'8.000'-26,"1.000"-1.000"10,1.000-4.000 10,2.000-2.000 10,0.000-1.000 3,0.000 0.000-1,-1.000 0.000-3,2.000 0.000-1,-1.000 1.000-2,2.000 1.000 2,1.000 1.000-1,2.000 2.000 1,-1.000-1.000-1,2.000-1.000-1,-2.000-1.000-3,1.000-1.000-3,0.000-1.000 1,1.000 0.000 0,-1.000 0.000 1,-1.000 0.000 1,2.000 0.000-1,1.000 0.000-1,1.000 0.000-2,1.000 0.000-2,2.000 0.000 0,1.000 0.000 1,1.000 0.000 0,2.000 0.000 1,-1.000-2.000 0,-1.000-1.000 0,-1.000-4.000 0,-1.000-2.000 0,-1.000-1.000 1,2.000-2.000 2,1.000-1.000 2,1.000-2.000 2,1.000 1.000 1,0.000 1.000-2,1.000 1.000 0,-1.000 1.000-1,-1.000 1.000 1,-1.000 1.000 1,-1.000-1.000 2,-2.000 0.000 3,0.000-1.000 0,-2.000 1.000 0,-1.000 1.000 2,-2.000-1.000-1,1.000 0.000 1,1.000 0.000 0,1.000-1.000 1,1.000 2.000 0,0.000-1.000-1,-2.000 2.000 0,-4.000 1.000-2,-2.000 1.000-1,-1.000 2.000 1,0.000 1.000 1,1.000 1.000 2,-1.000 1.000 1,0.000 1.000 1,0.000 0.000 0,-1.000 0.000-1,2.000 0.000 0,-2.000 0.000 0,2.000 0.000-1,-2.000 0.000-1,1.000 0.000-1,1.000 1.000 0,-2.000 1.000-1,2.000 1.000 0,-1.000 1.000-1,-1.000 2.000-2,-1.000 1.000-3,-1.000 1.000-4,-1.000 2.000-4,-1.000-1.000 0,0.000-1.000 1,0.000-1.000 3,0.000-1.000 2,-1.000-1.000-1,-1.000 2.000-1,-1.000 1.000-3,-1.000 1.000-3,-1.000 2.000 0,0.000-1.000 1,0.000 0.000 0,-1.000 0.000 1,1.000 0.000 0,0.000-1.000 0,1.000 2.000-1,-1.000-1.000-1,-1.000 0.000 1,-1.000 2.000 0,-1.000 1.000 1,-2.000 2.000 1,1.000 0.000 2,-1.000 0.000 0,0.000-1.000 2,0.000 2.000 0,0.000-2.000 2,-1.000-1.000 1,2.000-1.000 0,-1.000-1.000 0,-1.000-1.000 1,-1.000 2.000 0,-1.000 1.000-1,-1.000 2.000 1,-1.000-1.000 0,2.000 2.000-1,1.000-2.000 1,2.000 1.000 0,0.000 0.000 0,-1.000-2.000 1,1.000-1.000 1,1.000-2.000 1,-1.000 1.000 0,0.000-1.000 1,-1.000 0.000 0,1.000 0.000 1,1.000-1.000 0,-2.000-1.000 1,2.000-1.000 0,-2.000-1.000-1,2.000-1.000 0,1.000-1.000 0,1.000 2.000-1,2.000-1.000-2,2.000-1.000 1,3.000-1.000 2,4.000-1.000 1,5.000-2.000 2,1.000 0.000-1,2.000-2.000-2,1.000-1.000-2,2.000-1.000-2,0.000-1.000-1,0.000 0.000 1,-1.000-1.000 2,1.000 2.000 0,0.000-2.000 0,-2.000-1.000 0,-1.000-1.000-1,-2.000-1.000 0,1.000-1.000 0,1.000 2.000 0,1.000 1.000 2,1.000 1.000 0,1.000 1.000 0,-2.000 0.000-1,-1.000 1.000 1,-2.000-1.000-1,0.000 0.000-1,1.000 0.000 1,-1.000-1.000 0,0.000 2.000-1,-1.000-1.000 1,1.000 2.000 0,1.000 1.000 1,-1.000 1.000 0,0.000 1.000 0,0.000-2.000 1,-1.000-1.000 1,2.000-2.000-1,-2.000 1.000 1,2.000 1.000-1,-2.000 1.000 0,1.000 2.000 0,0.000 0.000-1,1.000 0.000-1,-1.000 0.000-1,-1.000 0.000-1,0.000 1.000 0,-2.000 5.000-2,-4.000 3.000 1,-1.000 5.000-1,-2.000 0.000-1,0.000-1.000 0,0.000-1.000-1,0.000-1.000 0,-2.000-1.000-1,-1.000 0.000 0,-4.000-1.000 0,-2.000 1.000-1,-1.000 1.000-1,-2.000-2.000 1,-1.000 2.000-1,-2.000-2.000 0,1.000 2.000 0,1.000-1.000 0,1.000 0.000 0,1.000 0.000-1,2.000 0.000 1,-2.000-1.000 0,2.000 2.000 2,-2.000-1.000 2,1.000 0.000-1,-2.000-1.000 1,-1.000 1.000-1,-2.000 1.000 1,0.000-1.000-1,1.000 0.000 1,-1.000-1.000 0,-1.000 1.000 0,1.000 1.000 0,1.000-2.000 1,-1.000 2.000-1,0.000-2.000-1,0.000 2.000 1,2.000-1.000 0,1.000 0.000-1,2.000 0.000 0,-2.000-1.000 0,-1.000-1.000 0,-4.000-1.000-1,-1.000-1.000 0,-1.000-1.000 0,3.000 2.000 1,2.000 1.000 0,3.000 1.000 1,0.000 1.000-1,-1.000-2.000 0,-1.000-1.000-1,-1.000-1.000-1,0.000-2.000 0,2.000-1.000 0,4.000-1.000 1,2.000-1.000 0,1.000-1.000 1,0.000 0.000-1,0.000 0.000 1,-1.000 0.000-1,2.000-1.000 1,1.000-1.000 0,1.000-1.000 1,1.000-1.000 1,2.000-1.000 0,1.000 0.000 0,1.000 0.000 1,1.000-1.000-1,2.000 1.000 1,1.000-2.000 0,1.000-1.000 0,2.000-1.000 0,-1.000-1.000 1,1.000 2.000 0,1.000 1.000 3,-1.000 1.000 0,0.000 2.000 1,2.000 1.000 0,1.000 1.000 1,2.000 2.000-1,0.000-1.000 2,-1.000-1.000 4,1.000-1.000 2,1.000-1.000 4,-1.000-1.000 2,2.000 2.000-1,1.000 1.000 1,1.000 2.000 0,1.000 1.000 1,0.000 2.000 3,1.000 4.000 2,-1.000 2.000 2,0.000 1.000 1,2.000 2.000-3,1.000 1.000-2,2.000 2.000-2,0.000 1.000-1,2.000 2.000 0,1.000 4.000 0,2.000 2.000 0,-1.000 1.000 0,2.000 2.000-3,-2.000 1.000-1,1.000 2.000-1,2.000-2.000-5,1.000-4.000-5,4.000-3.000-5,1.000-4.000-6,3.000-4.000-6,1.000-1.000-4,1.000-4.000-6,2.000-2.000-4,-4.000-1.000-2,-5.000-2.000 3,-7.000-1.000 2,-6.000-1.000 2,-2.000-3.000-3,1.000-4.000-10,1.000-3.000-10,2.000-4.000-9</inkml:trace>
</inkml:ink>
</file>

<file path=ppt/ink/ink32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02"/>
    </inkml:context>
    <inkml:brush xml:id="br0">
      <inkml:brushProperty name="width" value="0.0213091876357794" units="cm"/>
      <inkml:brushProperty name="height" value="0.0213091876357794" units="cm"/>
      <inkml:brushProperty name="color" value="#000000"/>
      <inkml:brushProperty name="ignorePressure" value="0"/>
    </inkml:brush>
  </inkml:definitions>
  <inkml:trace contextRef="#ctx0" brushRef="#br0">44619.000 14389.000 688,'-9.000'-8.000'0,"1.000"2.000"2,1.000 2.000 0,2.000 2.000 1,0.000 3.000 6,2.000 1.000 10,1.000 1.000 11,2.000 2.000 10,0.000 0.000 1,0.000 2.000-5,0.000 1.000-7,0.000 2.000-7,0.000 0.000-5,0.000 2.000-3,0.000 1.000-4,0.000 2.000-4,0.000 1.000-3,2.000 2.000 0,1.000 4.000 0,2.000 1.000-1,-1.000 2.000 1,-1.000 0.000-1,-1.000 0.000 1,-1.000 0.000 1,-1.000 2.000 0,2.000 1.000-2,1.000 4.000 0,1.000 2.000-1,1.000 1.000-2,-2.000 0.000 1,-1.000-1.000-1,-2.000 2.000 0,0.000-2.000-2,0.000-1.000-4,0.000-1.000-3,0.000-1.000-3,0.000-4.000-1,0.000-5.000 2,0.000-4.000 3,0.000-5.000 2,0.000-4.000-3,-2.000-1.000-8,-1.000-1.000-7,-2.000-2.000-8</inkml:trace>
</inkml:ink>
</file>

<file path=ppt/ink/ink32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03"/>
    </inkml:context>
    <inkml:brush xml:id="br0">
      <inkml:brushProperty name="width" value="0.0250182207673788" units="cm"/>
      <inkml:brushProperty name="height" value="0.0250182207673788" units="cm"/>
      <inkml:brushProperty name="color" value="#000000"/>
      <inkml:brushProperty name="ignorePressure" value="0"/>
    </inkml:brush>
  </inkml:definitions>
  <inkml:trace contextRef="#ctx0" brushRef="#br0">44780.000 13989.000 586,'9.000'0.000'15,"-1.000"-2.000"2,-1.000-1.000 2,-2.000-1.000 1,2.000-1.000 2,4.000 2.000 4,3.000 1.000 4,4.000 1.000 4,2.000 2.000 0,1.000 1.000-5,-2.000 1.000-5,2.000 2.000-4,-1.000 0.000-3,0.000-1.000-2,0.000 1.000-2,-1.000 1.000-2,2.000-2.000-1,1.000-1.000-1,1.000-1.000 0,1.000-1.000 0,1.000-1.000-2,-2.000 0.000-2,-1.000 0.000-1,-1.000 0.000-3,-1.000 0.000 0,2.000 0.000 1,1.000 0.000 0,2.000 0.000 2,0.000 0.000-1,0.000 0.000-2,0.000 0.000 0,0.000 0.000-2,-2.000 0.000-1,-1.000 0.000 1,-4.000 0.000 0,-2.000 0.000 0,0.000 0.000 0,-1.000 0.000 0,0.000 0.000 0,0.000 0.000 0,-1.000 0.000-1,-1.000 0.000 1,-1.000 0.000-1,-1.000 0.000 0,-3.000 1.000-1,-2.000 5.000 0,-2.000 3.000 0,-2.000 4.000-1,-2.000 3.000 0,2.000 1.000 1,1.000 1.000 2,1.000 2.000-1,0.000 1.000 2,-2.000 3.000 0,-4.000 2.000 0,-2.000 3.000 0,-1.000 1.000 0,-2.000 2.000 0,-1.000 1.000 0,-1.000 1.000 0,-2.000 2.000 0,-1.000 1.000 0,-1.000 1.000 1,-1.000 1.000-1,-2.000 1.000 1,2.000-2.000-2,-2.000-1.000 0,1.000-2.000-1,1.000 0.000-1,1.000-2.000-2,1.000-1.000-2,1.000-2.000-1,2.000-1.000-1,-1.000-2.000 0,0.000-4.000 0,0.000-2.000 0,-1.000-1.000 0,-1.000-2.000-1,-1.000-1.000-1,-1.000-2.000-1,0.000-1.000 1,2.000-3.000-1,4.000-2.000 1,2.000-2.000 1,0.000-3.000-3,-1.000-1.000-5,-1.000-1.000-7,-2.000-2.000-5,1.000 0.000-4,-2.000 0.000-3,2.000 0.000-2,-2.000 0.000-4</inkml:trace>
</inkml:ink>
</file>

<file path=ppt/ink/ink32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03"/>
    </inkml:context>
    <inkml:brush xml:id="br0">
      <inkml:brushProperty name="width" value="0.0246640015393496" units="cm"/>
      <inkml:brushProperty name="height" value="0.0246640015393496" units="cm"/>
      <inkml:brushProperty name="color" value="#000000"/>
      <inkml:brushProperty name="ignorePressure" value="0"/>
    </inkml:brush>
  </inkml:definitions>
  <inkml:trace contextRef="#ctx0" brushRef="#br0">44800.000 14510.000 594,'10.000'0.000'66,"2.000"0.000"-18,1.000 0.000-19,2.000 0.000-19,0.000 0.000-9,0.000 0.000 0,-1.000 0.000-1,1.000 0.000 0,0.000 0.000-2,-2.000 0.000-6,-1.000 0.000-5,-2.000 0.000-4,0.000 0.000-3,1.000 0.000 1,-1.000 0.000 2,0.000 0.000 0,-1.000 0.000 1,1.000 0.000-1,1.000 0.000 0,-1.000 0.000-1,-1.000 0.000 0,-1.000 0.000 2,-1.000 0.000 2,-2.000 0.000 1,0.000 1.000 1,-2.000 3.000 2,-1.000 2.000 2,-1.000 3.000 1,-3.000 1.000 1,-1.000 0.000 4,-4.000-1.000 2,-2.000 1.000 2,-1.000 1.000 2,-2.000-2.000-1,-1.000 2.000-1,-2.000-1.000-1,0.000 0.000 0,-2.000 2.000 3,-1.000 1.000 1,-1.000 2.000 3,-1.000 0.000 0,0.000-1.000-2,0.000 1.000-1,-1.000 0.000-1,2.000 0.000 4,1.000 1.000 8,1.000-2.000 8,2.000 2.000 9,0.000-2.000 2,0.000-1.000-3,-1.000-1.000-4,2.000-1.000-3,0.000-2.000-1,2.000-1.000 1,4.000-1.000 2,2.000-1.000 2,1.000-1.000 0,2.000 2.000-2,1.000 1.000-1,2.000 1.000-1,1.000 0.000-4,3.000-2.000-4,2.000-4.000-5,3.000-1.000-4,0.000-2.000-3,1.000 0.000-2,1.000 0.000 0,-1.000 0.000-1,0.000 0.000-2,2.000 0.000-4,1.000 0.000-3,2.000 0.000-5,0.000-2.000 1,-1.000-1.000 1,1.000-4.000 3,1.000-2.000 2,-1.000-1.000-1,2.000 0.000-4,1.000 1.000-5,1.000-1.000-4,1.000 0.000-1,-2.000 0.000 2,-1.000 0.000 1,-1.000 0.000 3,-1.000-1.000-3,-1.000-1.000-9,1.000-1.000-9,1.000-1.000-9,-2.000-1.000-2,-1.000 2.000 4,-1.000 1.000 5,-1.000 2.000 4</inkml:trace>
</inkml:ink>
</file>

<file path=ppt/ink/ink32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03"/>
    </inkml:context>
    <inkml:brush xml:id="br0">
      <inkml:brushProperty name="width" value="0.0241734255105257" units="cm"/>
      <inkml:brushProperty name="height" value="0.0241734255105257" units="cm"/>
      <inkml:brushProperty name="color" value="#000000"/>
      <inkml:brushProperty name="ignorePressure" value="0"/>
    </inkml:brush>
  </inkml:definitions>
  <inkml:trace contextRef="#ctx0" brushRef="#br0">45019.000 13569.000 606,'-18.000'-35.000'3,"4.000"11.000"7,3.000 8.000 5,4.000 11.000 7,3.000 7.000 5,1.000 4.000 4,1.000 3.000 4,1.000 4.000 5,1.000 3.000-2,0.000 1.000-5,0.000 1.000-6,0.000 1.000-5,0.000 2.000-5,0.000-1.000-3,0.000 0.000-4,0.000-1.000-3,0.000 3.000-2,0.000 2.000 1,0.000 2.000 0,0.000 2.000 1,0.000 3.000-2,0.000 1.000 0,0.000 1.000-3,0.000 2.000-2,1.000-1.000 0,1.000 1.000 0,1.000 0.000 2,1.000 0.000 0,1.000 2.000 0,-2.000 1.000-2,-1.000 4.000-1,-1.000 2.000-1,-1.000 2.000-2,0.000 2.000 1,0.000 4.000 0,0.000 2.000 0,0.000-1.000 0,0.000-1.000 0,0.000-4.000 1,0.000-1.000-1,0.000-3.000 0,0.000 1.000 2,0.000 1.000 1,0.000-1.000 0,0.000 0.000 1,0.000 0.000 0,0.000-1.000 0,0.000 2.000-1,0.000-4.000 1,2.000-5.000-1,1.000-4.000 1,2.000-5.000-1,0.000-5.000 0,2.000-2.000 0,1.000-2.000 1,1.000-2.000 0,1.000-3.000-1,-2.000-1.000-2,-1.000-1.000-2,-1.000-1.000-3,-1.000-3.000 1,2.000-2.000 0,1.000-2.000 1,2.000-2.000 1,0.000-3.000-1,2.000-1.000-3,1.000-1.000-3,2.000-2.000-3,0.000-1.000-2,-1.000-2.000 1,2.000-4.000-1,-1.000-1.000 1,0.000-3.000-1,2.000-1.000 2,1.000-1.000 0,1.000-1.000 1,2.000-2.000 0,1.000-1.000-1,1.000-1.000 1,2.000-2.000-1,0.000 1.000-1,2.000 1.000 1,1.000 1.000-1,1.000 2.000 0,-1.000 1.000-2,-3.000 2.000-6,-4.000 4.000-5,-4.000 1.000-6</inkml:trace>
</inkml:ink>
</file>

<file path=ppt/ink/ink33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04"/>
    </inkml:context>
    <inkml:brush xml:id="br0">
      <inkml:brushProperty name="width" value="0.0242469869554043" units="cm"/>
      <inkml:brushProperty name="height" value="0.0242469869554043" units="cm"/>
      <inkml:brushProperty name="color" value="#000000"/>
      <inkml:brushProperty name="ignorePressure" value="0"/>
    </inkml:brush>
  </inkml:definitions>
  <inkml:trace contextRef="#ctx0" brushRef="#br0">45900.000 14230.000 604,'-10.000'-1.000'3,"0.000"-1.000"3,-1.000-1.000 5,1.000-2.000 4,4.000 0.000 8,5.000 1.000 9,7.000-1.000 11,5.000 0.000 10,5.000-1.000 0,1.000-1.000-11,1.000-1.000-9,2.000-2.000-11,0.000 0.000-6,2.000 1.000-4,1.000-1.000-3,2.000 0.000-5,0.000 0.000-1,0.000 2.000 1,0.000 1.000 0,0.000 2.000 0,0.000-1.000-1,0.000-1.000-2,0.000-1.000-3,0.000-2.000-1,0.000 1.000-1,2.000 1.000 0,1.000 1.000 1,2.000 1.000 0,-1.000 2.000 0,-1.000 1.000 0,-1.000 1.000 0,-1.000 2.000 0,-2.000-1.000-1,-1.000-1.000 1,-1.000-1.000 0,-1.000-2.000 0,-2.000 2.000-1,-1.000 2.000 1,-1.000 2.000 0,-2.000 2.000 0,0.000 3.000 0,-2.000-2.000 1,-1.000 2.000-1,-2.000-2.000 1,0.000 3.000 1,1.000 2.000-1,-1.000 2.000 1,0.000 3.000 0,-1.000 0.000 0,-1.000-1.000 1,-1.000-1.000-1,-1.000-1.000 1,-2.000-1.000 0,-1.000 2.000 0,-1.000 1.000 0,-1.000 2.000 0,-1.000 0.000 0,0.000 2.000-2,0.000 1.000-2,0.000 2.000-2,-1.000-1.000-1,-1.000 1.000 1,-1.000 1.000 1,-1.000-1.000-1,-2.000 0.000 1,-1.000 2.000 0,-1.000 1.000 0,-1.000 1.000 0,-2.000 1.000-1,-1.000-2.000 1,-1.000-1.000 0,-1.000-1.000-1,-2.000 0.000 1,1.000 3.000-1,1.000 2.000 1,-1.000 3.000-1,0.000 0.000 0,0.000-1.000 1,-1.000-1.000-1,2.000-2.000 2,-2.000 0.000-1,-1.000-2.000 1,-1.000-1.000 0,-2.000-1.000-1,1.000-2.000 2,1.000 2.000-1,1.000-2.000 1,2.000 1.000 1,0.000-1.000 0,2.000-2.000 0,1.000-4.000-1,2.000-1.000 0,0.000-3.000-1,-1.000-1.000-3,1.000-1.000-2,1.000-1.000-2,0.000-4.000-5,3.000-5.000-5,2.000-4.000-5,3.000-5.000-5,0.000-3.000-2,-1.000 0.000 3,-1.000-1.000 3,-2.000 2.000 3</inkml:trace>
</inkml:ink>
</file>

<file path=ppt/ink/ink33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04"/>
    </inkml:context>
    <inkml:brush xml:id="br0">
      <inkml:brushProperty name="width" value="0.0216132141649723" units="cm"/>
      <inkml:brushProperty name="height" value="0.0216132141649723" units="cm"/>
      <inkml:brushProperty name="color" value="#000000"/>
      <inkml:brushProperty name="ignorePressure" value="0"/>
    </inkml:brush>
  </inkml:definitions>
  <inkml:trace contextRef="#ctx0" brushRef="#br0">46359.000 13789.000 678,'0.000'-42.000'-1,"-2.000"-5.000"0,-1.000-6.000-2,-1.000-5.000-2,-1.000 5.000 1,2.000 14.000-1,1.000 13.000-1,2.000 15.000 1,0.000 6.000 2,2.000 0.000 5,1.000-1.000 4,2.000 1.000 6,-1.000 2.000 1,-1.000 2.000 0,-1.000 2.000-1,-2.000 2.000 0,0.000 3.000 0,0.000 1.000 0,0.000 1.000-1,0.000 1.000 1,0.000 3.000 0,0.000 4.000-1,0.000 3.000-2,0.000 4.000 0,-1.000 3.000 0,-3.000 1.000 2,-2.000 1.000 1,-2.000 2.000 3,-2.000 0.000 0,2.000 0.000-1,1.000-1.000-1,1.000 1.000-1,1.000 1.000 0,-2.000 1.000-2,-1.000 1.000-1,-1.000 2.000-1,-1.000 0.000 0,-1.000 2.000 0,2.000 1.000 1,-1.000 2.000-1,-1.000 0.000 1,-1.000 0.000-3,-1.000 0.000-1,-1.000 0.000-2,-1.000 0.000-3,0.000-1.000-1,-1.000 1.000-2,2.000 0.000-3,-1.000 0.000-1,2.000 1.000 3,1.000-1.000 1,2.000 0.000 1,0.000-2.000-3,-1.000-1.000-7,2.000-4.000-8,-1.000-2.000-8,1.000-3.000-1,3.000-6.000 4,2.000-4.000 6,2.000-5.000 5,2.000-4.000-3,-2.000 1.000-11,-1.000 0.000-12,-2.000 0.000-11</inkml:trace>
</inkml:ink>
</file>

<file path=ppt/ink/ink33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04"/>
    </inkml:context>
    <inkml:brush xml:id="br0">
      <inkml:brushProperty name="width" value="0.0194509755820036" units="cm"/>
      <inkml:brushProperty name="height" value="0.0194509755820036" units="cm"/>
      <inkml:brushProperty name="color" value="#000000"/>
      <inkml:brushProperty name="ignorePressure" value="0"/>
    </inkml:brush>
  </inkml:definitions>
  <inkml:trace contextRef="#ctx0" brushRef="#br0">47259.000 14050.000 754,'-9.000'-11.000'0,"1.000"-1.000"0,1.000-1.000 0,2.000-1.000 0,-1.000 0.000 1,2.000 5.000 4,-2.000 3.000 3,1.000 4.000 4,1.000 3.000 3,1.000 1.000 4,1.000 1.000 5,2.000 2.000 4,0.000 0.000 0,0.000 2.000-4,0.000 1.000-4,0.000 2.000-4,0.000 0.000-3,0.000 2.000-4,0.000 1.000-3,0.000 2.000-3,0.000 0.000-1,2.000-1.000 0,1.000 1.000 2,1.000 0.000 0,1.000 2.000-1,0.000 2.000-5,1.000 2.000-2,-1.000 3.000-5,0.000 0.000-3,0.000-1.000-3,-1.000-1.000-2,2.000-2.000-3,-2.000 0.000-2,-1.000 1.000 1,-1.000-1.000 1,-2.000-1.000 0,0.000 1.000 1,0.000-2.000 2,0.000-1.000 2,0.000-2.000 3,1.000 0.000-1,1.000-2.000-1,1.000-1.000-2,1.000-2.000-2,1.000 0.000-2,-2.000-2.000 1,-1.000-1.000-2,-1.000-2.000 1</inkml:trace>
</inkml:ink>
</file>

<file path=ppt/ink/ink33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05"/>
    </inkml:context>
    <inkml:brush xml:id="br0">
      <inkml:brushProperty name="width" value="0.0244072116911411" units="cm"/>
      <inkml:brushProperty name="height" value="0.0244072116911411" units="cm"/>
      <inkml:brushProperty name="color" value="#000000"/>
      <inkml:brushProperty name="ignorePressure" value="0"/>
    </inkml:brush>
  </inkml:definitions>
  <inkml:trace contextRef="#ctx0" brushRef="#br0">47480.000 13650.000 600,'1.000'-10.000'1,"3.000"0.000"0,2.000 0.000 1,3.000 0.000 1,0.000 1.000 2,-1.000 2.000 3,-1.000 4.000 3,-1.000 1.000 3,-1.000 2.000 3,2.000-2.000 0,1.000-1.000 0,1.000-1.000 1,1.000-1.000 0,1.000 2.000 1,-1.000 1.000 0,0.000 1.000-1,-1.000 2.000 1,1.000 1.000-1,1.000 1.000-2,-1.000 2.000 0,0.000 0.000-1,0.000-1.000-2,-1.000 1.000-2,2.000 1.000-1,-1.000-1.000-1,2.000 0.000 0,1.000-1.000 0,2.000 1.000-1,-1.000 1.000 0,-1.000-2.000-1,-1.000 2.000-2,-1.000-2.000-1,-2.000 1.000 1,2.000 1.000-1,-2.000-1.000 2,1.000 0.000 0,1.000 0.000 0,1.000 2.000-2,1.000 1.000-1,1.000 1.000-2,0.000 2.000-2,-2.000-1.000 0,-4.000 0.000-1,-2.000 0.000-1,-1.000 0.000 0,0.000 2.000 0,1.000 1.000 0,-1.000 2.000 1,0.000-1.000-2,0.000 2.000-1,-1.000-1.000-2,2.000-1.000-1,-2.000 2.000-2,-1.000 1.000 1,-1.000 1.000 0,-2.000 2.000 0,0.000 0.000 0,0.000 2.000-1,0.000 1.000-1,0.000 2.000-1,-1.000-1.000 0,-3.000-1.000 1,-2.000-1.000 2,-2.000-2.000 1,-3.000 0.000-1,-1.000 1.000-4,-1.000-1.000-4,-1.000-1.000-4,-1.000 1.000 0,2.000 1.000 1,1.000-1.000 2,2.000 0.000 2,-1.000-1.000 0,-1.000-1.000-2,-1.000-1.000-3,-1.000-2.000-1,-1.000-1.000-1,0.000-2.000 1,-1.000-4.000 1,2.000-1.000 2,-2.000-2.000 1,2.000 2.000 2,-2.000 1.000 3,1.000 1.000 2,1.000 0.000 2,1.000-2.000 2,1.000-4.000 3,1.000-1.000 1</inkml:trace>
</inkml:ink>
</file>

<file path=ppt/ink/ink33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05"/>
    </inkml:context>
    <inkml:brush xml:id="br0">
      <inkml:brushProperty name="width" value="0.0225304644554853" units="cm"/>
      <inkml:brushProperty name="height" value="0.0225304644554853" units="cm"/>
      <inkml:brushProperty name="color" value="#000000"/>
      <inkml:brushProperty name="ignorePressure" value="0"/>
    </inkml:brush>
  </inkml:definitions>
  <inkml:trace contextRef="#ctx0" brushRef="#br0">47359.000 13989.000 650,'-7.000'1.000'40,"5.000"1.000"-3,4.000 1.000-2,5.000 2.000-2,4.000-1.000-4,1.000-1.000-8,1.000-1.000-7,1.000-1.000-7,1.000-1.000-7,-2.000 0.000-5,-1.000 0.000-6,-2.000 0.000-5,0.000 0.000-3,1.000 0.000 3,-1.000 0.000 1,0.000 0.000 2,0.000 0.000-1,2.000 0.000-2,1.000 0.000-4,2.000 0.000-2,-2.000 0.000 0,-1.000 0.000 2,-4.000 0.000 3,-1.000 0.000 2,-2.000 0.000 2,0.000 0.000-1,0.000 0.000 1,-1.000 0.000 0,1.000 0.000 1,-2.000 2.000 0,-1.000 1.000 0,-2.000 1.000 1,0.000 2.000 1,0.000 1.000 3,0.000 1.000 1,0.000 2.000 3,-1.000 0.000 2,-3.000 2.000 2,-2.000 1.000 2,-2.000 2.000 2,-3.000 0.000 0,-1.000 2.000-1,-1.000 1.000-1,-1.000 1.000-1,-2.000 1.000 0,1.000 1.000 3,1.000-1.000 4,-1.000 0.000 2,-1.000-1.000 2,-1.000 1.000 0,-1.000 1.000 1,-2.000-1.000-1,1.000-1.000 2,1.000-1.000 4,1.000-1.000 4,2.000-1.000 4,0.000-1.000 0,2.000 0.000-3,1.000 0.000-3,2.000 0.000-3,0.000-2.000-1,2.000-1.000 1,1.000-4.000 2,1.000-1.000 0,3.000-2.000 0,1.000 0.000 0,4.000-1.000-2,1.000 1.000-1,4.000-1.000-1,1.000-2.000-3,4.000-4.000-3,1.000-2.000-2,3.000-2.000-2,1.000-2.000 1,1.000-4.000-2,2.000-1.000 1,0.000-2.000-3,2.000 2.000-3,1.000 1.000-3,1.000 2.000-4,1.000-2.000-2,-2.000-1.000 0,-1.000-4.000-1,-2.000-2.000 1,0.000 0.000-4,1.000 1.000-7,-2.000 1.000-6,2.000 2.000-6,-1.000 0.000-2,0.000 2.000 4,0.000 1.000 4,-1.000 2.000 4,1.000-1.000 1,0.000-1.000-3,1.000-1.000-2,-1.000-1.000-3,-1.000 0.000 1,-1.000 3.000 2,-1.000 2.000 3,-2.000 3.000 2,-1.000 0.000 3,-2.000 2.000 5,-4.000-2.000 3,-2.000 1.000 4,-1.000 0.000 3,-2.000 1.000 0,-1.000-1.000 1,-2.000-1.000 1</inkml:trace>
</inkml:ink>
</file>

<file path=ppt/ink/ink33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05"/>
    </inkml:context>
    <inkml:brush xml:id="br0">
      <inkml:brushProperty name="width" value="0.0239442829042673" units="cm"/>
      <inkml:brushProperty name="height" value="0.0239442829042673" units="cm"/>
      <inkml:brushProperty name="color" value="#000000"/>
      <inkml:brushProperty name="ignorePressure" value="0"/>
    </inkml:brush>
  </inkml:definitions>
  <inkml:trace contextRef="#ctx0" brushRef="#br0">47559.000 13310.000 612,'-18.000'-63.000'0,"4.000"16.000"1,3.000 14.000-1,4.000 16.000 1,3.000 10.000 5,1.000 6.000 9,1.000 7.000 9,2.000 6.000 10,0.000 3.000 2,2.000 2.000-8,1.000 1.000-7,1.000 2.000-7,1.000 1.000-4,-2.000 3.000 0,-1.000 2.000-1,-2.000 3.000 0,1.000 1.000-1,1.000-1.000 0,1.000 1.000-2,2.000 1.000 0,-1.000-1.000-1,-1.000 2.000 0,-1.000 1.000 0,-1.000 2.000 0,-1.000 1.000-1,0.000 2.000-2,0.000 4.000-1,0.000 1.000-2,0.000 2.000 0,0.000 1.000 0,0.000-1.000 0,0.000-1.000-1,-2.000 3.000 1,-1.000 4.000-1,-4.000 3.000-1,-2.000 5.000 0,0.000 1.000 0,-1.000 0.000 1,0.000-1.000 2,0.000 1.000 0,0.000 0.000 3,2.000-2.000 2,1.000-1.000 2,2.000-1.000 4,0.000-4.000 0,2.000-4.000-1,1.000-6.000-2,2.000-4.000 0,1.000-5.000-1,3.000-2.000 2,2.000-2.000 0,2.000-2.000 0,4.000-6.000 0,2.000-5.000-1,2.000-7.000-2,2.000-5.000-2,3.000-5.000-1,1.000-1.000-1,1.000-1.000 1,1.000-2.000-1,2.000-1.000-2,1.000-2.000-4,1.000-4.000-5,1.000-1.000-4,2.000-4.000-1,-2.000-2.000 2,2.000-2.000 2,-1.000-3.000 2,0.000-1.000-2,0.000 0.000-7,0.000 0.000-6,-1.000 0.000-7,1.000 0.000-2,0.000 0.000 4,1.000 0.000 4,-1.000 0.000 4,-2.000 0.000-1,-1.000 0.000-3,-4.000 0.000-4,-1.000 0.000-3,-3.000 2.000-1,-1.000 4.000 3,-1.000 3.000 2,-1.000 5.000 4</inkml:trace>
</inkml:ink>
</file>

<file path=ppt/ink/ink33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06"/>
    </inkml:context>
    <inkml:brush xml:id="br0">
      <inkml:brushProperty name="width" value="0.0248995441943407" units="cm"/>
      <inkml:brushProperty name="height" value="0.0248995441943407" units="cm"/>
      <inkml:brushProperty name="color" value="#000000"/>
      <inkml:brushProperty name="ignorePressure" value="0"/>
    </inkml:brush>
  </inkml:definitions>
  <inkml:trace contextRef="#ctx0" brushRef="#br0">48640.000 13169.000 589,'-12.000'0.000'0,"-2.000"0.000"3,-2.000 0.000 1,-2.000 0.000 1,0.000 0.000 2,3.000 0.000-2,4.000 0.000 0,5.000 0.000-2,1.000 1.000 6,2.000 1.000 11,1.000 1.000 10,1.000 2.000 11,2.000 0.000 2,1.000-1.000-6,1.000 1.000-6,2.000 1.000-7,0.000-1.000-5,2.000 0.000-5,1.000-1.000-5,1.000 1.000-6,2.000 1.000-2,1.000-2.000 0,1.000 2.000-1,1.000-2.000 0,2.000 1.000-2,-2.000-2.000-3,2.000-1.000-4,-2.000-1.000-3,2.000-1.000-1,-1.000 0.000 2,0.000 0.000 1,0.000 0.000 2,0.000 0.000 1,-1.000 0.000-1,2.000 0.000-1,-1.000 0.000 0,0.000 0.000 0,-1.000 0.000 1,1.000 0.000 1,1.000 0.000 1,-2.000 0.000-1,-1.000 0.000-1,-1.000 0.000-1,-1.000 0.000-2,-2.000 0.000 0,-1.000 2.000 0,-1.000 1.000 0,-1.000 2.000 0,-1.000-1.000 2,0.000 1.000 3,-1.000 1.000 3,2.000-1.000 3,-2.000 1.000 2,-1.000 2.000-1,-1.000 4.000 1,-2.000 1.000 0,0.000 3.000 0,-2.000 1.000 1,-1.000 1.000 0,-1.000 1.000 0,-3.000 2.000 0,-2.000-1.000 1,-2.000 0.000 0,-3.000-1.000 0,0.000 2.000 0,1.000 1.000-1,1.000 1.000 0,1.000 2.000-2,2.000-1.000 1,1.000-1.000-1,1.000-1.000 1,2.000-1.000-1,-1.000-2.000 1,2.000 1.000-1,-2.000 1.000 1,1.000-1.000-1,1.000-1.000 1,1.000-1.000 0,1.000-1.000 1,2.000-1.000 1,0.000-1.000 0,0.000 0.000-1,0.000 0.000-1,0.000 0.000 0,0.000 0.000 0,2.000-1.000 2,1.000 1.000 1,1.000 0.000 2,2.000 0.000 1,1.000 1.000-1,1.000-1.000 1,2.000 0.000-1,0.000 0.000-1,0.000 2.000 2,-1.000 1.000-1,2.000 2.000 1,-2.000-1.000-1,2.000 1.000 0,-2.000 1.000-1,1.000-1.000-1,0.000 0.000 0,-2.000 0.000 0,-1.000-1.000 0,-1.000 2.000 0,-1.000-1.000 1,2.000 2.000 1,1.000 1.000 1,2.000 2.000 1,-2.000-1.000 0,-2.000-1.000 0,-2.000-1.000 0,-2.000-2.000-2,-2.000 0.000 1,0.000 1.000-1,0.000-1.000-1,0.000-1.000 1,0.000 1.000-1,0.000 1.000 0,0.000-1.000 1,0.000 0.000-1,-1.000-2.000-1,-1.000-1.000-1,-1.000-4.000-4,-1.000-1.000-1,-2.000-2.000-1,-1.000 0.000-2,-1.000-1.000 0,-2.000 2.000 0,1.000-2.000-1,-2.000-1.000 1,2.000-1.000-1,-2.000-1.000 1,2.000-1.000-1,-1.000 2.000-2,0.000 1.000-2,0.000 2.000-3,-2.000-2.000 0,-1.000-1.000 1,-4.000-4.000 1,-2.000-1.000 2,0.000-2.000-2,1.000 2.000-3,1.000 1.000-3,2.000 1.000-4,-1.000 1.000 0,-1.000-2.000 3,-1.000-1.000 1,-1.000-1.000 3,-1.000-1.000 0,0.000 0.000-1,-1.000 0.000-1,2.000 0.000-1,-2.000-1.000-1,2.000-1.000 0,-2.000-1.000-1,1.000-2.000 0,1.000-1.000 1,1.000-2.000 0,1.000-4.000 0,2.000-1.000 1,0.000-3.000 0,2.000-1.000 1,1.000-1.000 1,2.000-1.000 0,0.000-2.000 0,2.000-1.000 3,1.000-1.000 1,1.000-2.000 1,1.000 2.000 2,0.000 1.000 2,1.000 4.000 1,-1.000 2.000 1,0.000 1.000 2,-1.000 0.000 0,2.000-1.000 0,-1.000 2.000 1</inkml:trace>
</inkml:ink>
</file>

<file path=ppt/ink/ink33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06"/>
    </inkml:context>
    <inkml:brush xml:id="br0">
      <inkml:brushProperty name="width" value="0.0185860879719257" units="cm"/>
      <inkml:brushProperty name="height" value="0.0185860879719257" units="cm"/>
      <inkml:brushProperty name="color" value="#000000"/>
      <inkml:brushProperty name="ignorePressure" value="0"/>
    </inkml:brush>
  </inkml:definitions>
  <inkml:trace contextRef="#ctx0" brushRef="#br0">48480.000 14010.000 789,'9.000'-9.000'3,"2.000"2.000"-1,-2.000 4.000 0,1.000 1.000-1,0.000 2.000 3,1.000 0.000 7,-1.000 0.000 9,-1.000 0.000 7,2.000 0.000 2,1.000 0.000-2,1.000 0.000-2,1.000 0.000-2,3.000 0.000-5,1.000-2.000-6,4.000-1.000-6,2.000-1.000-6,0.000-1.000-2,-1.000 2.000 0,-1.000 1.000 1,-1.000 1.000 1,-1.000 1.000-3,2.000 0.000-7,1.000 0.000-7,1.000 0.000-8,1.000-1.000-2,0.000-3.000 4,0.000-2.000 3,0.000-2.000 3,1.000-2.000 1,1.000 2.000-1,1.000 1.000-3,2.000 1.000-1,-2.000 1.000-2,-1.000-2.000-1,-4.000-1.000-1,-1.000-2.000-2</inkml:trace>
</inkml:ink>
</file>

<file path=ppt/ink/ink33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06"/>
    </inkml:context>
    <inkml:brush xml:id="br0">
      <inkml:brushProperty name="width" value="0.0184196047484875" units="cm"/>
      <inkml:brushProperty name="height" value="0.0184196047484875" units="cm"/>
      <inkml:brushProperty name="color" value="#000000"/>
      <inkml:brushProperty name="ignorePressure" value="0"/>
    </inkml:brush>
  </inkml:definitions>
  <inkml:trace contextRef="#ctx0" brushRef="#br0">49700.000 12830.000 796,'0.000'-45.000'0,"0.000"12.000"0,0.000 11.000 0,0.000 11.000 0,0.000 6.000 1,2.000 0.000 4,1.000 1.000 2,1.000-1.000 4,1.000 0.000 1,0.000 2.000-1,1.000 1.000 1,-1.000 2.000-1,0.000 0.000 0,0.000 2.000 1,-1.000 1.000 1,2.000 2.000 0,-1.000 0.000-1,2.000 2.000-3,1.000 1.000-4,2.000 2.000-2,-1.000 0.000-1,2.000 2.000 2,-2.000 1.000 1,1.000 2.000 3,0.000 0.000 0,-2.000 0.000-2,-1.000 0.000-2,-1.000-1.000-1,-1.000 1.000-2,2.000 0.000 3,1.000 1.000 0,2.000-1.000 1,-1.000-1.000-4,2.000-1.000-8,-2.000-1.000-11,1.000-1.000-8,0.000-2.000-3,1.000 1.000 3,-1.000 0.000 5,-1.000 0.000 3,1.000 0.000-1,-2.000-2.000-7,-1.000-1.000-8,-1.000-2.000-6</inkml:trace>
</inkml:ink>
</file>

<file path=ppt/ink/ink33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07"/>
    </inkml:context>
    <inkml:brush xml:id="br0">
      <inkml:brushProperty name="width" value="0.0197303667664528" units="cm"/>
      <inkml:brushProperty name="height" value="0.0197303667664528" units="cm"/>
      <inkml:brushProperty name="color" value="#000000"/>
      <inkml:brushProperty name="ignorePressure" value="0"/>
    </inkml:brush>
  </inkml:definitions>
  <inkml:trace contextRef="#ctx0" brushRef="#br0">49559.000 13169.000 743,'-10.000'0.000'-4,"-2.000"0.000"-8,-1.000 0.000-7,-2.000 0.000-8,2.000 0.000 1,2.000 0.000 12,2.000 0.000 12,2.000 0.000 11,3.000 0.000 9,1.000-2.000 7,1.000-1.000 6,1.000-1.000 6,2.000-1.000 2,1.000 0.000-7,1.000-1.000-5,1.000 1.000-5,3.000 1.000-4,1.000 1.000-1,4.000 1.000-3,1.000 2.000-1,3.000-1.000-1,-2.000-1.000-2,2.000-1.000-1,-2.000-2.000-1,2.000 0.000-1,1.000 1.000-2,1.000-1.000-1,2.000 0.000-1,0.000-1.000-3,0.000 1.000-3,0.000 1.000-4,-1.000-1.000-3,1.000 0.000-3,-2.000 0.000 2,-1.000-1.000 0,-1.000 2.000 1,-1.000-1.000-2,-1.000 2.000-2,1.000 1.000-4,1.000 2.000-2,-2.000 0.000-2,-1.000 0.000 1,-1.000 0.000 1,-1.000 0.000 0,-2.000 0.000-1,1.000 0.000-2,1.000 0.000-1,-1.000 0.000-2,-1.000 0.000 0,-1.000 0.000 3,-1.000 0.000 4,-2.000 0.000 2,0.000 0.000 3,-2.000 2.000 4,-1.000 1.000 2,-1.000 2.000 4,-2.000 1.000 1,-1.000 3.000 1,-1.000 2.000 0,-2.000 3.000 1,0.000 1.000 1,0.000 0.000-1,1.000 0.000 1,-1.000 0.000 0,-1.000-1.000 0,-1.000-1.000 0,-1.000-1.000 0,-2.000-1.000 0,1.000-1.000 0,-1.000 2.000 0,0.000 1.000 0,0.000 2.000 0,0.000 0.000 0,2.000-1.000 0,1.000 1.000 0,2.000 0.000 0,-1.000 0.000 1,-1.000 1.000 1,-1.000-1.000 3,-2.000 0.000 2,1.000-1.000 0,1.000 2.000-2,1.000-1.000 0,2.000-1.000-2,0.000 1.000 0,0.000-2.000 1,0.000-1.000 2,-1.000-2.000 2,2.000 1.000-1,1.000-1.000 0,1.000 0.000-2,1.000 0.000-1,1.000 0.000-1,-2.000 2.000 0,-1.000 1.000-1,-1.000 2.000 0,-1.000-2.000-1,2.000-1.000-3,1.000-4.000-1,2.000-2.000-3,0.000 0.000-2,0.000-2.000 0,0.000 2.000 0,0.000-2.000-1,0.000 1.000 0,2.000 1.000 1,1.000-1.000 1,2.000 0.000 1</inkml:trace>
</inkml:ink>
</file>

<file path=ppt/ink/ink34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07"/>
    </inkml:context>
    <inkml:brush xml:id="br0">
      <inkml:brushProperty name="width" value="0.0172147303819656" units="cm"/>
      <inkml:brushProperty name="height" value="0.0172147303819656" units="cm"/>
      <inkml:brushProperty name="color" value="#000000"/>
      <inkml:brushProperty name="ignorePressure" value="0"/>
    </inkml:brush>
  </inkml:definitions>
  <inkml:trace contextRef="#ctx0" brushRef="#br0">50100.000 13269.000 851,'9.000'-9.000'1,"-1.000"1.000"1,-1.000 1.000 1,-1.000 1.000 1,-2.000 3.000 1,-1.000 2.000 2,-1.000 2.000 1,-1.000 2.000 1,-1.000 2.000 2,0.000 1.000-1,0.000-1.000 0,0.000 0.000 1,-1.000 1.000-1,-1.000 3.000 1,-1.000 2.000-1,-1.000 3.000 1,-2.000 1.000-2,-1.000 0.000-2,-1.000 0.000-2,-1.000 0.000-2,-1.000 0.000-2,2.000 2.000-1,1.000 1.000-1,1.000 2.000-3,1.000-1.000 1,-2.000-1.000 0,-1.000-1.000 0,-1.000-1.000 0,-1.000-1.000-1,-1.000 2.000-5,1.000 1.000-3,1.000 1.000-4,-2.000 1.000-2,-1.000 1.000-1,-1.000-1.000 0,-1.000 0.000 1,-2.000-1.000-3,1.000-1.000-1,1.000-1.000-4,-1.000-2.000-1,0.000 0.000-1,0.000-2.000 5,-1.000-1.000 4,2.000-2.000 3,-1.000 0.000 4,2.000-2.000 3,1.000-1.000 2,2.000-1.000 3,0.000-1.000 2,-1.000 0.000 0,2.000-1.000 0,-1.000 1.000 2</inkml:trace>
</inkml:ink>
</file>

<file path=ppt/ink/ink34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07"/>
    </inkml:context>
    <inkml:brush xml:id="br0">
      <inkml:brushProperty name="width" value="0.0152513142675161" units="cm"/>
      <inkml:brushProperty name="height" value="0.0152513142675161" units="cm"/>
      <inkml:brushProperty name="color" value="#000000"/>
      <inkml:brushProperty name="ignorePressure" value="0"/>
    </inkml:brush>
  </inkml:definitions>
  <inkml:trace contextRef="#ctx0" brushRef="#br0">49459.000 13610.000 961,'10.000'0.000'0,"-2.000"0.000"-1,-1.000 0.000-1,-1.000 0.000 0,-2.000 0.000 0,-1.000 2.000 1,-1.000 1.000 1,-1.000 1.000 1,-1.000 2.000 1,0.000-2.000 0,0.000 2.000 1,0.000-2.000 1,0.000 1.000 1,0.000 1.000 1,0.000-1.000 2,0.000 0.000 1,0.000 0.000-2,2.000 2.000-8,1.000 1.000-8,1.000 1.000-6,1.000 2.000-3,-2.000 1.000 3,-1.000 1.000 3,-2.000 1.000 3,1.000 1.000-1,1.000-2.000-5,1.000-1.000-3,2.000-2.000-6,0.000 1.000 0,0.000-1.000 3,-1.000 0.000 4,2.000 0.000 2,-2.000 0.000 3,-1.000 0.000 2,-1.000-1.000 2,-2.000 1.000 2,1.000-1.000 2,1.000-2.000 1,1.000-4.000 1,1.000-2.000 1,2.000 0.000 0,-2.000 1.000 0,2.000 1.000 1,-1.000 2.000 0</inkml:trace>
</inkml:ink>
</file>

<file path=ppt/ink/ink34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07"/>
    </inkml:context>
    <inkml:brush xml:id="br0">
      <inkml:brushProperty name="width" value="0.020740631967783" units="cm"/>
      <inkml:brushProperty name="height" value="0.020740631967783" units="cm"/>
      <inkml:brushProperty name="color" value="#000000"/>
      <inkml:brushProperty name="ignorePressure" value="0"/>
    </inkml:brush>
  </inkml:definitions>
  <inkml:trace contextRef="#ctx0" brushRef="#br0">49580.000 13910.000 707,'18.000'-1.000'89,"-1.000"-1.000"-20,-4.000-1.000-20,-1.000-1.000-21,-1.000-2.000-12,3.000-1.000-5,2.000-1.000-3,3.000-2.000-4,1.000 0.000-2,2.000 1.000 1,1.000-1.000 1,2.000 0.000 1,0.000-1.000-1,0.000 2.000-4,0.000-1.000-2,0.000-1.000-3,0.000 1.000-2,0.000 0.000 3,0.000 1.000 1,0.000-1.000 2,0.000 0.000 0,2.000 0.000-3,1.000 0.000-4,2.000 0.000-2,-2.000 1.000-1,-4.000 2.000-1,-3.000 4.000 1,-4.000 1.000-1,-2.000 2.000 1,-1.000 0.000 0,1.000 0.000 1,1.000 0.000 1,-2.000 1.000 0,-1.000 1.000 0,-1.000 1.000-1,-1.000 2.000 1,-3.000 0.000-1,-2.000 2.000 1,-2.000 1.000 0,-3.000 2.000 1,-1.000 0.000-1,0.000 2.000 0,0.000 1.000 0,0.000 2.000-1,0.000-1.000 1,-2.000 2.000 1,-1.000-1.000 0,-2.000-1.000 2,0.000 1.000 0,-2.000 0.000 1,-1.000 1.000 1,-1.000-1.000 0,-1.000 0.000 1,-1.000 2.000 0,2.000 1.000 2,-1.000 1.000 0,-2.000 1.000 0,-2.000-2.000 0,-2.000-1.000-2,-2.000-2.000 0,-2.000 1.000-2,2.000 1.000 0,1.000 1.000-1,1.000 2.000 0,1.000-1.000-1,-2.000 2.000 1,-1.000-2.000 0,-1.000 1.000 2,-2.000 0.000-1,-1.000-2.000-1,-1.000-1.000-2,-1.000-1.000-1,-1.000-1.000 1,0.000-1.000 0,0.000 1.000 1,0.000 0.000 1,0.000 0.000 1,2.000 1.000 0,1.000-1.000-1,1.000 0.000 0,1.000-2.000 0,0.000-1.000 0,1.000-4.000 2,-1.000-2.000 0,1.000 0.000 0,2.000-2.000 2,4.000 2.000 0,1.000-2.000 1,3.000 0.000 0,-1.000-3.000 0,0.000-2.000 1,0.000-3.000 0,1.000-1.000 0,3.000 1.000-1,2.000-1.000 1,2.000-1.000 0,2.000 1.000 0,-2.000-2.000 0,-1.000-1.000 0,-1.000-2.000 0</inkml:trace>
</inkml:ink>
</file>

<file path=ppt/ink/ink34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07"/>
    </inkml:context>
    <inkml:brush xml:id="br0">
      <inkml:brushProperty name="width" value="0.0215372741222382" units="cm"/>
      <inkml:brushProperty name="height" value="0.0215372741222382" units="cm"/>
      <inkml:brushProperty name="color" value="#000000"/>
      <inkml:brushProperty name="ignorePressure" value="0"/>
    </inkml:brush>
  </inkml:definitions>
  <inkml:trace contextRef="#ctx0" brushRef="#br0">49819.000 13989.000 680,'12.000'0.000'0,"1.000"0.000"0,4.000 0.000 0,2.000 0.000 0,-1.000 2.000 3,-1.000 1.000 5,-4.000 4.000 5,-1.000 2.000 5,-2.000 1.000 3,2.000 2.000 1,1.000 1.000 1,2.000 2.000 0,0.000 0.000 0,2.000 2.000-2,1.000 1.000-3,1.000 2.000-2,1.000 0.000-1,1.000 0.000-2,-2.000-1.000-2,2.000 2.000-1,-1.000-1.000-1,2.000 2.000-1,1.000 1.000-1,2.000 2.000-2,0.000-1.000 0,2.000-1.000 1,1.000-1.000 1,2.000-2.000 1,0.000-2.000-2,0.000-6.000-5,0.000-4.000-6,-1.000-5.000-5,-1.000-3.000-2,-6.000 0.000 3,-4.000 0.000 3,-5.000 0.000 1,-2.000-1.000-8,3.000-1.000-21,2.000-1.000-21,3.000-2.000-21</inkml:trace>
</inkml:ink>
</file>

<file path=ppt/ink/ink34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08"/>
    </inkml:context>
    <inkml:brush xml:id="br0">
      <inkml:brushProperty name="width" value="0.0196367483586073" units="cm"/>
      <inkml:brushProperty name="height" value="0.0196367483586073" units="cm"/>
      <inkml:brushProperty name="color" value="#000000"/>
      <inkml:brushProperty name="ignorePressure" value="0"/>
    </inkml:brush>
  </inkml:definitions>
  <inkml:trace contextRef="#ctx0" brushRef="#br0">50619.000 13510.000 746,'-17.000'-19.000'-34,"4.000"3.000"19,6.000 2.000 19,5.000 3.000 19,3.000 1.000 9,5.000 2.000-2,3.000 1.000-3,4.000 1.000-1,2.000 1.000-2,-2.000 1.000-2,-1.000-1.000-2,-2.000 0.000-2,2.000-1.000-2,2.000-1.000-4,2.000-1.000-2,2.000-2.000-4,2.000 1.000-1,-2.000 1.000 1,-1.000 1.000 1,-1.000 1.000 1,-1.000 1.000-3,2.000-2.000-3,1.000-1.000-6,1.000-1.000-5,1.000-2.000 0,1.000-1.000 2,-2.000-1.000 2,2.000-1.000 3,-2.000-1.000-3,-1.000 2.000-7,-1.000 1.000-6,-2.000 2.000-7,1.000 0.000-4,-2.000-1.000-1,2.000 1.000-1,-2.000 0.000 0,0.000 0.000 1,-2.000 1.000 0,-4.000-1.000 2,-2.000 0.000 1,-1.000 0.000 2,0.000 2.000 5,1.000 1.000 4,-1.000 2.000 4,-2.000-1.000 3,-1.000 1.000 2,-4.000 1.000 2,-1.000-1.000 2</inkml:trace>
</inkml:ink>
</file>

<file path=ppt/ink/ink34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08"/>
    </inkml:context>
    <inkml:brush xml:id="br0">
      <inkml:brushProperty name="width" value="0.014718228019774" units="cm"/>
      <inkml:brushProperty name="height" value="0.014718228019774" units="cm"/>
      <inkml:brushProperty name="color" value="#000000"/>
      <inkml:brushProperty name="ignorePressure" value="0"/>
    </inkml:brush>
  </inkml:definitions>
  <inkml:trace contextRef="#ctx0" brushRef="#br0">50959.000 13030.000 996,'9.000'9.000'-80,"-2.000"-1.000"30,-4.000-1.000 30,-1.000-1.000 31,-2.000 0.000 13,2.000 3.000-2,1.000 2.000-2,2.000 3.000-3,0.000 1.000-1,0.000 2.000-3,0.000 1.000-2,-1.000 1.000-2,1.000 4.000-2,0.000 5.000-4,1.000 4.000-3,-1.000 5.000-2,0.000 5.000-2,0.000 2.000 0,-1.000 2.000-1,2.000 2.000 1,-2.000 3.000-2,-1.000 1.000-1,-1.000 1.000-2,-2.000 2.000-1,0.000-1.000-1,0.000-1.000 2,0.000-1.000 2,0.000-2.000 2,0.000 0.000 2,0.000 0.000 1,0.000 0.000 2,0.000 0.000 1,0.000-2.000 2,0.000-6.000-1,0.000-4.000 0,0.000-5.000 1,-1.000-5.000-1,-3.000-1.000 3,-2.000-4.000 0,-2.000-1.000 1,-2.000-4.000 1,2.000-4.000-2,1.000-3.000-2,1.000-4.000-1,1.000-3.000 0,1.000-1.000 0,-2.000-1.000 2,2.000-1.000 0,-1.000-2.000 0,0.000-1.000-3,0.000-1.000-2,-1.000-1.000-3,1.000-2.000-2,-2.000-1.000 0,-1.000-1.000 0,-1.000-2.000-1,-1.000 0.000-2,-1.000-2.000-6,1.000-1.000-4,1.000-2.000-6,-1.000 2.000 0,2.000 1.000 4,1.000 4.000 5,1.000 2.000 4,1.000 0.000 3,0.000-1.000 0,1.000-1.000 2,-1.000-1.000 1</inkml:trace>
</inkml:ink>
</file>

<file path=ppt/ink/ink34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08"/>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50800.000 13889.000 1000,'1.000'-10.000'-4,"3.000"0.000"-6,2.000 1.000-7,2.000-1.000-7,2.000 0.000-2,-2.000 0.000 4,-1.000 0.000 3,-1.000 0.000 3,-1.000 0.000 1,2.000-1.000 2,1.000 1.000 1,2.000 0.000 1,-1.000 1.000 1,-1.000 1.000 3,-1.000 1.000 1,-2.000 1.000 2,1.000 1.000 1,1.000-2.000-1,1.000-1.000 0,2.000-1.000 0</inkml:trace>
</inkml:ink>
</file>

<file path=ppt/ink/ink34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08"/>
    </inkml:context>
    <inkml:brush xml:id="br0">
      <inkml:brushProperty name="width" value="0.0177908428013325" units="cm"/>
      <inkml:brushProperty name="height" value="0.0177908428013325" units="cm"/>
      <inkml:brushProperty name="color" value="#000000"/>
      <inkml:brushProperty name="ignorePressure" value="0"/>
    </inkml:brush>
  </inkml:definitions>
  <inkml:trace contextRef="#ctx0" brushRef="#br0">51600.000 12910.000 824,'-12.000'-1.000'-4,"-4.000"-1.000"-9,-3.000-1.000-9,-4.000-1.000-8,-1.000-1.000 3,5.000 2.000 18,3.000 1.000 18,4.000 1.000 16,3.000 1.000 7,1.000 0.000-2,1.000 0.000-3,2.000 0.000-2,-1.000 1.000-3,-1.000 1.000 1,-1.000 1.000-1,-1.000 2.000 0,-1.000 0.000-4,2.000 2.000-4,1.000 1.000-6,1.000 2.000-5,2.000 0.000-4,1.000 2.000-6,1.000 1.000-4,1.000 2.000-5,1.000 0.000-2,-2.000 2.000 1,-1.000 1.000 1,-1.000 2.000 1,-1.000 0.000-3,-1.000 2.000-6,2.000 1.000-5,-1.000 1.000-6,-1.000 1.000 0,2.000-2.000 4,-2.000-1.000 6,1.000-1.000 4,1.000-3.000 4,1.000-2.000 4,1.000-2.000 4,2.000-3.000 3,-1.000 0.000 3,-1.000-1.000 0,-1.000 0.000 1,-1.000 0.000 1</inkml:trace>
</inkml:ink>
</file>

<file path=ppt/ink/ink34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09"/>
    </inkml:context>
    <inkml:brush xml:id="br0">
      <inkml:brushProperty name="width" value="0.0181479528546333" units="cm"/>
      <inkml:brushProperty name="height" value="0.0181479528546333" units="cm"/>
      <inkml:brushProperty name="color" value="#000000"/>
      <inkml:brushProperty name="ignorePressure" value="0"/>
    </inkml:brush>
  </inkml:definitions>
  <inkml:trace contextRef="#ctx0" brushRef="#br0">51540.000 13069.000 808,'27.000'-44.000'0,"-5.000"11.000"-1,-4.000 11.000 0,-6.000 12.000 0,-2.000 5.000 1,1.000 0.000 0,-1.000-1.000 3,-1.000 1.000 0,1.000 1.000 2,1.000 1.000 0,-1.000 1.000 2,0.000 2.000 0,-1.000 0.000 2,-1.000 0.000 1,-1.000 0.000 1,-1.000 0.000 2,-1.000 0.000 0,2.000 2.000 0,1.000 1.000-1,1.000 1.000-1,1.000 2.000-2,1.000 1.000 0,-1.000 1.000-3,0.000 1.000-1,-1.000 1.000 0,-1.000-2.000 2,-1.000-1.000 0,-1.000-1.000 2,-1.000-1.000 0,0.000 2.000-4,-1.000 1.000-4,2.000 2.000-2,-2.000-1.000-1,2.000-1.000 1,-2.000-1.000 2,1.000-1.000 1,0.000-1.000-2,-2.000 2.000-3,-1.000 1.000-4,-1.000 1.000-4,-1.000 2.000-2,0.000-1.000-2,0.000 0.000-1,0.000 0.000-2,-2.000-1.000 0,-1.000-1.000 2,-4.000-1.000 0,-2.000-1.000 1,0.000 0.000 2,-2.000 3.000 0,2.000 2.000 1,-2.000 3.000 2,1.000 0.000 0,-2.000-1.000 0,-1.000-1.000 0,-2.000-1.000 0,0.000-2.000 1,-2.000 1.000-1,-1.000 0.000 2,-1.000 0.000-1,-2.000 1.000 1,-1.000-1.000 0,-1.000 0.000 0,-2.000 0.000 0,0.000 0.000 1,0.000 2.000 1,0.000 1.000 1,0.000 2.000 1,0.000-1.000 0,0.000-1.000 0,0.000-1.000-1,0.000-1.000 0,0.000-1.000 0,0.000 2.000 3,0.000 1.000 1,0.000 2.000 3,1.000-2.000 1,1.000-1.000 1,1.000-4.000-1,1.000-2.000 1,3.000 0.000 1,1.000-2.000-1,4.000 2.000 1,1.000-2.000-1,5.000 1.000 0,5.000-2.000-3,4.000-1.000-3,5.000-1.000-2,4.000-3.000-2,1.000-2.000-1,1.000-2.000 1,1.000-2.000-1,2.000-2.000 0,-2.000 2.000 1,2.000 1.000 0,-2.000 2.000 1,2.000-1.000 0,-1.000 1.000 1,0.000 1.000 1,0.000-1.000 2,-1.000 0.000 0,-1.000 0.000 2,-1.000-1.000 2,-1.000 2.000 1,-2.000-1.000 0,2.000 2.000-2,-2.000 1.000-1,1.000 2.000-1,0.000 0.000-1,1.000 0.000 2,-1.000 0.000 0,-1.000 0.000 3,0.000 1.000-1,-2.000 3.000 0,-4.000 2.000 0,-1.000 2.000-1,-2.000 2.000 0,2.000-2.000 0,1.000-1.000-1,2.000-1.000-1,-1.000-1.000 0,-1.000 2.000 0,-1.000 1.000-1,-1.000 2.000 0,-1.000 0.000 0,0.000 0.000 0,0.000-1.000 1,0.000 1.000 0,0.000 0.000 0,2.000-2.000-2,1.000-1.000-1,1.000-1.000-3,1.000-2.000 0,0.000-1.000 2,1.000-1.000 0,-1.000-1.000 1,0.000-1.000 2,0.000 0.000-1,-1.000 0.000 1,2.000 0.000 0,-1.000-2.000 0,2.000-1.000 1,1.000-4.000-1,2.000-2.000 1,-1.000-1.000 0,2.000 0.000 0,-2.000 1.000 0,1.000-1.000 0,0.000 0.000 0,-2.000 0.000 0,-1.000 0.000 0,-1.000 0.000 0,-1.000 0.000 0,2.000 2.000 0,1.000 1.000 0,2.000 2.000 0,-1.000-1.000 1,-1.000-1.000 3,-1.000-1.000 3,-2.000-1.000 3,0.000-1.000 1,0.000 2.000-2,1.000 1.000 0,-1.000 1.000-2,0.000 2.000 3,0.000 1.000 3,-1.000 1.000 5,2.000 2.000 4,-2.000-1.000 1,2.000-1.000-2,-2.000-1.000-1,1.000-1.000-3,1.000-1.000 0,-2.000 2.000-1,2.000 1.000 0,-1.000 1.000 0,0.000 1.000-2,2.000 0.000-2,1.000 0.000-2,1.000 0.000-3,1.000 1.000-5,1.000 1.000-4,-1.000 1.000-6,-1.000 2.000-6,0.000 1.000-4,-2.000 2.000-3,-4.000 4.000-4,-1.000 1.000-3,-3.000 2.000 0,-1.000-2.000 4,-1.000-1.000 3,-2.000-2.000 4,0.000 1.000 2,-2.000-1.000-1,-1.000 0.000 1,-1.000 0.000 0,-1.000 0.000 1,-1.000 2.000 4,1.000 1.000 2,1.000 2.000 4,-2.000-1.000 1,-1.000 2.000 1,-1.000-1.000 0,-1.000-1.000 2,-2.000 1.000-1,1.000 0.000 1,1.000 1.000-1,-1.000-1.000 1,0.000 0.000 0,0.000 2.000 0,-1.000 1.000 0,2.000 1.000 0,-3.000 1.000 0,-2.000 1.000 0,-2.000-1.000 0,-2.000 0.000 0,-2.000-1.000 0,2.000-1.000 0,1.000-1.000 0,1.000-2.000 0,2.000 0.000 0,1.000 1.000 0,1.000-1.000 0,2.000 0.000 0,0.000-1.000 0,2.000-1.000 0,1.000-1.000 0,2.000-1.000 0,2.000-3.000 3,5.000-4.000 5,6.000-3.000 7,5.000-5.000 5,2.000-1.000 2,2.000-2.000 1,1.000-1.000-2,2.000-1.000 0,0.000-2.000 0,-1.000-1.000-2,1.000-1.000-1,1.000-1.000 0,-1.000-1.000-3,0.000 2.000-1,-1.000 1.000-2,1.000 2.000-3,1.000 0.000-1,-2.000-1.000-1,2.000 1.000 0,-2.000 0.000-2,2.000 0.000-2,-1.000 1.000-4,0.000-1.000-5,0.000 0.000-3,0.000-1.000-2,2.000 2.000 3,1.000-1.000 2,2.000-1.000 2,-1.000 2.000 1,-1.000 1.000-3,-1.000 1.000-1,-2.000 2.000-1,0.000-1.000-2,-2.000-1.000 1,-1.000-1.000 0,-2.000-1.000 1,0.000-2.000-2,1.000 2.000-4,-1.000-1.000-3,-1.000-1.000-4,1.000 3.000-1,-2.000 2.000 3,-1.000 2.000 0,-1.000 2.000 3,-2.000 2.000 2,-1.000-2.000 3,-1.000-1.000 4,-1.000-1.000 2,-1.000-2.000 2,0.000 2.000 1,0.000-2.000 1,0.000 1.000 0</inkml:trace>
</inkml:ink>
</file>

<file path=ppt/ink/ink34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09"/>
    </inkml:context>
    <inkml:brush xml:id="br0">
      <inkml:brushProperty name="width" value="0.0164436008781195" units="cm"/>
      <inkml:brushProperty name="height" value="0.0164436008781195" units="cm"/>
      <inkml:brushProperty name="color" value="#000000"/>
      <inkml:brushProperty name="ignorePressure" value="0"/>
    </inkml:brush>
  </inkml:definitions>
  <inkml:trace contextRef="#ctx0" brushRef="#br0">51719.000 13550.000 891,'-8.000'0.000'22,"2.000"2.000"-5,2.000 1.000-4,3.000 2.000-4,0.000 0.000-2,-1.000 2.000 0,-1.000 1.000 0,-1.000 1.000 1,-1.000 2.000-2,0.000 1.000 0,0.000 1.000-2,-1.000 1.000-2,1.000 2.000-2,0.000 1.000 0,1.000 1.000-3,-1.000 2.000-1,-1.000 0.000-1,-1.000 2.000 2,-1.000 1.000 1,-2.000 2.000 1,0.000 0.000 0,-2.000 2.000-1,-1.000 1.000-3,-2.000 2.000-1,1.000 0.000 1,1.000 2.000 1,1.000 1.000 3,1.000 1.000 2,1.000 0.000 0,-2.000-2.000-3,-1.000-4.000-1,-2.000-1.000-3,0.000-2.000 0,1.000 0.000 0,-1.000 0.000 1,-1.000 0.000 0,2.000-2.000 0,1.000-1.000-2,1.000-4.000-1,1.000-2.000-1,2.000-2.000-2,1.000-3.000-2,1.000-2.000-2,2.000-2.000-1,0.000-4.000-2,2.000-2.000-1,1.000-2.000-2,1.000-2.000-2,2.000-3.000 2,1.000-1.000 4,1.000-1.000 3,2.000-1.000 4</inkml:trace>
</inkml:ink>
</file>

<file path=ppt/ink/ink35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09"/>
    </inkml:context>
    <inkml:brush xml:id="br0">
      <inkml:brushProperty name="width" value="0.0169316399842501" units="cm"/>
      <inkml:brushProperty name="height" value="0.0169316399842501" units="cm"/>
      <inkml:brushProperty name="color" value="#000000"/>
      <inkml:brushProperty name="ignorePressure" value="0"/>
    </inkml:brush>
  </inkml:definitions>
  <inkml:trace contextRef="#ctx0" brushRef="#br0">51880.000 13930.000 866,'36.000'54.000'2,"-8.000"-11.000"4,-6.000-11.000 5,-8.000-11.000 4,-4.000-6.000 2,2.000 2.000-1,1.000 1.000 1,2.000 2.000-1,0.000-1.000-2,-1.000 1.000-4,2.000 1.000-3,-1.000-1.000-5,2.000-1.000-3,3.000-1.000-5,4.000-1.000-5,5.000-1.000-4,1.000-3.000-3,2.000-1.000 1,1.000-4.000 1,1.000-2.000 0,-1.000-1.000 2,-5.000-2.000 2,-6.000-1.000 2,-5.000-1.000 2,-1.000-3.000-2,-2.000-2.000-9,2.000-2.000-6,-2.000-2.000-9</inkml:trace>
</inkml:ink>
</file>

<file path=ppt/ink/ink35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10"/>
    </inkml:context>
    <inkml:brush xml:id="br0">
      <inkml:brushProperty name="width" value="0.0169851705431938" units="cm"/>
      <inkml:brushProperty name="height" value="0.0169851705431938" units="cm"/>
      <inkml:brushProperty name="color" value="#000000"/>
      <inkml:brushProperty name="ignorePressure" value="0"/>
    </inkml:brush>
  </inkml:definitions>
  <inkml:trace contextRef="#ctx0" brushRef="#br0">52440.000 12850.000 863,'-27.000'0.000'1,"6.000"0.000"3,7.000 0.000 2,5.000 0.000 3,6.000 0.000 1,1.000 2.000 2,4.000 1.000 2,1.000 2.000 2,3.000 0.000-1,-2.000 2.000-3,2.000 1.000-2,-1.000 1.000-3,0.000 2.000-2,0.000-1.000-2,0.000 0.000-2,-1.000 0.000-2,2.000 0.000 0,1.000 0.000 2,1.000-1.000 3,2.000 1.000 2,-1.000 1.000-3,-1.000-2.000-9,-1.000 2.000-7,-2.000-1.000-9,1.000-1.000-2,-2.000-1.000 3,2.000-1.000 4,-1.000-2.000 2,0.000 0.000 0,0.000 1.000-4,0.000-1.000-6,-1.000 0.000-5,1.000-1.000 1,0.000 1.000 3,1.000 1.000 5,-1.000-1.000 3</inkml:trace>
</inkml:ink>
</file>

<file path=ppt/ink/ink35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10"/>
    </inkml:context>
    <inkml:brush xml:id="br0">
      <inkml:brushProperty name="width" value="0.0174001231789589" units="cm"/>
      <inkml:brushProperty name="height" value="0.0174001231789589" units="cm"/>
      <inkml:brushProperty name="color" value="#000000"/>
      <inkml:brushProperty name="ignorePressure" value="0"/>
    </inkml:brush>
  </inkml:definitions>
  <inkml:trace contextRef="#ctx0" brushRef="#br0">52600.000 12690.000 842,'9.000'-9.000'3,"-1.000"3.000"4,-1.000 2.000 4,-1.000 2.000 5,-1.000 3.000 2,0.000 1.000-2,-1.000 1.000-2,2.000 2.000-1,-2.000 0.000-3,2.000 0.000-1,-2.000-1.000-2,1.000 2.000-3,1.000-2.000 0,-2.000 2.000 1,2.000-2.000 2,-1.000 1.000 1,0.000 1.000-3,0.000 1.000-6,0.000 1.000-7,-1.000 2.000-7,1.000-1.000-2,0.000-1.000 3,1.000-1.000 3,-1.000-1.000 2,0.000-1.000 0,0.000 2.000-4,-1.000 1.000-4,2.000 2.000-4,-2.000-1.000 0,-1.000-1.000 2,-1.000-1.000 4,-2.000-2.000 2,0.000 1.000 3,0.000 1.000 3,0.000 1.000 3,0.000 1.000 2,-1.000 2.000 1,-3.000-2.000 0,-2.000 2.000-1,-2.000-1.000 0,-2.000 0.000 0,-1.000 0.000 2,1.000-1.000 1,1.000 2.000 1,-2.000-1.000 1,-1.000 2.000-1,-1.000 1.000 0,-1.000 2.000-2,-2.000-1.000 0,1.000-1.000 1,1.000-1.000 1,-1.000-1.000 0,0.000-2.000 0,2.000 1.000 1,1.000 0.000 0,2.000 0.000 1,0.000 0.000-1,2.000-2.000 0,1.000-1.000 0,1.000-2.000-2,3.000 0.000-3,2.000-2.000-7,2.000-1.000-7,2.000-1.000-7,2.000-2.000-2,0.000-1.000 3,1.000-1.000 5,-1.000-2.000 3</inkml:trace>
</inkml:ink>
</file>

<file path=ppt/ink/ink35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10"/>
    </inkml:context>
    <inkml:brush xml:id="br0">
      <inkml:brushProperty name="width" value="0.0161345396190882" units="cm"/>
      <inkml:brushProperty name="height" value="0.0161345396190882" units="cm"/>
      <inkml:brushProperty name="color" value="#000000"/>
      <inkml:brushProperty name="ignorePressure" value="0"/>
    </inkml:brush>
  </inkml:definitions>
  <inkml:trace contextRef="#ctx0" brushRef="#br0">53019.000 12709.000 909,'0.000'-9.000'-37,"0.000"1.000"22,0.000 1.000 19,0.000 2.000 21,0.000 1.000 8,0.000 3.000-6,0.000 2.000-5,0.000 3.000-5,0.000 1.000-7,-2.000 2.000-6,-1.000 1.000-6,-2.000 1.000-7,1.000 2.000-3,1.000-1.000 2,1.000 0.000 3,2.000 0.000 1,-1.000 0.000 1,-1.000 2.000-2,-1.000 1.000-1,-1.000 2.000-1,-1.000-1.000 0,0.000-1.000 3,0.000-1.000 2,-1.000-1.000 3,2.000-2.000-1,1.000 1.000-2,1.000 0.000-2,1.000 0.000-3,1.000 1.000-1,-2.000-1.000 0,-1.000 0.000-1,-1.000 0.000 1,-1.000-1.000 0,2.000-1.000-1,1.000-1.000 0,2.000-1.000 0,0.000-2.000 0,2.000-1.000 2,1.000-1.000 1,2.000-2.000 2,-1.000 0.000 0,2.000 0.000 3,-2.000 0.000 0,1.000 0.000 1,1.000-1.000 1,1.000-3.000 0,1.000-2.000-2,2.000-2.000 0,-1.000-2.000 0,1.000 2.000 0,1.000 1.000 0,-1.000 1.000 1,-1.000 1.000-1,-1.000 1.000 0,-1.000-1.000 0,-2.000 0.000 0,1.000-1.000 0,1.000 1.000 1,1.000 1.000 0,2.000-1.000 2,-1.000 0.000-1,-1.000 0.000-1,-1.000-1.000-1,-1.000 2.000-2,-1.000-1.000 1,0.000 2.000 1,-1.000 1.000 0,2.000 2.000 2,-2.000 0.000 0,2.000 0.000 0,-2.000 0.000 1,1.000 0.000 0</inkml:trace>
</inkml:ink>
</file>

<file path=ppt/ink/ink35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10"/>
    </inkml:context>
    <inkml:brush xml:id="br0">
      <inkml:brushProperty name="width" value="0.0174896642565727" units="cm"/>
      <inkml:brushProperty name="height" value="0.0174896642565727" units="cm"/>
      <inkml:brushProperty name="color" value="#000000"/>
      <inkml:brushProperty name="ignorePressure" value="0"/>
    </inkml:brush>
  </inkml:definitions>
  <inkml:trace contextRef="#ctx0" brushRef="#br0">52540.000 13450.000 838,'-9.000'0.000'0,"3.000"2.000"0,2.000 1.000 0,2.000 2.000-1,3.000-1.000 4,1.000-1.000 4,1.000-1.000 6,2.000-2.000 5,0.000 0.000 2,2.000 0.000-4,1.000 0.000-4,1.000 0.000-2,2.000 0.000-2,1.000 0.000-1,1.000 0.000 0,1.000 0.000-1,2.000-1.000 0,-2.000-3.000-2,2.000-2.000-2,-2.000-2.000 0,2.000-2.000-1,1.000 2.000 2,1.000 1.000 3,2.000 1.000 1,0.000 1.000-2,2.000 1.000-7,1.000-1.000-5,2.000 0.000-7,-1.000-1.000-1,-1.000-1.000 2,-1.000-1.000 3,-2.000-2.000 2,0.000 0.000 0,0.000 1.000-5,1.000-1.000-3,-1.000 0.000-5,-1.000 0.000-1,-1.000 2.000 1,-1.000 1.000 1,-2.000 2.000 2,1.000-1.000 1,-1.000 1.000 0,0.000 1.000 2,0.000-1.000 1,-1.000 0.000 0,-1.000 0.000 0,-1.000-1.000 1,-1.000 2.000 0,-3.000-1.000 1,-4.000 2.000 2,-3.000 1.000 4,-4.000 2.000 2,-2.000 0.000 1,0.000 2.000 2,0.000 1.000-1,-1.000 2.000 1,1.000-1.000 1,0.000-1.000 0,1.000-1.000-1,-1.000-2.000 1</inkml:trace>
</inkml:ink>
</file>

<file path=ppt/ink/ink35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11"/>
    </inkml:context>
    <inkml:brush xml:id="br0">
      <inkml:brushProperty name="width" value="0.0159311536699533" units="cm"/>
      <inkml:brushProperty name="height" value="0.0159311536699533" units="cm"/>
      <inkml:brushProperty name="color" value="#000000"/>
      <inkml:brushProperty name="ignorePressure" value="0"/>
    </inkml:brush>
  </inkml:definitions>
  <inkml:trace contextRef="#ctx0" brushRef="#br0">52980.000 13189.000 920,'-1.000'-8.000'0,"-1.000"2.000"-1,-1.000 2.000 0,-2.000 2.000 0,1.000 3.000 1,1.000 1.000 7,1.000 1.000 4,1.000 2.000 6,1.000 1.000 0,-2.000 2.000-4,-1.000 4.000-3,-1.000 1.000-6,-2.000 2.000-1,-1.000 1.000-2,-1.000-1.000-2,-2.000 0.000-1,1.000 0.000-1,-1.000 2.000-1,0.000 1.000 0,0.000 2.000-2,0.000 0.000-1,-1.000 2.000-1,2.000 1.000-3,-1.000 1.000-1,-2.000 2.000 1,-2.000 1.000 1,-2.000 1.000 2,-2.000 2.000 3,-2.000 0.000 1,2.000 2.000-2,1.000 1.000 0,1.000 2.000-1,1.000-2.000 0,-2.000-2.000 0,-1.000-2.000 0,-1.000-2.000 1,-1.000-2.000 0,0.000 0.000-2,0.000 0.000 0,-1.000 0.000-2,2.000-2.000 1,1.000-2.000 1,1.000-2.000 2,2.000-2.000 1,0.000-4.000 1,2.000-1.000 0,1.000-4.000 0,2.000-2.000 0,0.000-1.000 0,2.000-2.000-1,1.000-1.000-1,1.000-1.000-1,2.000-2.000 0,1.000-1.000 1,1.000-1.000 0,2.000-2.000 1,1.000-1.000 1,5.000-2.000-1,3.000-4.000-1,5.000-1.000 1,-1.000-2.000-1,-1.000 2.000 2,-4.000 1.000 1,-2.000 2.000 1,0.000-1.000 1,1.000 2.000 0,1.000-1.000 0,2.000-1.000 1</inkml:trace>
</inkml:ink>
</file>

<file path=ppt/ink/ink35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11"/>
    </inkml:context>
    <inkml:brush xml:id="br0">
      <inkml:brushProperty name="width" value="0.014734523370862" units="cm"/>
      <inkml:brushProperty name="height" value="0.014734523370862" units="cm"/>
      <inkml:brushProperty name="color" value="#000000"/>
      <inkml:brushProperty name="ignorePressure" value="0"/>
    </inkml:brush>
  </inkml:definitions>
  <inkml:trace contextRef="#ctx0" brushRef="#br0">52900.000 13669.000 995,'44.000'27.000'0,"-8.000"-6.000"-2,-11.000-7.000 1,-11.000-6.000-2,-4.000-2.000 1,1.000 1.000 3,-1.000 1.000 2,-1.000 1.000 2,1.000 2.000-2,1.000-2.000-3,-1.000 2.000-4,0.000-1.000-5,-1.000-2.000-1,1.000-1.000 3,1.000-4.000 2,-1.000-1.000 2,0.000-2.000-1,0.000 0.000-4,-1.000 0.000-5,2.000 0.000-3,-2.000-2.000-2,-1.000-1.000 3,-1.000-4.000 2,-2.000-1.000 3,0.000-2.000 0,0.000-1.000-2,1.000 1.000-3,-1.000 0.000-3</inkml:trace>
</inkml:ink>
</file>

<file path=ppt/ink/ink35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11"/>
    </inkml:context>
    <inkml:brush xml:id="br0">
      <inkml:brushProperty name="width" value="0.0157933942973614" units="cm"/>
      <inkml:brushProperty name="height" value="0.0157933942973614" units="cm"/>
      <inkml:brushProperty name="color" value="#000000"/>
      <inkml:brushProperty name="ignorePressure" value="0"/>
    </inkml:brush>
  </inkml:definitions>
  <inkml:trace contextRef="#ctx0" brushRef="#br0">53280.000 12989.000 928,'-9.000'1.000'2,"3.000"1.000"3,2.000 1.000 3,2.000 2.000 4,2.000 0.000 1,0.000 0.000-2,0.000-1.000-2,0.000 1.000-1,1.000 2.000-4,1.000 2.000-7,1.000 2.000-5,1.000 3.000-6,2.000 0.000-3,-2.000-1.000-3,2.000-1.000-1,-1.000-1.000-2,0.000-2.000 0,0.000-1.000 2,0.000-1.000 1,-1.000-2.000 2,1.000 0.000 0,0.000 1.000 2,1.000-1.000 0,-1.000 0.000 1</inkml:trace>
</inkml:ink>
</file>

<file path=ppt/ink/ink35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11"/>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52419.000 13969.000 1000,'0.000'19.000'-46,"0.000"-5.000"7,0.000-3.000 7,0.000-5.000 5,0.000 0.000 6,0.000-2.000 3,0.000 2.000 2,0.000-2.000 4,0.000 2.000 3,0.000-1.000 3,0.000 0.000 3,0.000 0.000 4,0.000 0.000 1,0.000-1.000-1,0.000 2.000 1,0.000-1.000-1,1.000 0.000 0,1.000-1.000 0,1.000 1.000 0,2.000 1.000 0,-1.000-1.000-1,-1.000 0.000 0,-1.000-1.000-1,-1.000 1.000 0,-1.000 1.000 0,2.000-2.000 1,1.000 2.000-1,2.000-2.000 2,-1.000 1.000-2,2.000-2.000 0,-2.000-1.000-1,1.000-1.000-1,1.000-1.000 0,-2.000 0.000 0,2.000 0.000 1,-1.000 0.000 1,0.000 0.000 1,0.000 0.000-1,0.000 0.000 0,-1.000 0.000 1,1.000-1.000-1,0.000-1.000 0,1.000-1.000 1,-1.000-2.000-1,0.000 0.000 1,0.000 1.000 0,-1.000-1.000-1,2.000-1.000 1,-2.000 1.000 0,2.000 1.000 0,-2.000-1.000 0,1.000 0.000 0,1.000-1.000 1,-2.000 1.000-1,2.000 1.000 0,-1.000-1.000-1,0.000 0.000 1,2.000 0.000 0,1.000-1.000 0,1.000 2.000 0,0.000-2.000 1,-3.000 2.000-1,-2.000-2.000 0,-2.000 1.000 0,-1.000 1.000 2,3.000 1.000 1,2.000 1.000 3,2.000 2.000 2,2.000-1.000 2,-2.000-1.000 0,-1.000-1.000 1,-1.000-2.000 0,-2.000 0.000 2,-1.000 1.000-1,-1.000-1.000 1,-1.000 0.000 1,0.000-1.000-2,3.000 1.000-2,2.000 1.000-2,2.000-1.000-3,2.000 0.000-2,-2.000 2.000-2,-1.000 1.000-3,-1.000 1.000-1,-2.000 1.000-2,2.000 0.000 0,-2.000 0.000-2,1.000 0.000-1,1.000 0.000-1,-2.000 0.000-2,2.000 0.000-3,-1.000 0.000-1,-1.000 1.000-1,-1.000 1.000 3,-1.000 1.000 2,-1.000 2.000 1,-1.000 0.000 3,0.000-1.000 1,0.000 1.000 2,0.000 1.000 2,-1.000-1.000 0,-1.000 0.000 1,-1.000-1.000 1,-1.000 1.000-1,-1.000 1.000 1,0.000 1.000 0,0.000 1.000-1,-1.000 2.000 1,1.000-1.000 0,0.000-1.000 0,1.000-1.000 0,-1.000-1.000 0,0.000-1.000 0,-1.000-1.000 0,2.000 1.000 0,-1.000 1.000 0,-1.000-1.000 0,2.000 2.000 0,-2.000 1.000 0,1.000 2.000 0,0.000-1.000 0,1.000-1.000 0,-2.000-1.000 0,2.000-1.000 0</inkml:trace>
</inkml:ink>
</file>

<file path=ppt/ink/ink35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32:12"/>
    </inkml:context>
    <inkml:brush xml:id="br0">
      <inkml:brushProperty name="width" value="0.0154451243579388" units="cm"/>
      <inkml:brushProperty name="height" value="0.0154451243579388" units="cm"/>
      <inkml:brushProperty name="color" value="#000000"/>
      <inkml:brushProperty name="ignorePressure" value="0"/>
    </inkml:brush>
  </inkml:definitions>
  <inkml:trace contextRef="#ctx0" brushRef="#br0">53059.000 13869.000 949,'0.000'19.000'0,"0.000"-5.000"-1,0.000-3.000 0,0.000-5.000 0,0.000 0.000 0,0.000-2.000 4,0.000 2.000 1,0.000-2.000 4,0.000 2.000 0,0.000-1.000 0,0.000 0.000 0,0.000 0.000-1,0.000 0.000-2,0.000-1.000-2,0.000 2.000-2,0.000-1.000-4,1.000 0.000 0,1.000-1.000 2,1.000 1.000 1,1.000 1.000 1,1.000-1.000 0,-2.000 0.000-3,-1.000-1.000-2,-1.000 1.000-3,-1.000 1.000-1,2.000-2.000 0,1.000 2.000 1,2.000-2.000 1,-1.000 2.000 0,-1.000-1.000 1,-1.000 0.000 2,-1.000 0.000 0,-1.000 0.000 1,0.000-1.000-1,0.000 2.000 0,0.000-1.000 0,0.000-2.000-2,0.000-2.000-2,0.000-2.000-3,0.000-2.000-2,0.000-3.000-2,0.000-1.000 1,0.000-1.000-1,0.000-1.000 1,0.000-1.000 1,0.000 0.000 2,0.000 0.000 2,0.000 0.000 2,0.000-1.000 0,2.000-1.000 0,1.000-1.000-2,1.000-1.000-1,2.000-1.000 0,1.000 2.000 1,1.000 1.000 1,2.000 2.000 2,-1.000-1.000 0,-1.000-1.000 1,-1.000-1.000 0,-2.000-1.000 1,1.000 0.000 1,1.000 3.000 0,1.000 2.000 0,2.000 2.000 2,-1.000 2.000-1,-1.000 1.000 1,-1.000-1.000-1,-1.000 0.000 1,-1.000-1.000 0,0.000 1.000 1,-1.000 1.000 1,2.000-1.000 0,-2.000 0.000-1,2.000 2.000 0,-2.000 1.000-1,1.000 1.000-1,1.000 2.000 0,-2.000 1.000 5,2.000 1.000 2,-1.000 2.000 4,0.000 0.000 0,0.000 2.000 0,0.000 1.000-1,-1.000 2.000-2,1.000 0.000 1,-2.000 0.000 2,-1.000-1.000 1,-2.000 2.000 2,0.000-2.000 0,0.000 1.000-2,0.000 0.000-2,0.000 0.000-2,0.000 1.000-1,0.000-1.000 2,0.000 0.000 0,0.000 0.000 0,0.000 0.000 1,0.000 0.000-2,0.000-1.000 1,0.000 1.000-2,0.000 1.000 0,-2.000-2.000-2,-1.000 2.000 0,-2.000-1.000-1,1.000 0.000-3,1.000 0.000-3,1.000-1.000-3,2.000 2.000-3,-1.000-2.000-3,-1.000-1.000 1,-1.000-1.000-1,-1.000-1.000-1,-1.000-1.000-1,0.000-1.000-3,0.000 1.000-4,-1.000 1.000-3</inkml:trace>
</inkml:ink>
</file>

<file path=ppt/ink/ink36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3:37"/>
    </inkml:context>
    <inkml:brush xml:id="br0">
      <inkml:brushProperty name="width" value="0.0231524016708136" units="cm"/>
      <inkml:brushProperty name="height" value="0.0231524016708136" units="cm"/>
      <inkml:brushProperty name="color" value="#000000"/>
      <inkml:brushProperty name="ignorePressure" value="0"/>
    </inkml:brush>
  </inkml:definitions>
  <inkml:trace contextRef="#ctx0" brushRef="#br0">17750.000 35400.000 633,'1.000'-24.000'-1,"4.000"4.000"-4,3.000 3.000-2,3.000 3.000-3,-1.000 1.000-1,-2.000 1.000 2,-3.000-1.000 1,-3.000 1.000 1,1.000-1.000 2,6.000 1.000 0,7.000-1.000 2,6.000 1.000 1,3.000 1.000 3,0.000 3.000 1,0.000 3.000 3,0.000 4.000 3,1.000 2.000 0,4.000 4.000-1,3.000 3.000-1,3.000 3.000-2,3.000 4.000 0,3.000 7.000-1,3.000 6.000 0,4.000 7.000-1,1.000 5.000 0,0.000 7.000 0,0.000 6.000 0,0.000 7.000 1,1.000 2.000-1,4.000 1.000 1,3.000-1.000 1,3.000 1.000 0,-1.000 1.000 0,-2.000 3.000 0,-3.000 3.000 0,-3.000 4.000 0,-1.000-3.000-1,4.000-5.000 1,3.000-7.000-1,3.000-5.000 0,1.000-4.000-1,1.000 0.000 1,-1.000 0.000-2,1.000 0.000 0,-1.000-5.000 0,1.000-9.000-1,-1.000-10.000 1,1.000-8.000-1,1.000-8.000 0,3.000-2.000 0,3.000-3.000 0,4.000-3.000-1,-1.000-7.000 1,-3.000-9.000 0,-3.000-10.000 1,-2.000-8.000 0,-1.000-8.000 0,3.000-2.000-2,3.000-3.000-1,4.000-3.000-3,-1.000-6.000 1,-3.000-5.000 1,-3.000-7.000 1,-2.000-5.000 1,-3.000-3.000 0,1.000 4.000-1,-1.000 3.000-1,1.000 3.000-1,-3.000 3.000 0,-2.000 3.000 1,-3.000 3.000 0,-3.000 4.000 0,-4.000 1.000 0,-3.000 0.000 1,-3.000 0.000 1,-2.000 0.000-1,-1.000 3.000 1,3.000 6.000 1,3.000 7.000-1,4.000 6.000 1,-1.000 4.000 0,-3.000 4.000 0,-3.000 3.000 0,-2.000 3.000-1,-3.000 3.000 1,1.000 3.000 0,-1.000 3.000 1,1.000 4.000 0,2.000 1.000 0,7.000 0.000 0,6.000 0.000 0,7.000 0.000-1,0.000 4.000 1,-2.000 10.000 2,-3.000 10.000 2,-3.000 9.000 1,1.000 4.000 1,6.000 1.000-1,7.000-1.000-2,6.000 1.000-1,1.000-1.000 0,-3.000 1.000 2,-3.000-1.000 2,-2.000 1.000 1,-1.000-1.000 2,3.000 1.000-1,3.000-1.000 0,4.000 1.000 0,-1.000 1.000-1,-3.000 3.000-1,-3.000 3.000-1,-2.000 4.000-1,-3.000-3.000-1,1.000-5.000 0,-1.000-7.000 0,1.000-5.000-1,-1.000-4.000 0,1.000 0.000 0,-1.000 0.000 1,1.000 0.000 0,-3.000-2.000-1,-2.000-3.000 0,-3.000-3.000 0,-3.000-2.000-1,-2.000-5.000 0,0.000-2.000 0,0.000-3.000 1,0.000-3.000 0,1.000-2.000 0,4.000 0.000-2,3.000 0.000 0,3.000 0.000-2,-1.000-4.000 0,-2.000-5.000 1,-3.000-7.000 0,-3.000-5.000 1,-2.000-6.000-1,0.000-3.000 0,0.000-3.000-1,0.000-2.000-1,0.000-1.000 0,0.000 3.000-1,0.000 3.000 1,0.000 4.000-1,0.000-1.000 1,0.000-3.000 1,0.000-3.000 0,0.000-2.000 1,0.000-5.000 0,0.000-2.000 0,0.000-3.000 0,0.000-3.000 1,0.000 1.000-1,0.000 6.000 0,0.000 7.000-1,0.000 6.000 0,0.000 1.000 0,0.000-3.000 1,0.000-3.000 0,0.000-2.000 1,1.000 0.000 1,4.000 7.000-1,3.000 6.000 0,3.000 7.000 0,1.000 2.000 0,1.000 1.000 1,-1.000-1.000 2,1.000 1.000 1,1.000 1.000-1,3.000 3.000 0,3.000 3.000 0,4.000 4.000-2,1.000 1.000 0,0.000 0.000 3,0.000 0.000 0,0.000 0.000 2,1.000 3.000 0,4.000 6.000 0,3.000 7.000 0,3.000 6.000-1,1.000 3.000 1,1.000 0.000 1,-1.000 0.000 1,1.000 0.000 2,-3.000 1.000 0,-2.000 4.000 0,-3.000 3.000-1,-3.000 3.000-1,-4.000-1.000 1,-3.000-2.000-1,-3.000-3.000 0,-2.000-3.000 0,-1.000-1.000-2,3.000 4.000-1,3.000 3.000-4,4.000 3.000-1,-1.000-2.000-1,-3.000-6.000 1,-3.000-6.000 1,-2.000-6.000 1,-3.000-4.000-1,1.000 1.000-2,-1.000-1.000-4,1.000 1.000-2,-1.000-1.000-1,1.000 1.000 0,-1.000-1.000 2,1.000 1.000 2,-1.000-1.000-1,1.000 1.000-2,-1.000-1.000-1,1.000 1.000-2,-1.000-4.000-3,1.000-6.000-4,-1.000-6.000-3,1.000-6.000-4,1.000-4.000-2,3.000 1.000-1,3.000-1.000 1,4.000 1.000 0,-4.000-3.000-3,-9.000-2.000-6,-10.000-3.000-5,-8.000-3.000-6</inkml:trace>
</inkml:ink>
</file>

<file path=ppt/ink/ink36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3:38"/>
    </inkml:context>
    <inkml:brush xml:id="br0">
      <inkml:brushProperty name="width" value="0.0202344711869955" units="cm"/>
      <inkml:brushProperty name="height" value="0.0202344711869955" units="cm"/>
      <inkml:brushProperty name="color" value="#000000"/>
      <inkml:brushProperty name="ignorePressure" value="0"/>
    </inkml:brush>
  </inkml:definitions>
  <inkml:trace contextRef="#ctx0" brushRef="#br0">18400.000 22650.000 724,'-2.000'-29.000'-2,"-3.000"-5.000"-4,-3.000-7.000-5,-2.000-5.000-3,-1.000-1.000-2,3.000 6.000 4,3.000 7.000 2,4.000 6.000 2,5.000 3.000 3,10.000 0.000 1,10.000 0.000 0,9.000 0.000 3,6.000 1.000 1,3.000 4.000 3,3.000 3.000 2,4.000 3.000 4,1.000 1.000 0,0.000 1.000-1,0.000-1.000-2,0.000 1.000-1,0.000 1.000-1,0.000 3.000-1,0.000 3.000 1,0.000 4.000-1,0.000 2.000 1,0.000 4.000-1,0.000 3.000 1,0.000 3.000-1,0.000 3.000 0,0.000 3.000 0,0.000 3.000 0,0.000 4.000 0,0.000 1.000-1,0.000 0.000 0,0.000 0.000 0,0.000 0.000-2,0.000 0.000 1,0.000 0.000 1,0.000 0.000-1,0.000 0.000 2,1.000-2.000-1,4.000-3.000-1,3.000-3.000-1,3.000-2.000-1,-1.000-5.000 1,-2.000-2.000-1,-3.000-3.000 2,-3.000-3.000 0,-1.000-2.000 0,4.000 0.000-1,3.000 0.000-1,3.000 0.000-1,1.000 0.000 0,1.000 0.000 1,-1.000 0.000 0,1.000 0.000 2,-3.000 0.000-1,-2.000 0.000 0,-3.000 0.000 1,-3.000 0.000-1,-1.000 0.000 0,4.000 0.000 1,3.000 0.000-1,3.000 0.000-1,-1.000 0.000 0,-2.000 0.000-1,-3.000 0.000-2,-3.000 0.000-1,-2.000-2.000-1,0.000-3.000-1,0.000-3.000 0,0.000-2.000-1,0.000-1.000 1,0.000 3.000 1,0.000 3.000 2,0.000 4.000 0,0.000-1.000 1,0.000-3.000 1,0.000-3.000 0,0.000-2.000 0,1.000-5.000 1,4.000-2.000 0,3.000-3.000-1,3.000-3.000 1,1.000-2.000-1,1.000 0.000 2,-1.000 0.000 0,1.000 0.000 0,-3.000 0.000 1,-2.000 0.000-1,-3.000 0.000 0,-3.000 0.000 0,-1.000 0.000-1,4.000 0.000 1,3.000 0.000 0,3.000 0.000 0,3.000 0.000 0,3.000 0.000 0,3.000 0.000-1,4.000 0.000 1,-3.000 1.000 0,-5.000 4.000 1,-7.000 3.000 2,-5.000 3.000 1,-4.000 3.000 0,0.000 3.000 1,0.000 3.000-1,0.000 4.000 1,0.000 2.000-1,0.000 4.000 0,0.000 3.000-1,0.000 3.000-1,-2.000 3.000 0,-3.000 3.000 0,-3.000 3.000 2,-2.000 4.000 0,-1.000 1.000 0,3.000 0.000 0,3.000 0.000-1,4.000 0.000-1,1.000 0.000 1,0.000 0.000 0,0.000 0.000 1,0.000 0.000 0,1.000-2.000 0,4.000-3.000 0,3.000-3.000 0,3.000-2.000-1,1.000-3.000-1,1.000 1.000 1,-1.000-1.000-1,1.000 1.000 1,-1.000-3.000 0,1.000-2.000-1,-1.000-3.000 0,1.000-3.000 1,1.000-2.000-1,3.000 0.000 0,3.000 0.000 1,4.000 0.000-1,-1.000-4.000 0,-3.000-5.000 0,-3.000-7.000 1,-2.000-5.000-1,-5.000-3.000 1,-2.000 4.000-1,-3.000 3.000 0,-3.000 3.000-1,-2.000 1.000 1,0.000 1.000-1,0.000-1.000-1,0.000 1.000 0,1.000-1.000 1,4.000 1.000-1,3.000-1.000 1,3.000 1.000 0,-2.000-1.000 1,-6.000 1.000 0,-6.000-1.000 0,-6.000 1.000 0,-1.000-1.000 0,7.000 1.000 0,6.000-1.000-1,7.000 1.000 1,0.000 1.000 0,-2.000 3.000 1,-3.000 3.000-1,-3.000 4.000 2,-1.000 1.000-1,4.000 0.000 0,3.000 0.000 0,3.000 0.000-1,1.000 0.000 1,1.000 0.000 0,-1.000 0.000 1,1.000 0.000 0,-1.000 0.000 1,1.000 0.000 0,-1.000 0.000 1,1.000 0.000 0,-3.000 0.000 0,-2.000 0.000 0,-3.000 0.000-2,-3.000 0.000 0,-1.000 0.000 1,4.000 0.000-1,3.000 0.000 2,3.000 0.000 0,1.000 0.000 1,1.000 0.000-1,-1.000 0.000-1,1.000 0.000 0,-1.000-2.000 0,1.000-3.000 0,-1.000-3.000-1,1.000-2.000 1,-1.000-1.000 0,1.000 3.000 0,-1.000 3.000 0,1.000 4.000 0,-1.000 1.000-1,1.000 0.000-1,-1.000 0.000 0,1.000 0.000 0,-3.000 0.000-1,-2.000 0.000 0,-3.000 0.000 1,-3.000 0.000 1,-2.000 0.000-1,0.000 0.000-2,0.000 0.000-1,0.000 0.000 0,1.000 3.000-2,4.000 6.000 1,3.000 7.000 0,3.000 6.000 0,-1.000 3.000 1,-2.000 0.000 0,-3.000 0.000 1,-3.000 0.000 1,-1.000 1.000-2,4.000 4.000-3,3.000 3.000-4,3.000 3.000-3,3.000-1.000-2,3.000-2.000 0,3.000-3.000 0,4.000-3.000 0,2.000-4.000-5,4.000-3.000-8,3.000-3.000-8,3.000-2.000-9,-4.000-5.000-3,-8.000-2.000 4,-10.000-3.000 2,-9.000-3.000 3</inkml:trace>
</inkml:ink>
</file>

<file path=ppt/ink/ink36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32"/>
    </inkml:context>
    <inkml:brush xml:id="br0">
      <inkml:brushProperty name="width" value="0.02841741964221" units="cm"/>
      <inkml:brushProperty name="height" value="0.02841741964221" units="cm"/>
      <inkml:brushProperty name="color" value="#000000"/>
      <inkml:brushProperty name="ignorePressure" value="0"/>
    </inkml:brush>
  </inkml:definitions>
  <inkml:trace contextRef="#ctx0" brushRef="#br0">34500.000 48429.000 516,'-1.000'10.000'1,"-1.000"1.000"3,-1.000-1.000 4,-1.000 0.000 2,1.000-1.000 3,3.000-1.000 4,4.000-1.000 3,5.000-1.000 3,0.000-3.000 0,1.000-2.000-3,1.000-2.000-2,-1.000-2.000-4,1.000-3.000-2,3.000-1.000-1,2.000-1.000-1,3.000-1.000 0,1.000-3.000-2,-1.000-2.000 0,2.000-2.000 0,-1.000-2.000 0,0.000-3.000 0,2.000 2.000 0,1.000-1.000 1,1.000-1.000 0,1.000 0.000 1,0.000-3.000-2,0.000-2.000 0,0.000-3.000 0,2.000 0.000-1,1.000-2.000-1,4.000 2.000 0,2.000-1.000 1,0.000 0.000-2,-1.000 2.000 0,-1.000 1.000-1,-2.000 2.000 0,1.000-1.000-1,1.000-1.000 1,1.000-1.000 1,2.000-2.000 0,-1.000 2.000 1,1.000 2.000-1,1.000 2.000-1,-1.000 2.000 1,-1.000 3.000-1,-1.000-1.000 0,-1.000-1.000 1,-2.000 2.000 0,1.000-1.000-1,-2.000 2.000 0,2.000 1.000-1,-1.000 1.000-1,0.000 2.000 0,0.000-2.000 0,0.000 1.000 1,-1.000 0.000 1,0.000 2.000 0,-2.000 2.000 1,-4.000 2.000-1,-2.000 2.000 0,-1.000 2.000 0,1.000-2.000 1,-2.000-1.000-1,2.000-1.000 0,-2.000-1.000 0,-1.000 2.000-2,-1.000 1.000 0,-2.000 1.000-1,1.000 2.000-1,-2.000-2.000 1,2.000 2.000 0,-2.000-1.000 0,-2.000 1.000-8,-8.000 5.000-20,-8.000 3.000-19,-8.000 5.000-20,-3.000 0.000-4,1.000-1.000 10,-1.000-1.000 9,-1.000-1.000 10,2.000-1.000 7,1.000 2.000 3,1.000 1.000 3,1.000 1.000 4,2.000 1.000 3,-2.000-2.000 1,2.000-1.000 2,-2.000-1.000 1</inkml:trace>
</inkml:ink>
</file>

<file path=ppt/ink/ink36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32"/>
    </inkml:context>
    <inkml:brush xml:id="br0">
      <inkml:brushProperty name="width" value="0.0253972373902798" units="cm"/>
      <inkml:brushProperty name="height" value="0.0253972373902798" units="cm"/>
      <inkml:brushProperty name="color" value="#000000"/>
      <inkml:brushProperty name="ignorePressure" value="0"/>
    </inkml:brush>
  </inkml:definitions>
  <inkml:trace contextRef="#ctx0" brushRef="#br0">35840.000 47150.000 577,'18.000'0.000'58,"-1.000"2.000"-10,-4.000 1.000-9,-1.000 2.000-9,-2.000-1.000-7,2.000 2.000-1,1.000-1.000-2,2.000-1.000-3,0.000 1.000 0,0.000 0.000 0,-1.000 1.000 0,1.000-1.000-1,1.000 0.000 0,1.000-1.000-2,1.000 2.000-2,2.000-1.000-3,-1.000 0.000-1,2.000 0.000-1,-2.000-1.000-3,1.000 1.000-2,1.000 0.000 1,1.000-2.000 0,1.000-1.000 2,2.000-1.000 1,-1.000-1.000-1,-1.000 0.000-1,-1.000 0.000-4,-1.000 0.000-1,-2.000 0.000-1,-1.000 0.000 1,-1.000 0.000 1,-2.000 0.000 2,1.000 0.000-1,1.000 0.000-2,1.000 0.000-1,2.000 0.000-3,-2.000 0.000 0,-1.000 2.000-1,-4.000 1.000 0,-1.000 2.000 0,-4.000 0.000 0,-1.000 2.000 3,-4.000 1.000 3,-2.000 1.000 2,-2.000 3.000 1,-3.000 1.000-1,-2.000 4.000 0,-2.000 2.000-1,-4.000 1.000 0,-2.000 2.000 1,-2.000 1.000 1,-2.000 1.000 2,-2.000 3.000-1,2.000 1.000 0,1.000 4.000 0,1.000 2.000-1,0.000 0.000-2,-2.000-1.000-2,-4.000-1.000-3,-1.000-2.000-2,-2.000 1.000-3,2.000-1.000-3,1.000-1.000-2,2.000 2.000-3,0.000-2.000 0,2.000 2.000 0,1.000-1.000 0,1.000-1.000 2,3.000-1.000-3,1.000-6.000-6,4.000-4.000-4,2.000-5.000-6</inkml:trace>
</inkml:ink>
</file>

<file path=ppt/ink/ink36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34"/>
    </inkml:context>
    <inkml:brush xml:id="br0">
      <inkml:brushProperty name="width" value="0.0206460226327181" units="cm"/>
      <inkml:brushProperty name="height" value="0.0206460226327181" units="cm"/>
      <inkml:brushProperty name="color" value="#000000"/>
      <inkml:brushProperty name="ignorePressure" value="0"/>
    </inkml:brush>
  </inkml:definitions>
  <inkml:trace contextRef="#ctx0" brushRef="#br0">37400.000 46810.000 710,'0.000'-27.000'2,"2.000"6.000"3,1.000 7.000 4,1.000 5.000 3,2.000 5.000 3,1.000 1.000 2,1.000 1.000 1,2.000 1.000 1,0.000 3.000 0,0.000 4.000-2,-1.000 3.000-3,2.000 5.000-1,-2.000 1.000-3,2.000 0.000-1,-2.000 0.000-1,1.000 0.000-2,0.000 1.000 0,1.000 2.000 0,-1.000 4.000 0,-1.000 2.000-1,1.000 1.000 0,1.000 2.000-1,-1.000 1.000-1,0.000 2.000-2,-1.000-1.000 0,1.000 2.000-1,1.000-1.000-1,-1.000-1.000 0,-1.000 1.000-1,-1.000 0.000 1,-1.000 1.000-1,-2.000-1.000 0,1.000 0.000 1,1.000-1.000 0,1.000 2.000 2,2.000-1.000 0,-2.000-1.000 0,-2.000-1.000-1,-2.000-1.000 1,-3.000-2.000-1,-1.000-1.000 0,0.000-3.000 1,0.000-2.000 1,0.000-2.000 1,0.000-3.000 0,0.000-1.000 1,0.000-1.000-1,0.000-1.000 0,0.000-5.000 1,-2.000-8.000 2,-1.000-6.000 2,-2.000-9.000 2,1.000-3.000 0,1.000-2.000-4,1.000-1.000-3,2.000-1.000-3,0.000-2.000-2,0.000-1.000-1,0.000-1.000-1,0.000-2.000 0,0.000-1.000 0,0.000-2.000 0,0.000-4.000 1,0.000-1.000 0,0.000-2.000-1,0.000 0.000-3,0.000 0.000-1,0.000-1.000-3,0.000 1.000-1,2.000-2.000 1,1.000-1.000 0,1.000-1.000 1,2.000 0.000-1,1.000 3.000-1,1.000 2.000-1,2.000 3.000-2,0.000 1.000 0,0.000 2.000 0,-1.000 1.000 0,2.000 1.000 0,-1.000 3.000-1,2.000 4.000-1,1.000 3.000-1,2.000 4.000-1,-2.000 3.000-1,-1.000 1.000 1,-4.000 1.000 0,-2.000 1.000 1,0.000 2.000 0,1.000 1.000 2,1.000 1.000 1,2.000 2.000 1</inkml:trace>
</inkml:ink>
</file>

<file path=ppt/ink/ink36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34"/>
    </inkml:context>
    <inkml:brush xml:id="br0">
      <inkml:brushProperty name="width" value="0.0234622862190008" units="cm"/>
      <inkml:brushProperty name="height" value="0.0234622862190008" units="cm"/>
      <inkml:brushProperty name="color" value="#000000"/>
      <inkml:brushProperty name="ignorePressure" value="0"/>
    </inkml:brush>
  </inkml:definitions>
  <inkml:trace contextRef="#ctx0" brushRef="#br0">38619.000 45950.000 625,'-27.000'-9.000'2,"7.000"2.000"5,6.000 4.000 5,6.000 1.000 5,2.000 2.000 4,-1.000 0.000 3,-1.000 0.000 4,-2.000 0.000 3,1.000 2.000 0,1.000 1.000-4,1.000 4.000-2,2.000 2.000-3,0.000 2.000-3,0.000 3.000-3,0.000 2.000-2,-1.000 3.000-2,1.000 0.000-2,0.000-1.000-1,1.000-1.000 0,-1.000-2.000 0,0.000 1.000-2,2.000 1.000-2,1.000 1.000-3,2.000 2.000-2,-1.000 1.000 0,-1.000 5.000 1,-1.000 3.000 1,-1.000 5.000 2,-2.000 1.000-1,-1.000 2.000 0,-1.000 1.000-2,-1.000 2.000 1,-1.000 2.000-3,0.000 6.000-1,-1.000 4.000-2,1.000 6.000-3,1.000 2.000 0,-2.000 2.000 0,2.000 1.000 0,-2.000 2.000 1,1.000 0.000-1,-2.000 0.000 0,-1.000 0.000-1,-2.000 0.000 0,1.000-2.000 1,1.000-2.000 0,1.000-2.000 0,1.000-2.000 2,2.000-4.000 0,1.000-2.000 1,1.000-2.000 2,2.000-2.000 0,0.000-5.000 0,2.000-5.000 1,1.000-4.000-1,2.000-5.000 1,0.000-4.000-1,0.000-1.000-2,0.000-1.000-3,0.000-2.000-1,0.000-1.000 0,2.000-2.000 0,1.000-4.000 1,2.000-1.000 1,0.000-3.000-2,0.000-1.000-2,0.000-1.000-4,-1.000-2.000-2,2.000-1.000-4,1.000-3.000-1,1.000-2.000-3,2.000-3.000-3,-1.000-2.000-1,-1.000-3.000 0,-1.000-2.000 0,-2.000-3.000 0,1.000 0.000 2,-2.000 1.000 5,2.000 1.000 4,-1.000 1.000 4</inkml:trace>
</inkml:ink>
</file>

<file path=ppt/ink/ink36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35"/>
    </inkml:context>
    <inkml:brush xml:id="br0">
      <inkml:brushProperty name="width" value="0.0208161808550358" units="cm"/>
      <inkml:brushProperty name="height" value="0.0208161808550358" units="cm"/>
      <inkml:brushProperty name="color" value="#000000"/>
      <inkml:brushProperty name="ignorePressure" value="0"/>
    </inkml:brush>
  </inkml:definitions>
  <inkml:trace contextRef="#ctx0" brushRef="#br0">38740.000 46989.000 704,'-2.000'-9.000'0,"-1.000"-1.000"0,-4.000 0.000 0,-2.000 0.000 0,0.000 0.000 3,1.000 2.000 4,1.000 1.000 5,2.000 2.000 5,0.000 0.000 4,0.000 0.000 1,0.000-1.000 3,-1.000 2.000 1,2.000 1.000 1,1.000 6.000-5,1.000 4.000-2,1.000 6.000-4,1.000 2.000-4,0.000 0.000-2,0.000-1.000-4,0.000 1.000-3,0.000 1.000-1,0.000 1.000 0,0.000 1.000 2,0.000 2.000-1,0.000 0.000-1,0.000 2.000-4,0.000 1.000-4,0.000 1.000-4,0.000 1.000-2,0.000-2.000 1,0.000-1.000 1,0.000-2.000 1,0.000 1.000 0,0.000-2.000 0,0.000 2.000 0,0.000-1.000 0,0.000-1.000 0,0.000 2.000 2,0.000-1.000 0,0.000-1.000 2,0.000 0.000 2,-2.000-2.000 1,-1.000-4.000 2,-1.000-1.000 2,0.000-6.000 0,2.000-5.000-4,4.000-7.000-4,2.000-6.000-3,0.000-4.000-1,2.000-3.000 1,-2.000-2.000 0,1.000-2.000 1,1.000-2.000 1,1.000 0.000 1,1.000 0.000 2,2.000 0.000 0,-1.000 0.000 0,1.000 0.000-1,1.000 0.000-2,-1.000 0.000-1,0.000 0.000 0,0.000 0.000 0,-1.000 0.000 0,2.000 0.000 1,-2.000 0.000 0,2.000 2.000 2,-2.000 1.000 1,1.000 2.000 2,0.000 0.000 0,1.000 2.000-1,-1.000 1.000-1,-1.000 2.000 0,1.000 0.000 1,1.000 2.000 3,-1.000 1.000 2,0.000 2.000 3,-1.000 1.000 2,-1.000 2.000 2,-1.000 4.000 3,-1.000 1.000 1,-1.000 4.000 3,0.000 1.000 1,-1.000 4.000 3,2.000 2.000 1,-2.000 2.000 0,-1.000 3.000-2,-1.000 2.000-3,-2.000 3.000-3,0.000 0.000 0,0.000 2.000-2,0.000-1.000 1,0.000-1.000-2,0.000 2.000 0,0.000-2.000-2,0.000 2.000 0,0.000-1.000-3,0.000-1.000 1,0.000-1.000 0,0.000-1.000 0,0.000-2.000 0,0.000 1.000 0,0.000 1.000-1,0.000 1.000-1,0.000 2.000-2,0.000-2.000 0,0.000-1.000 0,0.000-4.000-1,0.000-1.000 0,0.000-2.000-1,0.000-1.000-2,0.000 2.000 0,0.000-1.000-2,1.000-1.000-1,1.000-1.000 1,1.000-1.000 1,1.000-2.000 0,2.000 1.000 0,-2.000-1.000-1,2.000-1.000-2,-1.000 2.000-2,0.000-3.000-1,2.000-2.000 0,1.000-2.000-1,1.000-2.000-1,1.000-3.000 2,-2.000-1.000 0,-1.000-1.000 3,-1.000-2.000 1,-1.000 0.000 0,2.000-2.000-1,1.000-1.000 0,2.000-2.000-1,-1.000 0.000 0,-1.000-2.000 2,-1.000-1.000 2,-2.000-1.000 2,0.000-2.000 0,0.000 2.000-1,1.000-1.000 0,-1.000-1.000 0,0.000 2.000 0,0.000 1.000 2,-1.000 1.000 2,2.000 2.000 2,-2.000-1.000 1,-1.000 1.000-2,-1.000 0.000-2,-2.000 1.000 0,1.000-1.000-1,1.000 2.000 2,1.000 1.000 1,1.000 2.000 2,1.000-1.000 1,-2.000 1.000-1,-1.000 0.000-1,-1.000 1.000 0,-1.000-1.000 0,2.000 2.000 1,1.000 1.000 0,2.000 1.000 0,0.000 2.000 1,0.000-2.000 2,0.000 2.000 0,-1.000-1.000 2,1.000 1.000 0,0.000 5.000 0,1.000 3.000 0,-1.000 5.000 0,-1.000 1.000-2,-1.000 2.000-1,-1.000 1.000-3,-1.000 2.000-2,-1.000 0.000-1,0.000 0.000 1,0.000-1.000 0,0.000 1.000 1,0.000 0.000-1,0.000 1.000-1,0.000-1.000-2,0.000-1.000-1,0.000 2.000 0,0.000-1.000 1,0.000 0.000 0,0.000 0.000 2,0.000-1.000-1,0.000 1.000-2,0.000 0.000-2,0.000 1.000-2,0.000-2.000 0,0.000-1.000 0,0.000-1.000 1,0.000-1.000 1,0.000-2.000-1,0.000 1.000 0,0.000 0.000-2,0.000 1.000 0,0.000-2.000 0,2.000-1.000 0,1.000-1.000 0,2.000-2.000 0,-1.000 0.000-2,2.000 0.000-7,-2.000 1.000-7,1.000-1.000-7,1.000 0.000-4,-2.000-1.000-4,2.000 2.000-3,-1.000-1.000-4</inkml:trace>
</inkml:ink>
</file>

<file path=ppt/ink/ink36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35"/>
    </inkml:context>
    <inkml:brush xml:id="br0">
      <inkml:brushProperty name="width" value="0.0229066256433725" units="cm"/>
      <inkml:brushProperty name="height" value="0.0229066256433725" units="cm"/>
      <inkml:brushProperty name="color" value="#000000"/>
      <inkml:brushProperty name="ignorePressure" value="0"/>
    </inkml:brush>
  </inkml:definitions>
  <inkml:trace contextRef="#ctx0" brushRef="#br0">39500.000 46970.000 640,'0.000'-10.000'0,"2.000"0.000"0,1.000-1.000 0,1.000 1.000 0,1.000 2.000 3,0.000 4.000 7,1.000 3.000 6,-1.000 5.000 7,0.000 1.000 3,0.000 2.000 0,-1.000 1.000-1,2.000 2.000 0,-2.000 0.000-1,-1.000 0.000-3,-1.000 0.000-2,-2.000-1.000-2,1.000 3.000-2,1.000 1.000-1,1.000 4.000 0,1.000 2.000-2,2.000 0.000 0,-2.000-1.000-2,2.000-1.000 0,-1.000-1.000-3,-1.000-1.000 0,-1.000 0.000 0,-1.000-1.000-1,-1.000 1.000-1,-1.000 0.000-1,2.000 1.000-2,1.000-1.000-4,1.000-1.000-1,1.000 2.000-2,-2.000-1.000 3,-1.000 0.000 1,-2.000 0.000 2,0.000-1.000-1,0.000-1.000-5,0.000-1.000-4,0.000-1.000-5,0.000-1.000-4,-2.000 0.000-3,-1.000 0.000-4,-2.000-1.000-3,0.000-1.000-3,1.000-5.000-3,-2.000-6.000-3,2.000-5.000-2,-1.000-3.000 0,2.000-2.000 5,1.000-4.000 4,2.000-2.000 6,-1.000-2.000 3,-1.000-3.000 2,-1.000-2.000 2,-2.000-3.000 1,1.000 1.000 4,1.000 4.000 2,1.000 3.000 2,1.000 4.000 4,1.000 2.000 2,-2.000-2.000 0,-1.000-1.000 0,-1.000-1.000 1</inkml:trace>
</inkml:ink>
</file>

<file path=ppt/ink/ink36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35"/>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39580.000 46250.000 1000,'0.000'10.000'0,"2.000"0.000"0,1.000 0.000 0,2.000-1.000 0,0.000 1.000-1,0.000-2.000-1,0.000-1.000 0,-1.000-1.000-2,1.000-1.000 1,-2.000 2.000 2,-1.000 1.000 2,-2.000 2.000 1,1.000-1.000 0,1.000-1.000-5,1.000-1.000-3,2.000-2.000-5,-1.000 1.000-3,-1.000 1.000-3,-1.000 1.000-3,-1.000 2.000-2,-1.000-1.000-2,2.000 1.000 2,1.000 0.000 2,2.000 1.000 0</inkml:trace>
</inkml:ink>
</file>

<file path=ppt/ink/ink36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36"/>
    </inkml:context>
    <inkml:brush xml:id="br0">
      <inkml:brushProperty name="width" value="0.0246865209192038" units="cm"/>
      <inkml:brushProperty name="height" value="0.0246865209192038" units="cm"/>
      <inkml:brushProperty name="color" value="#000000"/>
      <inkml:brushProperty name="ignorePressure" value="0"/>
    </inkml:brush>
  </inkml:definitions>
  <inkml:trace contextRef="#ctx0" brushRef="#br0">39959.000 46970.000 594,'-1.000'10.000'-1,"-3.000"2.000"-1,-2.000 1.000-2,-2.000 2.000-1,-2.000-1.000 4,2.000-1.000 9,1.000-1.000 10,1.000-1.000 10,2.000-1.000 2,1.000-1.000-2,1.000 2.000-4,2.000-1.000-2,0.000-1.000-3,0.000 1.000 2,0.000 0.000-1,0.000 1.000 1,0.000-1.000-1,0.000 0.000-2,0.000 0.000-2,0.000-1.000-2,0.000 2.000-2,0.000-2.000-3,0.000 1.000-4,0.000 0.000-3,0.000 0.000-2,0.000 1.000-2,0.000-1.000-2,0.000 0.000-1,1.000-2.000-5,3.000-4.000-8,2.000-3.000-7,2.000-5.000-8,1.000-2.000-1,-3.000-5.000 4,-2.000-3.000 3,-2.000-5.000 5,-2.000-1.000 4,2.000 0.000 2,1.000 1.000 2,2.000-1.000 4,-1.000-1.000 1,-1.000-1.000 0,-1.000-1.000 1,-2.000-1.000 0,1.000-2.000 2,1.000-1.000 1,1.000-1.000 2,1.000-1.000 1,2.000-1.000 1,-2.000 2.000-1,2.000 1.000-2,-1.000 1.000 1,0.000 2.000 0,0.000 1.000 3,0.000 1.000 3,-1.000 2.000 3,1.000 0.000 3,0.000 2.000 0,1.000 1.000 1,-1.000 1.000 0,0.000 2.000 1,2.000 1.000 0,1.000 1.000 0,1.000 1.000-1,2.000 3.000 2,1.000 1.000 4,1.000 4.000 4,1.000 2.000 5,1.000 4.000 1,-2.000 6.000-2,-1.000 7.000-2,-2.000 6.000-2,1.000 3.000-2,1.000 2.000-2,1.000 1.000-1,1.000 2.000-1,1.000 0.000-1,-2.000 0.000-2,-1.000-1.000 0,-2.000 1.000-1,0.000 1.000-1,1.000 1.000 0,-1.000 1.000-1,0.000 2.000 0,-1.000-2.000-1,-1.000-1.000-2,-1.000-4.000-1,-1.000-2.000-3,-1.000-1.000-1,0.000 0.000-2,-1.000 0.000-3,2.000 0.000-2,-2.000-1.000-1,-1.000-5.000 0,-1.000-3.000-1,-2.000-4.000 1</inkml:trace>
</inkml:ink>
</file>

<file path=ppt/ink/ink37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37"/>
    </inkml:context>
    <inkml:brush xml:id="br0">
      <inkml:brushProperty name="width" value="0.0218479428440332" units="cm"/>
      <inkml:brushProperty name="height" value="0.0218479428440332" units="cm"/>
      <inkml:brushProperty name="color" value="#000000"/>
      <inkml:brushProperty name="ignorePressure" value="0"/>
    </inkml:brush>
  </inkml:definitions>
  <inkml:trace contextRef="#ctx0" brushRef="#br0">28980.000 46410.000 671,'-69.000'-9.000'-1,"-15.000"3.000"-3,-17.000 2.000-1,-16.000 2.000-3,1.000 4.000-1,17.000 4.000 1,18.000 3.000 2,18.000 5.000 0,6.000 1.000 2,-2.000 2.000-1,-2.000 1.000 1,-3.000 1.000 0,0.000 2.000 1,1.000-2.000 1,1.000 2.000 1,1.000-1.000 2,1.000 0.000 0,-2.000 0.000 0,-1.000-1.000-1,-2.000 2.000 0,0.000 0.000 1,1.000 3.000 2,-1.000 2.000 1,0.000 3.000 3,-1.000 2.000 0,-1.000 2.000-2,-1.000 4.000 0,-1.000 1.000-2,0.000 4.000 0,2.000 2.000 3,4.000 2.000 3,1.000 3.000 3,4.000 3.000 0,2.000 6.000-1,2.000 4.000-1,3.000 6.000-1,1.000 2.000-2,0.000 2.000-2,0.000 1.000-1,0.000 2.000-1,1.000 1.000-1,3.000 2.000 0,2.000 4.000 1,2.000 2.000 1,4.000 1.000-1,4.000-1.000-1,3.000 2.000-2,5.000-1.000-1,1.000 0.000-2,2.000 2.000 1,1.000 1.000-1,2.000 2.000 1,1.000-1.000-1,3.000-1.000 0,2.000-1.000 0,3.000-1.000 0,1.000-2.000 0,-1.000-1.000 0,1.000-1.000 0,1.000-2.000 1,0.000 1.000 0,3.000-1.000 0,2.000-1.000-1,3.000 2.000 1,1.000-3.000-1,0.000-2.000-1,0.000-2.000-1,0.000-2.000-1,0.000-2.000 0,2.000 2.000 0,1.000 1.000 2,2.000 2.000 1,0.000 1.000 0,2.000 2.000 1,1.000 4.000 1,1.000 2.000 0,2.000-1.000 1,1.000-1.000-1,1.000-4.000 0,1.000-2.000 0,1.000 1.000 0,-2.000 4.000 1,-1.000 3.000 0,-2.000 5.000 2,1.000 2.000-1,1.000 2.000 1,1.000 4.000 0,1.000 2.000 0,1.000-1.000 0,-2.000-4.000 0,-1.000-3.000 0,-2.000-4.000 0,1.000-1.000 1,1.000 3.000-1,1.000 2.000 1,1.000 2.000-1,2.000 2.000 1,1.000-2.000-1,1.000-1.000 0,2.000-1.000-1,0.000-4.000 1,0.000-4.000 2,0.000-6.000 1,-1.000-4.000 2,2.000-4.000 1,1.000-1.000-2,1.000-1.000-1,1.000-1.000-2,3.000-2.000 1,4.000-1.000-1,3.000-1.000 1,5.000-1.000 1,1.000-3.000-1,-1.000-4.000 0,1.000-3.000 0,1.000-4.000-1,-1.000-3.000 0,2.000-1.000 0,1.000-1.000 0,1.000-1.000 0,2.000-2.000-1,1.000-1.000 1,1.000-1.000-1,1.000-1.000 0,1.000-3.000 0,0.000-2.000 0,0.000-2.000 0,0.000-2.000 0,0.000-2.000 1,0.000 0.000 0,0.000 0.000 1,0.000 0.000 1,1.000 0.000 0,1.000 0.000-1,1.000 0.000 0,1.000 0.000-1,0.000-1.000 1,-2.000-1.000-1,-4.000-1.000 1,-2.000-2.000 1,1.000 1.000-1,1.000-2.000 0,4.000 2.000-1,1.000-2.000 1,3.000 1.000-2,-2.000-2.000 1,2.000-1.000-1,-1.000-2.000 1,-1.000 1.000-1,-1.000-2.000 0,-1.000 2.000 1,-1.000-1.000 0,-2.000-1.000 0,-1.000-1.000-1,-1.000-1.000-1,-1.000-1.000 0,0.000-2.000 0,2.000-1.000 0,4.000-1.000 1,2.000-1.000 1,-1.000-2.000-1,-2.000-1.000-1,-2.000-1.000-2,-2.000-2.000-1,-2.000-1.000 1,0.000-2.000 0,0.000-4.000 3,-1.000-2.000 1,3.000-2.000 0,1.000-3.000 1,4.000-2.000-2,1.000-2.000 1,1.000-3.000-1,-2.000-1.000 2,-4.000-1.000 0,-2.000-2.000 1,0.000-1.000 0,1.000-3.000 0,1.000-2.000-2,1.000-2.000 1,1.000-2.000-1,0.000 0.000 3,0.000-1.000 1,0.000 2.000 1,0.000-1.000 1,-2.000 2.000-1,-1.000 1.000-1,-1.000 2.000-1,-1.000-2.000-2,-1.000-2.000-1,2.000-2.000-3,-1.000-3.000-1,-1.000-1.000 0,2.000-2.000 1,-2.000-1.000 2,1.000-2.000 0,0.000 1.000 1,1.000-1.000-3,-2.000 0.000-1,2.000-1.000-2,-1.000 1.000 0,2.000-2.000 0,1.000-1.000 0,2.000-1.000 2,0.000-2.000-1,0.000-1.000 1,0.000-1.000-1,0.000-2.000 0,-1.000 2.000-1,-1.000 2.000 0,-1.000 2.000-2,-2.000 2.000-1,0.000 2.000 0,-2.000-2.000 1,-1.000-1.000 0,-1.000-1.000 1,-2.000-3.000-1,-1.000-1.000 1,-1.000-4.000-1,-1.000-1.000 0,-3.000-2.000 0,-1.000 0.000 0,-4.000-1.000 2,-2.000 1.000 0,-1.000-1.000 1,-2.000-3.000-2,-1.000-2.000 0,-1.000-2.000 0,-3.000-4.000-1,-2.000-1.000 0,-2.000-4.000 1,-3.000-1.000 0,-1.000-2.000 0,-2.000 2.000 1,-1.000 1.000 0,-1.000 1.000-1,-2.000 1.000 1,-1.000-2.000 0,-1.000-1.000 1,-1.000-1.000-1,-1.000-2.000 0,0.000 2.000 0,0.000-2.000 0,0.000 1.000 0,0.000 2.000 0,0.000 2.000 0,0.000 2.000 0,0.000 2.000 0,-1.000 3.000 1,-1.000 1.000-1,-1.000 1.000 1,-1.000 2.000 0,-1.000 1.000 1,0.000 5.000 1,0.000 3.000 2,-1.000 4.000 1,1.000 4.000 1,0.000 1.000-2,1.000 4.000 0,-1.000 2.000-2,-2.000 1.000 1,-4.000 0.000 0,-3.000 0.000 3,-4.000-1.000 0,-3.000 1.000 2,2.000-2.000 0,-2.000-1.000 0,1.000-1.000 0,-1.000-1.000 0,-5.000 2.000 1,-3.000 1.000-1,-5.000 2.000 0,-1.000-2.000 0,-2.000-1.000-2,-1.000-4.000 1,-2.000-1.000-2,0.000-3.000 0,-2.000-1.000-1,-1.000-1.000 0,-1.000-1.000 0,-1.000-3.000-2,0.000-1.000-3,0.000-4.000-2,-1.000-1.000-2,1.000-4.000-1,-2.000-1.000 1,-1.000-4.000 1,-2.000-2.000 1,0.000-1.000-1,-2.000-2.000-2,-1.000-1.000-2,-2.000-2.000-2,0.000 1.000-1,1.000-2.000 1,-2.000 2.000 1,2.000-1.000 2,-1.000 1.000 0,2.000 2.000 0,1.000 4.000 1,2.000 2.000 1,0.000 2.000 0,2.000 3.000 1,1.000 2.000 3,2.000 3.000 0,0.000 3.000 1,0.000 5.000-1,0.000 6.000-1,-1.000 5.000 0,1.000 3.000 0,0.000 3.000 1,1.000 2.000 1,-1.000 3.000 2,0.000 0.000 0,2.000 2.000 1,1.000-1.000 0,1.000-1.000 0,2.000 2.000-1,1.000-2.000-3,1.000 2.000-2,1.000-1.000-3,2.000-3.000-1,1.000-4.000 2,1.000-6.000 2,2.000-4.000 0,1.000-2.000-2,3.000 5.000-7,2.000 3.000-8,3.000 4.000-7</inkml:trace>
</inkml:ink>
</file>

<file path=ppt/ink/ink37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38"/>
    </inkml:context>
    <inkml:brush xml:id="br0">
      <inkml:brushProperty name="width" value="0.0217692777514458" units="cm"/>
      <inkml:brushProperty name="height" value="0.0217692777514458" units="cm"/>
      <inkml:brushProperty name="color" value="#000000"/>
      <inkml:brushProperty name="ignorePressure" value="0"/>
    </inkml:brush>
  </inkml:definitions>
  <inkml:trace contextRef="#ctx0" brushRef="#br0">30040.000 45910.000 673,'-27.000'18.000'0,"6.000"-4.000"0,7.000-3.000 0,5.000-4.000 0,5.000-3.000 0,1.000 2.000 2,1.000-1.000 2,1.000-1.000 2,1.000 1.000 0,0.000 0.000-2,0.000 1.000 0,0.000-1.000-2,1.000 0.000-1,1.000-1.000 0,1.000 2.000 1,1.000-1.000 0,2.000-1.000 0,1.000-1.000 0,1.000-1.000-1,2.000-2.000 0,0.000 0.000 2,2.000-2.000 1,1.000-1.000 2,2.000-1.000 1,0.000-2.000 2,2.000-1.000-1,1.000-1.000-1,1.000-2.000 0,2.000 0.000 0,1.000-2.000 1,1.000-1.000 0,1.000-2.000 1,2.000 0.000 1,1.000-2.000-2,1.000-1.000 1,1.000-1.000-1,2.000-1.000 0,-2.000 0.000 2,2.000-1.000 2,-1.000 1.000 1,0.000 0.000 0,2.000-2.000-1,1.000-1.000-1,1.000-1.000-1,1.000-1.000 0,1.000 2.000-1,-1.000 1.000-1,-1.000 2.000 0,1.000-1.000-1,1.000 2.000 1,-1.000-1.000 0,0.000-1.000 0,-1.000 2.000-1,-1.000 1.000-3,-1.000 1.000-1,-1.000 2.000-4,-2.000 0.000-1,-1.000-1.000-1,-1.000 1.000 0,-1.000 1.000-2,-3.000-1.000 0,-1.000 2.000 1,-4.000 1.000 0,-2.000 2.000 1,0.000 0.000-2,-1.000 2.000-2,0.000 1.000-3,0.000 2.000-3,0.000-1.000-1,-1.000-1.000 1,2.000-1.000 1,-1.000-2.000 2,-2.000 1.000-1,-2.000 1.000-2,-2.000 1.000-2,-2.000 2.000-1,-2.000 0.000-1,0.000 0.000 2,-1.000 0.000 2,2.000-1.000 1,-2.000 1.000-2,2.000-2.000-6,-2.000-1.000-5,1.000-1.000-7,0.000-1.000-1,-2.000 2.000 4,-1.000 1.000 3,-1.000 1.000 3</inkml:trace>
</inkml:ink>
</file>

<file path=ppt/ink/ink37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38"/>
    </inkml:context>
    <inkml:brush xml:id="br0">
      <inkml:brushProperty name="width" value="0.018843624740839" units="cm"/>
      <inkml:brushProperty name="height" value="0.018843624740839" units="cm"/>
      <inkml:brushProperty name="color" value="#000000"/>
      <inkml:brushProperty name="ignorePressure" value="0"/>
    </inkml:brush>
  </inkml:definitions>
  <inkml:trace contextRef="#ctx0" brushRef="#br0">31040.000 44850.000 778,'9.000'-19.000'12,"-1.000"5.000"-1,-1.000 3.000-1,-2.000 5.000-1,1.000 0.000 0,1.000 2.000 0,1.000-2.000 0,2.000 1.000 1,0.000 1.000-1,2.000 1.000 1,1.000 1.000-1,2.000 2.000 1,0.000-1.000-1,2.000-1.000 0,1.000-1.000-2,1.000-1.000 1,1.000-1.000-2,0.000 0.000 0,1.000 0.000 0,-1.000-1.000-1,0.000 2.000 1,-1.000 1.000 0,2.000 1.000 2,-1.000 1.000 0,-1.000 1.000-1,2.000 0.000-2,-2.000 0.000-3,1.000 0.000-3,0.000 0.000 0,-2.000 0.000 2,-1.000 0.000 0,-1.000 0.000 2,-1.000 0.000 0,-1.000 0.000-3,2.000 0.000-1,-1.000 0.000-4,-1.000 0.000 0,-1.000 0.000 0,-1.000 0.000 1,-1.000 0.000 0,-1.000 1.000 0,0.000 1.000 0,-1.000 1.000 0,2.000 1.000 0,-3.000 3.000 0,-2.000 1.000 2,-2.000 4.000 0,-2.000 1.000 1,-2.000 2.000 0,0.000 1.000-2,0.000-1.000-2,0.000-1.000-2,-2.000 3.000 0,-2.000 2.000 0,-2.000 2.000 1,-2.000 3.000-1,-3.000 1.000 1,-1.000 0.000 0,-1.000 0.000 0,-1.000 0.000 0,-2.000 0.000 0,2.000 2.000 0,-2.000 1.000 1,1.000 1.000-1,0.000 1.000 0,-2.000 0.000 1,-1.000 1.000-1,-1.000-1.000 0,-1.000-1.000 0,2.000-1.000-3,1.000-1.000-1,2.000-1.000-2,0.000-2.000 1,2.000-1.000 1,1.000-1.000 1,2.000-1.000 3,0.000-3.000-1,2.000-1.000-1,1.000-4.000-2,2.000-1.000-2,0.000-3.000-1,-1.000-1.000-4,2.000-1.000-1,-1.000-2.000-4</inkml:trace>
</inkml:ink>
</file>

<file path=ppt/ink/ink37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38"/>
    </inkml:context>
    <inkml:brush xml:id="br0">
      <inkml:brushProperty name="width" value="0.0188499521464109" units="cm"/>
      <inkml:brushProperty name="height" value="0.0188499521464109" units="cm"/>
      <inkml:brushProperty name="color" value="#000000"/>
      <inkml:brushProperty name="ignorePressure" value="0"/>
    </inkml:brush>
  </inkml:definitions>
  <inkml:trace contextRef="#ctx0" brushRef="#br0">32080.000 44310.000 778,'-36.000'-9.000'0,"9.000"3.000"1,9.000 2.000 2,9.000 2.000 0,5.000 2.000 4,2.000-2.000 4,4.000-1.000 6,2.000-2.000 5,1.000 1.000 1,2.000-2.000-3,1.000 2.000-4,1.000-1.000-3,2.000 0.000-2,1.000 0.000-1,1.000 0.000-1,1.000-1.000 0,2.000 1.000-1,-1.000 0.000 0,0.000 1.000 1,0.000-1.000 0,0.000-1.000-2,2.000-1.000-3,1.000-1.000-3,2.000-2.000-2,0.000 0.000-2,-1.000 1.000 1,2.000-1.000 2,-1.000 0.000 0,-1.000 0.000 0,2.000 2.000-6,-2.000 1.000-3,1.000 2.000-4,0.000-1.000-2,-2.000-1.000 2,-1.000-1.000 2,-1.000-2.000 3,-1.000 0.000-2,-1.000 1.000-2,2.000-1.000-3,-1.000 0.000-4,0.000 0.000 0,-1.000 2.000-2,1.000 1.000 1,1.000 2.000-1,-2.000 0.000 0,-1.000 0.000 2,-1.000-1.000 1,-1.000 2.000 1,-2.000-2.000 1,-1.000 2.000 0,-1.000-2.000-1,-1.000 1.000 0,-1.000 1.000 2,0.000 1.000 3,-1.000 1.000 3,2.000 2.000 4</inkml:trace>
</inkml:ink>
</file>

<file path=ppt/ink/ink37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39"/>
    </inkml:context>
    <inkml:brush xml:id="br0">
      <inkml:brushProperty name="width" value="0.0190086085349321" units="cm"/>
      <inkml:brushProperty name="height" value="0.0190086085349321" units="cm"/>
      <inkml:brushProperty name="color" value="#000000"/>
      <inkml:brushProperty name="ignorePressure" value="0"/>
    </inkml:brush>
  </inkml:definitions>
  <inkml:trace contextRef="#ctx0" brushRef="#br0">32440.000 43950.000 771,'-18.000'-10.000'1,"3.000"2.000"2,4.000 1.000 1,5.000 2.000 3,1.000 0.000 0,0.000 2.000 1,0.000 1.000 1,-1.000 2.000 1,1.000 1.000 2,0.000 3.000 4,1.000 2.000 5,-1.000 2.000 3,0.000 3.000 1,-1.000-1.000-3,2.000 0.000-4,-1.000 0.000-4,0.000 1.000-3,2.000 3.000-3,1.000 2.000-4,1.000 2.000-4,1.000 2.000-1,-2.000-2.000 1,-1.000-1.000 1,-2.000-1.000 1,0.000 0.000 0,1.000 2.000-1,-2.000 4.000-2,2.000 1.000-1,-2.000 2.000 0,-1.000 0.000-1,-1.000 0.000 2,-2.000 0.000-1,1.000 1.000-1,-2.000 1.000-2,2.000 1.000-2,-2.000 1.000-3,2.000 2.000-1,-1.000 1.000 1,0.000 1.000 1,0.000 2.000 1,-1.000 0.000-1,-1.000-1.000-1,-1.000 2.000-2,-1.000-1.000-2,-2.000-2.000-1,2.000-1.000 0,-2.000-4.000-1,1.000-2.000 0,1.000-1.000 1,1.000-2.000-1,1.000-1.000 1,1.000-1.000 0,2.000-2.000 1,1.000-1.000 1,1.000-1.000-1,2.000-2.000 2,0.000-1.000 0,2.000-2.000 1,1.000-4.000 2,2.000-2.000 0,0.000-2.000 0,2.000-3.000-1,1.000-2.000-1,2.000-3.000-1</inkml:trace>
</inkml:ink>
</file>

<file path=ppt/ink/ink37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39"/>
    </inkml:context>
    <inkml:brush xml:id="br0">
      <inkml:brushProperty name="width" value="0.0162788107991219" units="cm"/>
      <inkml:brushProperty name="height" value="0.0162788107991219" units="cm"/>
      <inkml:brushProperty name="color" value="#000000"/>
      <inkml:brushProperty name="ignorePressure" value="0"/>
    </inkml:brush>
  </inkml:definitions>
  <inkml:trace contextRef="#ctx0" brushRef="#br0">32240.000 44629.000 900,'9.000'-8.000'-35,"-1.000"1.000"6,-1.000 4.000 8,-2.000 2.000 6,0.000 1.000 9,-2.000 2.000 8,-1.000 1.000 9,-1.000 2.000 7,-1.000-1.000 5,0.000 2.000-2,0.000-2.000-1,0.000 1.000-1,0.000 2.000-1,2.000 1.000-1,1.000 4.000-2,2.000 1.000-1,-1.000 3.000-3,-1.000 1.000-3,-1.000 1.000-4,-1.000 2.000-4,-1.000-1.000 0,2.000 2.000 0,1.000-2.000 1,1.000 1.000 1,1.000 1.000-1,-2.000-2.000-1,-1.000 2.000-1,-2.000-1.000-3,0.000-1.000 1,0.000-1.000 0,0.000-1.000 2,0.000-2.000 1,0.000 0.000-1,0.000-2.000-3,0.000-1.000-3,0.000-2.000-2,0.000 1.000 0,0.000-1.000 1,0.000 0.000 2,0.000 0.000 2,0.000-1.000-1,0.000-1.000-1,0.000-1.000-3,0.000-1.000-1,0.000-3.000-5,-2.000-2.000-8,-1.000-2.000-6,-2.000-2.000-9</inkml:trace>
</inkml:ink>
</file>

<file path=ppt/ink/ink37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39"/>
    </inkml:context>
    <inkml:brush xml:id="br0">
      <inkml:brushProperty name="width" value="0.0177005752921104" units="cm"/>
      <inkml:brushProperty name="height" value="0.0177005752921104" units="cm"/>
      <inkml:brushProperty name="color" value="#000000"/>
      <inkml:brushProperty name="ignorePressure" value="0"/>
    </inkml:brush>
  </inkml:definitions>
  <inkml:trace contextRef="#ctx0" brushRef="#br0">32440.000 44389.000 828,'-8.000'-8.000'4,"5.000"2.000"6,6.000 2.000 8,5.000 3.000 7,1.000 0.000 1,-1.000-1.000-5,-1.000-1.000-5,-2.000-1.000-4,1.000-1.000-5,1.000 0.000-3,1.000 0.000-3,2.000-1.000-3,0.000 1.000-2,2.000 0.000 1,1.000 1.000 2,2.000-1.000 0,-1.000 0.000 1,-1.000 0.000-2,-1.000-1.000-2,-1.000 2.000-1,-2.000-2.000 0,1.000 2.000-1,1.000-2.000 0,-1.000 1.000 0,0.000 0.000 0,0.000-2.000-1,-1.000-1.000-2,2.000-1.000 0,-2.000-1.000 0,2.000 2.000 1,-2.000 1.000 1,1.000 2.000 1,0.000 0.000 1,-2.000 2.000 1,-1.000 1.000 0,-1.000 2.000 0,-2.000 0.000 2,2.000 0.000 1,-2.000 0.000 2,1.000 0.000 3,1.000 0.000-1,-2.000 2.000-1,2.000 1.000 0,-1.000 2.000-2,-1.000 1.000 0,-1.000 5.000 3,-1.000 3.000 3,-1.000 5.000 1,-1.000 1.000 2,2.000 2.000-1,1.000 1.000-2,1.000 2.000 0,1.000 1.000-1,-2.000 3.000 1,-1.000 2.000-1,-2.000 2.000 0,1.000 3.000 1,1.000 1.000-1,1.000 1.000-1,2.000 1.000 1,0.000 1.000 0,0.000 1.000-1,-1.000-1.000 0,2.000-1.000 0,-2.000 2.000 0,2.000 1.000 0,-2.000 1.000 0,1.000 2.000 0,1.000-1.000 0,-2.000-1.000 0,2.000-1.000 0,-1.000-2.000 0,-1.000-1.000-1,-1.000-5.000-1,-1.000-3.000-1,-1.000-4.000 0,-1.000-2.000-2,2.000 0.000 1,1.000 0.000-1,1.000 0.000 0,1.000-2.000-1,-2.000-4.000-1,-1.000-3.000-3,-2.000-5.000-2,0.000-4.000-6,-2.000-8.000-10,-1.000-8.000-10,-2.000-7.000-10,0.000-3.000-3,1.000 3.000 6,-2.000 2.000 5,2.000 3.000 6</inkml:trace>
</inkml:ink>
</file>

<file path=ppt/ink/ink37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39"/>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32480.000 44689.000 1000,'9.000'0.000'-8,"-1.000"0.000"-2,-1.000 0.000-4,-2.000 0.000-3,1.000 0.000 0,1.000 0.000 2,1.000 0.000 3,2.000 0.000 3,-1.000 0.000 1,-1.000 0.000-1,-1.000 0.000 1,-2.000 0.000-1,1.000 0.000 0,-2.000 0.000-3,2.000 0.000-3,-1.000 0.000-2</inkml:trace>
</inkml:ink>
</file>

<file path=ppt/ink/ink37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39"/>
    </inkml:context>
    <inkml:brush xml:id="br0">
      <inkml:brushProperty name="width" value="0.0153760071843863" units="cm"/>
      <inkml:brushProperty name="height" value="0.0153760071843863" units="cm"/>
      <inkml:brushProperty name="color" value="#000000"/>
      <inkml:brushProperty name="ignorePressure" value="0"/>
    </inkml:brush>
  </inkml:definitions>
  <inkml:trace contextRef="#ctx0" brushRef="#br0">32600.000 44850.000 953,'-2.000'11.000'-5,"-2.000"5.000"-13,-2.000 3.000-10,-2.000 5.000-13,-2.000-1.000 4,2.000-4.000 17,1.000-3.000 18,2.000-5.000 17,0.000-1.000 8,-1.000-2.000-2,2.000-1.000-1,-1.000-1.000-2,0.000-2.000-1,2.000 2.000-2,1.000-2.000 0,1.000 1.000-2,2.000 0.000-2,1.000-2.000-1,1.000-1.000-3,2.000-1.000-2,0.000-2.000-2,0.000-1.000 0,-1.000-1.000-2,2.000-2.000-1,-1.000 1.000-2,2.000 1.000-4,1.000 1.000-5,2.000 1.000-4,-1.000 0.000-5,2.000-3.000-6,-2.000-2.000-7,1.000-2.000-6</inkml:trace>
</inkml:ink>
</file>

<file path=ppt/ink/ink37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40"/>
    </inkml:context>
    <inkml:brush xml:id="br0">
      <inkml:brushProperty name="width" value="0.0157378688454628" units="cm"/>
      <inkml:brushProperty name="height" value="0.0157378688454628" units="cm"/>
      <inkml:brushProperty name="color" value="#000000"/>
      <inkml:brushProperty name="ignorePressure" value="0"/>
    </inkml:brush>
  </inkml:definitions>
  <inkml:trace contextRef="#ctx0" brushRef="#br0">33340.000 43529.000 931,'-9.000'-11.000'0,"3.000"-5.000"1,2.000-3.000-1,2.000-4.000 0,2.000 0.000 1,0.000 6.000 0,0.000 4.000 1,0.000 6.000 0,0.000 1.000 0,0.000 2.000 2,0.000-2.000 0,0.000 1.000 2,1.000 1.000 0,1.000 1.000-1,1.000 1.000 1,2.000 2.000 0,0.000 0.000 0,0.000 2.000-1,-1.000 1.000 0,2.000 1.000-1,-1.000 2.000-1,2.000 1.000-5,1.000 1.000-4,2.000 2.000-4,-1.000 0.000-1,2.000-1.000 2,-2.000 1.000 3,1.000 1.000 2,0.000-1.000-2,1.000 0.000-5,-1.000-1.000-4,-1.000 1.000-6,1.000 0.000-3,1.000-2.000-1,-1.000-1.000-2,0.000-1.000-2</inkml:trace>
</inkml:ink>
</file>

<file path=ppt/ink/ink38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40"/>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33740.000 43489.000 1000,'-12.000'2.000'-1,"-2.000"1.000"-2,-2.000 4.000-1,-2.000 2.000-2,-1.000 1.000-1,2.000-1.000 0,4.000 1.000-1,1.000 1.000 0,3.000-2.000 2,-1.000-1.000 3,0.000-1.000 4,0.000-2.000 3,0.000 2.000 2,-1.000 2.000-1,2.000 2.000-1,-1.000 3.000-1,0.000 0.000 0,-1.000 2.000 0,1.000-2.000 0,1.000 1.000 0,-2.000 0.000-1,-1.000 1.000 0,-1.000-1.000-2,-1.000-1.000-1,-1.000 3.000-1,2.000 2.000 2,1.000 2.000 0,2.000 3.000 1,-1.000 0.000-2,-1.000-1.000-1,-1.000-1.000-4,-1.000-1.000-2,-2.000-1.000-2,1.000 0.000 0,1.000 0.000-2,-1.000-1.000 0,0.000 1.000-1,2.000 0.000 1,1.000 1.000-1,2.000-1.000 0,0.000-2.000 1,2.000-2.000 2,1.000-2.000 2,1.000-3.000 1,1.000 0.000 0,1.000-1.000-1,-2.000 0.000-2,2.000 0.000-2,0.000-2.000 1,2.000-1.000 1,4.000-4.000 4,2.000-2.000 1,0.000-1.000 3,-1.000-2.000-1,-1.000-1.000 2,-1.000-2.000 0,-1.000 0.000 0,2.000-2.000 1,1.000-1.000 0,1.000-1.000-1,1.000-1.000 1,0.000 2.000 0,1.000 1.000 0,-1.000 2.000 0,-1.000 0.000 0,-1.000 0.000 0,-1.000-1.000 0,-1.000 2.000 0,-1.000-1.000 0,2.000 2.000 0,1.000 1.000 0,2.000 1.000 0,-1.000 1.000 0,-1.000-2.000 0,-1.000-1.000 0,-2.000-2.000 0,1.000 1.000 2,1.000 1.000 5,1.000 1.000 4,1.000 2.000 5,1.000 0.000 2,-2.000 2.000 3,-1.000 1.000 0,-1.000 1.000 2,-1.000 1.000 0,0.000 0.000-3,0.000 1.000-4,0.000-1.000-1,0.000 0.000-4,2.000-1.000-3,1.000 2.000-2,2.000-1.000-4,0.000 0.000 0,0.000 2.000 1,0.000 1.000 0,-1.000 2.000 2,1.000 0.000-1,-2.000 0.000-4,-1.000-1.000-3,-2.000 1.000-3,1.000 1.000-2,1.000-2.000 2,1.000 2.000 1,2.000-2.000 1,-1.000 2.000 1,-1.000-1.000-1,-1.000 0.000-2,-1.000 0.000 0,-1.000 0.000 0,2.000-1.000-1,1.000 2.000 1,2.000-1.000 1,-1.000 0.000-2,-1.000-1.000-3,-1.000 1.000-2,-2.000 1.000-2,0.000-3.000-2,0.000-4.000-1,0.000-3.000 1,0.000-4.000-2</inkml:trace>
</inkml:ink>
</file>

<file path=ppt/ink/ink38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40"/>
    </inkml:context>
    <inkml:brush xml:id="br0">
      <inkml:brushProperty name="width" value="0.0159728340804577" units="cm"/>
      <inkml:brushProperty name="height" value="0.0159728340804577" units="cm"/>
      <inkml:brushProperty name="color" value="#000000"/>
      <inkml:brushProperty name="ignorePressure" value="0"/>
    </inkml:brush>
  </inkml:definitions>
  <inkml:trace contextRef="#ctx0" brushRef="#br0">33380.000 44129.000 918,'9.000'-11.000'-3,"-1.000"-3.000"-3,-1.000-2.000-6,-2.000-2.000-3,0.000-1.000-3,-2.000 3.000 1,-1.000 2.000 1,-2.000 3.000 0,1.000 1.000 3,1.000 2.000 5,1.000 1.000 4,2.000 1.000 5,0.000 2.000 4,2.000 1.000 2,1.000 1.000 2,1.000 2.000 3,1.000-1.000 2,-2.000-1.000 0,-1.000-1.000 0,-1.000-1.000 0,-1.000-1.000 0,2.000 2.000-1,1.000 1.000-2,1.000 2.000 0,1.000 0.000-3,1.000 0.000-1,-1.000 0.000-1,-1.000 0.000-3,1.000 0.000 0,1.000 0.000 2,-1.000 0.000 1,0.000 0.000 1,-1.000 0.000-1,1.000 0.000-2,1.000 0.000-2,-1.000 0.000-2,0.000 0.000-2,2.000 0.000 2,1.000 0.000 1,2.000 0.000 0,-1.000 0.000 2,-1.000 0.000-1,-1.000 0.000 0,-1.000 0.000 1,-1.000 0.000-1,0.000 0.000 0,-1.000 0.000-3,2.000 0.000 0,-2.000 0.000-1,2.000 0.000-1,-2.000 0.000 1,1.000 0.000-2,0.000-1.000 1,-2.000-1.000-2,-1.000-1.000 0,-1.000-2.000 0,-2.000 1.000 0,2.000 1.000 1,-2.000 1.000 2,1.000 1.000 1,0.000 2.000 0,-2.000 1.000 1,-1.000 1.000-1,-1.000 1.000 0,-2.000 3.000 1,-1.000 1.000-1,-1.000 4.000 2,-2.000 1.000-1,0.000 2.000 0,-2.000 1.000-1,-1.000-1.000-1,-1.000-1.000-1,-1.000 1.000 0,-1.000 1.000 0,1.000-1.000-1,1.000 0.000 0,-1.000 0.000 0,0.000 2.000 0,-1.000 1.000 0,1.000 2.000 0,1.000-1.000 0,-2.000-1.000 0,2.000-1.000 0,-2.000-2.000-1,2.000 0.000 0,-1.000 1.000-1,0.000-1.000-2,0.000 0.000 0,0.000-1.000-2,-1.000 1.000 0,2.000 1.000 0,-1.000-1.000-1,0.000-1.000 0,-1.000-1.000-2,1.000-1.000-1,1.000-1.000 0,-1.000-2.000-1,2.000-1.000 1,1.000-1.000 2,1.000-2.000 0</inkml:trace>
</inkml:ink>
</file>

<file path=ppt/ink/ink38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41"/>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33500.000 44270.000 1000,'-9.000'-10.000'-1,"3.000"2.000"-2,2.000 1.000-2,3.000 1.000-2,1.000 2.000 0,2.000 1.000 2,1.000 1.000 3,2.000 1.000 1,0.000 1.000 1,0.000 0.000 0,0.000 0.000 0,-1.000 0.000-1,1.000 0.000 1,0.000 0.000 0,1.000 0.000 1,-1.000 0.000 0,0.000 0.000 0,0.000 0.000-3,-1.000 0.000-3,2.000 0.000-2,-2.000 0.000-1,2.000 0.000 1,-2.000 0.000 1,1.000 0.000 1,1.000 0.000 0,-2.000 0.000-2,2.000 0.000-2,-1.000 0.000-2,0.000 0.000-1,0.000 0.000 1,0.000 0.000 1,-1.000 0.000 1,1.000 2.000 1,-2.000 1.000 1,-1.000 4.000 1,-2.000 2.000 1,0.000 0.000 1,0.000-1.000 0,0.000-1.000 1,0.000-2.000-1,0.000 1.000 1,0.000 1.000 1,0.000 1.000 0,0.000 2.000 1,-1.000 0.000 1,-3.000-1.000-1,-2.000 1.000-1,-2.000 1.000 1,-2.000-1.000 0,2.000 2.000 4,1.000 1.000 4,1.000 2.000 3,1.000-1.000 1,-2.000-1.000-1,-1.000-1.000-1,-1.000-1.000-1,-1.000-1.000 0,2.000 0.000 2,1.000-1.000 1,1.000 1.000 1,1.000 0.000 1,1.000-2.000 0,-2.000-1.000-1,2.000-1.000 1,-1.000-2.000-2,2.000 2.000-1,1.000-2.000-2,2.000 1.000-1,1.000 0.000-2,3.000-2.000-1,2.000-1.000-3,3.000-1.000-2,0.000-3.000 0,1.000-1.000 1,1.000-4.000 0,-1.000-2.000 1,0.000-1.000-2,0.000 1.000-2,-1.000-1.000-5,2.000-1.000-3,-2.000 1.000-1,2.000-2.000 1,-2.000-1.000 1,1.000-2.000 0,0.000 1.000 0,1.000 1.000-2,-1.000 1.000-1,-1.000 1.000-2,1.000 1.000 0,-2.000 1.000 0,-1.000-1.000 0,-1.000 0.000 0,-1.000 0.000 1,2.000 2.000 3,1.000 1.000 1,1.000 2.000 1</inkml:trace>
</inkml:ink>
</file>

<file path=ppt/ink/ink38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41"/>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33600.000 44089.000 1000,'-9.000'2.000'-14,"3.000"1.000"3,2.000 4.000 3,3.000 2.000 3,1.000 2.000 2,2.000 2.000-1,1.000 4.000 0,2.000 2.000 0,0.000 2.000 0,0.000 3.000 1,0.000 2.000 0,-1.000 3.000 1,2.000 0.000 1,1.000 2.000-1,1.000-2.000 0,2.000 1.000 0,-1.000 2.000 0,-1.000 1.000-1,-1.000 4.000-1,-2.000 1.000 1,1.000 2.000-1,-2.000 1.000 0,2.000-1.000-1,-1.000-1.000 1,0.000 0.000-2,0.000-2.000-1,0.000-4.000-1,-1.000-2.000-2,1.000-1.000 0,-2.000-2.000 0,-1.000-1.000 2,-2.000-2.000 1,0.000 0.000-1,0.000-2.000-1,0.000-1.000-1,0.000-2.000-2,0.000-1.000 1,0.000-3.000 2,0.000-2.000 3,0.000-3.000 2</inkml:trace>
</inkml:ink>
</file>

<file path=ppt/ink/ink38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41"/>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33480.000 44810.000 1000,'-10.000'-1.000'-22,"2.000"-1.000"5,1.000-1.000 6,2.000-1.000 6,1.000-2.000 2,2.000 2.000 2,4.000-2.000 0,2.000 1.000 0,1.000 1.000 1,2.000-2.000 1,1.000 2.000-1,2.000-1.000 1,1.000 0.000-1,2.000 0.000-4,4.000 0.000-2,2.000-1.000-4,-1.000 1.000-1,-1.000-2.000 2,-4.000-1.000 1,-1.000-1.000 1,-2.000-1.000-1,2.000 2.000-5,1.000 1.000-4,2.000 1.000-4</inkml:trace>
</inkml:ink>
</file>

<file path=ppt/ink/ink38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42"/>
    </inkml:context>
    <inkml:brush xml:id="br0">
      <inkml:brushProperty name="width" value="0.0148748094215989" units="cm"/>
      <inkml:brushProperty name="height" value="0.0148748094215989" units="cm"/>
      <inkml:brushProperty name="color" value="#000000"/>
      <inkml:brushProperty name="ignorePressure" value="0"/>
    </inkml:brush>
  </inkml:definitions>
  <inkml:trace contextRef="#ctx0" brushRef="#br0">34380.000 43770.000 986,'0.000'-11.000'-1,"0.000"-1.000"1,0.000-1.000 0,0.000-1.000 0,0.000 0.000 0,0.000 3.000 2,0.000 2.000 1,0.000 2.000 3,0.000 4.000-2,0.000 4.000-6,0.000 3.000-3,0.000 4.000-6,0.000 3.000 0,0.000-2.000 3,0.000 2.000 4,0.000-2.000 3,-1.000 2.000 2,-1.000 1.000-2,-1.000 1.000 1,-2.000 1.000-1,0.000 2.000-1,0.000 1.000 0,1.000 1.000 1,-1.000 2.000-1,0.000-1.000-1,-1.000-1.000 1,2.000-1.000-1,-1.000-1.000 0,-1.000-1.000-1,2.000 2.000-1,-2.000 1.000 0,1.000 1.000-2,0.000 1.000 0,1.000 0.000-2,-2.000 1.000-1,2.000-1.000-1,-2.000 0.000-1,-1.000 0.000 2,-1.000-1.000 1,-2.000 2.000 0,1.000-2.000 1,-2.000 2.000 1,2.000-2.000 0,-2.000 1.000 1,2.000 0.000-1,-1.000-2.000 0,0.000-1.000 0,0.000-1.000 0,0.000-2.000 0,2.000-1.000 3,1.000-1.000 1,2.000-1.000 3,0.000-2.000 1,-1.000-1.000-1,2.000-1.000 0,-1.000-2.000 0,0.000 0.000-1,2.000 0.000 0,1.000 1.000 0,1.000-1.000-2,1.000-2.000 1,0.000-2.000-1,0.000-2.000 0,0.000-2.000 1,2.000-3.000-1,1.000 2.000 1,4.000-2.000 0,2.000 1.000 1,0.000 0.000 1,-1.000-2.000-1,-1.000-1.000 1,-2.000-1.000 0,1.000 0.000 0,1.000 2.000 0,1.000 4.000 0,2.000 1.000 0,-1.000 2.000 0,-1.000-2.000 2,-1.000-1.000 1,-1.000-1.000 2,-1.000-1.000 0,0.000 2.000 0,-1.000 1.000 0,2.000 2.000 1,-2.000 0.000 0,2.000 0.000 2,-2.000 0.000 2,1.000 0.000 2,1.000 0.000 0,-2.000 2.000-1,2.000 1.000-1,-1.000 2.000 0,0.000 0.000-2,0.000 2.000 1,0.000 1.000 0,-1.000 2.000 0,1.000 0.000-1,0.000 2.000 0,1.000 1.000-1,-1.000 2.000-1,-1.000 0.000 0,-1.000 2.000-1,-1.000 1.000 0,-1.000 2.000-2,-1.000 0.000 1,0.000 0.000 0,0.000-1.000 1,0.000 2.000 1,0.000-2.000-2,0.000 2.000-2,0.000-2.000-2,0.000 1.000-4,0.000 1.000 0,0.000-2.000 2,0.000 2.000 2,0.000-1.000 2,0.000-1.000-1,0.000-1.000-2,0.000-1.000-2,0.000-2.000-3,0.000-1.000 0,0.000-3.000-1,0.000-2.000 2,0.000-2.000 0,0.000-3.000 0,0.000 2.000-1,0.000-2.000 0,0.000 1.000 0,0.000-1.000-1,2.000-5.000-2,1.000-3.000-1,2.000-5.000-2,-1.000 0.000 0,-1.000 1.000 1,-1.000 1.000 2,-2.000 2.000 2,1.000-2.000-1,1.000-1.000-1,1.000-4.000-2,1.000-1.000-1</inkml:trace>
</inkml:ink>
</file>

<file path=ppt/ink/ink38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42"/>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34659.000 43789.000 1000,'0.000'19.000'-20,"0.000"-5.000"4,0.000-3.000 4,0.000-5.000 4,0.000 1.000 2,0.000 1.000-3,0.000 4.000-1,0.000 1.000-2,0.000 2.000 0,0.000 1.000 1,0.000-1.000 2,0.000-1.000 2,0.000 1.000 0,0.000-2.000-1,0.000-1.000-3,0.000-2.000-1,0.000 1.000-1,-2.000-2.000 2,-1.000 2.000 0,-1.000-2.000 1</inkml:trace>
</inkml:ink>
</file>

<file path=ppt/ink/ink38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42"/>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34480.000 44250.000 1000,'-9.000'-1.000'-3,"3.000"-1.000"-3,2.000-1.000-4,2.000-2.000-4,3.000 0.000-1,1.000-2.000 4,1.000-1.000 2,1.000-1.000 4,2.000-1.000 0,1.000 0.000 1,1.000-1.000-1,2.000 2.000 0,-1.000-2.000-1,1.000 2.000 1,1.000-2.000-1,-1.000 1.000 1,0.000 0.000-1,2.000 1.000 0,1.000-1.000 0,2.000-1.000 0,-1.000 2.000-1,-1.000 1.000 1,-1.000 1.000 0,-1.000 2.000 1,-1.000 0.000 0,0.000 0.000 1,-1.000 0.000 2,2.000-1.000 0,-2.000 2.000 1,-1.000 1.000 0,-1.000 1.000-1,-2.000 1.000 0,0.000 2.000 0,0.000 1.000 0,1.000 1.000 0,-1.000 1.000 0,0.000 3.000 1,0.000 1.000 2,-1.000 4.000 0,2.000 1.000 3,-2.000 3.000-1,-1.000 1.000 0,-1.000 1.000-1,-2.000 2.000-2,0.000-1.000 1,0.000 2.000 1,0.000-2.000 0,0.000 1.000 2,0.000 0.000 0,0.000-2.000-1,0.000-1.000 0,0.000-1.000-1,0.000-2.000 0,0.000 1.000 0,0.000 1.000-1,0.000-1.000 1,0.000-2.000-1,0.000-1.000-2,0.000-4.000 0,0.000-1.000-1,0.000-2.000 0,0.000 2.000 0,0.000 1.000 2,0.000 1.000 0,1.000 0.000-1,1.000-2.000-2,1.000-4.000-3,1.000-1.000-2,2.000-3.000 0,-2.000-1.000 2,2.000-1.000 1,-1.000-2.000 2,0.000 0.000 0,2.000-2.000-2,1.000-1.000-1,1.000-1.000-2,1.000-1.000 0,-2.000 2.000 2,-1.000 1.000 2,-1.000 1.000 1</inkml:trace>
</inkml:ink>
</file>

<file path=ppt/ink/ink38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42"/>
    </inkml:context>
    <inkml:brush xml:id="br0">
      <inkml:brushProperty name="width" value="0.0159760620445013" units="cm"/>
      <inkml:brushProperty name="height" value="0.0159760620445013" units="cm"/>
      <inkml:brushProperty name="color" value="#000000"/>
      <inkml:brushProperty name="ignorePressure" value="0"/>
    </inkml:brush>
  </inkml:definitions>
  <inkml:trace contextRef="#ctx0" brushRef="#br0">34940.000 44229.000 918,'8.000'-9.000'-61,"-1.000"1.000"13,-4.000 1.000 12,-2.000 2.000 13,-1.000 0.000 13,-2.000 2.000 16,-1.000 1.000 16,-1.000 1.000 16,-1.000 2.000 4,2.000 1.000-7,1.000 1.000-8,2.000 2.000-7,-1.000 0.000-6,-1.000-1.000-4,-1.000 2.000-3,-1.000-1.000-4,-1.000 0.000-2,2.000 2.000 0,1.000 1.000 1,1.000 2.000 0,1.000 0.000 0,-2.000 0.000-2,-1.000-1.000 0,-2.000 1.000-1,0.000 1.000 0,1.000-2.000 1,-2.000 2.000 3,2.000-2.000 1,-1.000 2.000-1,0.000-1.000-3,0.000 0.000-4,-1.000 0.000-3,1.000 0.000-2,0.000-1.000 2,1.000 2.000 0,-1.000-1.000 2,-1.000 0.000-1,-1.000 2.000 0,-1.000 1.000-2,-2.000 2.000-1,1.000-1.000 0,-1.000-1.000 0,0.000-1.000 1,0.000-1.000 1,0.000-1.000 0,-1.000 2.000 2,2.000 1.000 1,-1.000 2.000 1,-1.000-1.000 1,-1.000-1.000 1,-1.000-1.000 1,-1.000-1.000 1,-1.000-1.000 1,2.000-1.000 0,1.000 1.000 1,2.000 1.000 1,0.000-2.000 0,2.000-1.000 0,1.000-1.000 2,1.000-2.000 1,1.000 0.000-1,1.000 0.000-1,-2.000 1.000-1,2.000-1.000-1,0.000-2.000 1,2.000-2.000 3,4.000-2.000 4,2.000-2.000 2,1.000-3.000 2,2.000 2.000-3,1.000-2.000-3,1.000 1.000-1,2.000 1.000-2,1.000-2.000-2,1.000 2.000-2,1.000-1.000-1,2.000 0.000-2,1.000 0.000-1,1.000 0.000-1,2.000-1.000-1,0.000 1.000-1,0.000 0.000 0,0.000 1.000-1,-1.000-1.000-1,1.000 0.000-1,0.000 0.000-2,1.000-1.000-3,-1.000 2.000-1,0.000-2.000-2,-1.000-1.000 0,2.000-1.000 0,-1.000-1.000 0,-1.000-1.000-2,-1.000 2.000-2,-1.000 1.000-2,-1.000 1.000-3</inkml:trace>
</inkml:ink>
</file>

<file path=ppt/ink/ink38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43"/>
    </inkml:context>
    <inkml:brush xml:id="br0">
      <inkml:brushProperty name="width" value="0.0172104239463806" units="cm"/>
      <inkml:brushProperty name="height" value="0.0172104239463806" units="cm"/>
      <inkml:brushProperty name="color" value="#000000"/>
      <inkml:brushProperty name="ignorePressure" value="0"/>
    </inkml:brush>
  </inkml:definitions>
  <inkml:trace contextRef="#ctx0" brushRef="#br0">35280.000 43710.000 852,'-28.000'-27.000'0,"8.000"6.000"0,5.000 7.000 0,7.000 5.000 0,4.000 4.000 2,1.000 0.000 4,1.000 1.000 4,2.000-1.000 4,0.000-1.000 2,2.000-1.000-2,1.000-1.000-1,1.000-2.000-1,2.000 1.000-1,1.000 1.000-1,1.000 1.000 1,2.000 2.000-1,0.000-1.000-1,2.000-1.000-3,1.000-1.000-3,2.000-2.000-3,0.000 1.000-1,2.000 1.000 0,1.000 1.000 0,1.000 2.000 0,1.000-1.000-3,1.000-1.000-5,-2.000-1.000-5,2.000-1.000-6,-1.000-2.000-1,0.000 2.000 3,0.000-2.000 3,-1.000 1.000 4,1.000 1.000-1,-2.000 1.000-3,-1.000 1.000-5,-1.000 2.000-4,-2.000-1.000 0,-1.000 2.000 5,-1.000-2.000 3,-1.000 1.000 5,-1.000 1.000 1,0.000-2.000-1,-1.000 2.000-3,2.000-1.000-1</inkml:trace>
</inkml:ink>
</file>

<file path=ppt/ink/ink39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43"/>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35480.000 43370.000 1000,'-18.000'0.000'-51,"3.000"0.000"15,4.000 0.000 14,5.000 0.000 13,1.000 0.000 8,2.000 2.000 2,1.000 1.000 0,1.000 1.000 3,1.000 2.000 0,0.000 1.000-1,0.000 1.000 1,0.000 2.000-1,0.000 0.000 0,-2.000 2.000-2,-1.000 1.000 0,-2.000 2.000-2,1.000 0.000 0,1.000 0.000 1,1.000-1.000 1,2.000 2.000 0,-1.000-1.000 0,-1.000 2.000 0,-1.000 1.000-1,-1.000 1.000 0,-1.000 1.000 0,0.000 0.000-1,0.000 1.000 1,-1.000-1.000-1,1.000 0.000 1,0.000 0.000 0,1.000-1.000 1,-1.000 2.000 0,0.000-1.000-1,-1.000 2.000-1,2.000 1.000-2,-1.000 1.000-2,-1.000 1.000 1,2.000-2.000 0,-2.000-1.000 1,1.000-2.000 2,0.000-1.000 0,1.000-3.000 0,-2.000-2.000-1,2.000-3.000 0,-1.000 0.000 0,0.000-2.000 0,0.000 2.000 1,-1.000-2.000 0,3.000 0.000 0,1.000-2.000 0,4.000-4.000 0,1.000-1.000 0,3.000-3.000 0,-2.000-1.000 1,2.000-1.000-1,-1.000-2.000 2,0.000 0.000 0,2.000-2.000 0,1.000-1.000 0,1.000-1.000 1,1.000-1.000-1,1.000 0.000 1,-1.000-1.000-1,-1.000 2.000-1,2.000-2.000 1,1.000 2.000 1,1.000-2.000 1,1.000 1.000 1,1.000 0.000 1,-2.000 1.000-2,-1.000-1.000 0,-2.000-1.000-1,1.000 2.000 0,1.000 1.000-1,1.000 1.000 0,1.000 2.000-1,2.000-1.000 0,-2.000-1.000 0,2.000-1.000 1,-2.000-2.000 0,1.000 1.000-2,-2.000 1.000-3,-1.000 1.000-3,-2.000 2.000-4,0.000-1.000-3,1.000 2.000-1,-1.000-2.000-3,-1.000 1.000-1</inkml:trace>
</inkml:ink>
</file>

<file path=ppt/ink/ink39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43"/>
    </inkml:context>
    <inkml:brush xml:id="br0">
      <inkml:brushProperty name="width" value="0.0153484344482422" units="cm"/>
      <inkml:brushProperty name="height" value="0.0153484344482422" units="cm"/>
      <inkml:brushProperty name="color" value="#000000"/>
      <inkml:brushProperty name="ignorePressure" value="0"/>
    </inkml:brush>
  </inkml:definitions>
  <inkml:trace contextRef="#ctx0" brushRef="#br0">35559.000 43750.000 955,'-26.000'9.000'-37,"5.000"-1.000"14,7.000-1.000 13,6.000-2.000 13,3.000 1.000 8,2.000 1.000-1,1.000 1.000 1,2.000 2.000-1,0.000 0.000 0,0.000-1.000-1,0.000 1.000-1,0.000 1.000-1,0.000 0.000-1,0.000 3.000-1,0.000 2.000-2,0.000 3.000 0,1.000 2.000-1,3.000 2.000 1,2.000 4.000 0,3.000 2.000 2,0.000 1.000-1,-1.000 0.000-2,-1.000 0.000-3,-1.000-1.000-1,-1.000 1.000-1,2.000 0.000 1,1.000 1.000 3,1.000-1.000 0,1.000 0.000 1,1.000 2.000-2,-1.000 1.000-2,0.000 1.000-2,-1.000 0.000 0,-1.000-2.000 1,-1.000-4.000-1,-1.000-1.000 2,-2.000-2.000-1,-1.000 0.000 0,-1.000 0.000 0,-1.000 0.000-1,-1.000-2.000 0,0.000-1.000-2,0.000-4.000-1,0.000-2.000-1,0.000-1.000-1,0.000-2.000 1,0.000-1.000 1,0.000-2.000 1,-1.000-1.000-1,-1.000-2.000-1,-1.000-4.000-2,-1.000-1.000-2,-1.000-3.000-1,2.000-1.000 1,1.000-1.000 0,1.000-2.000 1,0.000 0.000-1,-3.000 0.000 0,-2.000 1.000-2,-2.000-1.000-1</inkml:trace>
</inkml:ink>
</file>

<file path=ppt/ink/ink39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43"/>
    </inkml:context>
    <inkml:brush xml:id="br0">
      <inkml:brushProperty name="width" value="0.0159751400351524" units="cm"/>
      <inkml:brushProperty name="height" value="0.0159751400351524" units="cm"/>
      <inkml:brushProperty name="color" value="#000000"/>
      <inkml:brushProperty name="ignorePressure" value="0"/>
    </inkml:brush>
  </inkml:definitions>
  <inkml:trace contextRef="#ctx0" brushRef="#br0">35359.000 44450.000 918,'0.000'-10.000'1,"0.000"2.000"4,0.000 1.000 2,0.000 2.000 3,0.000 0.000 2,0.000 0.000-1,0.000-1.000 0,0.000 2.000-1,2.000-2.000-2,1.000-1.000-3,4.000-1.000-3,2.000-1.000-4,1.000-2.000-3,2.000 2.000-4,1.000-2.000-4,2.000 1.000-4,-1.000 0.000-1,-1.000 1.000 4,-1.000-1.000 3,-1.000-1.000 4,-1.000 1.000-3,2.000 1.000-8,1.000-1.000-9,2.000 0.000-9</inkml:trace>
</inkml:ink>
</file>

<file path=ppt/ink/ink39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43"/>
    </inkml:context>
    <inkml:brush xml:id="br0">
      <inkml:brushProperty name="width" value="0.0151014188304543" units="cm"/>
      <inkml:brushProperty name="height" value="0.0151014188304543" units="cm"/>
      <inkml:brushProperty name="color" value="#000000"/>
      <inkml:brushProperty name="ignorePressure" value="0"/>
    </inkml:brush>
  </inkml:definitions>
  <inkml:trace contextRef="#ctx0" brushRef="#br0">35900.000 43570.000 971,'-27.000'-9.000'-1,"6.000"2.000"-1,7.000 4.000-1,6.000 2.000-2,3.000 0.000 2,2.000-1.000 3,1.000-1.000 4,1.000-2.000 4,3.000 0.000 0,1.000 0.000 0,4.000 1.000-2,2.000-1.000-1,1.000 0.000-2,0.000 0.000-2,-1.000-1.000-4,2.000 2.000-3,-1.000-2.000-1,2.000 2.000 0,1.000-2.000 1,2.000 1.000 1,0.000 1.000 0,-1.000-2.000 0,2.000 2.000-1,-1.000-1.000 1,0.000 0.000-1,-1.000 0.000-1,1.000 0.000-2,1.000-1.000-2,-2.000 1.000-1,-1.000 0.000 0,-1.000 1.000-1,-1.000-1.000-1,-2.000 0.000-1,1.000 0.000 0,1.000-1.000 0,-1.000 2.000-2,-2.000 0.000 2,-1.000 3.000 2,-4.000 2.000 3,-2.000 3.000 3,-1.000 1.000 1,0.000-1.000 2,0.000 2.000 1,0.000-1.000 1,0.000 0.000 1,0.000 2.000 0,0.000 1.000 0,0.000 2.000 1</inkml:trace>
</inkml:ink>
</file>

<file path=ppt/ink/ink39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44"/>
    </inkml:context>
    <inkml:brush xml:id="br0">
      <inkml:brushProperty name="width" value="0.017309382557869" units="cm"/>
      <inkml:brushProperty name="height" value="0.017309382557869" units="cm"/>
      <inkml:brushProperty name="color" value="#000000"/>
      <inkml:brushProperty name="ignorePressure" value="0"/>
    </inkml:brush>
  </inkml:definitions>
  <inkml:trace contextRef="#ctx0" brushRef="#br0">35859.000 43850.000 847,'-1.000'10.000'0,"-3.000"0.000"0,-2.000-1.000 0,-2.000 1.000 0,-1.000 0.000 1,3.000-2.000 1,2.000-1.000 2,2.000-1.000 2,3.000-3.000 2,1.000-1.000 3,1.000-4.000 2,2.000-1.000 2,0.000-2.000 1,2.000 0.000-3,1.000-1.000-2,1.000 2.000-2,1.000-2.000-2,1.000-1.000-2,-1.000-1.000-1,0.000-1.000-2,0.000-2.000 0,2.000 2.000 3,1.000-2.000 0,2.000 1.000 3,-1.000 0.000-3,-1.000 1.000-4,-1.000-1.000-6,-1.000-1.000-5,-1.000 1.000-2,2.000-2.000 3,1.000-1.000 2,2.000-2.000 2,-1.000 1.000-3,-1.000 1.000-5,-1.000 1.000-8,-1.000 1.000-5,-2.000 1.000-5,1.000 1.000-1,1.000-1.000-2,-1.000 0.000-2</inkml:trace>
</inkml:ink>
</file>

<file path=ppt/ink/ink39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44"/>
    </inkml:context>
    <inkml:brush xml:id="br0">
      <inkml:brushProperty name="width" value="0.0151838473975658" units="cm"/>
      <inkml:brushProperty name="height" value="0.0151838473975658" units="cm"/>
      <inkml:brushProperty name="color" value="#000000"/>
      <inkml:brushProperty name="ignorePressure" value="0"/>
    </inkml:brush>
  </inkml:definitions>
  <inkml:trace contextRef="#ctx0" brushRef="#br0">36000.000 43250.000 965,'-27.000'-9.000'-19,"6.000"2.000"3,7.000 4.000 6,6.000 1.000 3,2.000 2.000 5,2.000 0.000 4,-2.000 0.000 4,1.000 0.000 3,1.000 2.000 2,1.000 1.000-1,1.000 4.000-1,2.000 2.000-2,0.000 1.000-1,0.000 2.000 0,0.000 1.000-2,0.000 2.000-2,0.000-1.000 1,0.000 1.000 0,0.000 1.000 1,0.000-1.000 0,0.000 1.000-1,0.000 3.000-6,0.000 2.000-5,0.000 2.000-5,1.000 4.000-3,3.000 1.000-2,2.000 4.000-2,2.000 2.000-2,1.000-2.000 1,-3.000-5.000 2,-2.000-4.000 2,-2.000-5.000 2,-2.000-3.000 2,2.000 0.000-1,1.000-1.000 0,2.000 2.000 0</inkml:trace>
</inkml:ink>
</file>

<file path=ppt/ink/ink39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44"/>
    </inkml:context>
    <inkml:brush xml:id="br0">
      <inkml:brushProperty name="width" value="0.0177665911614895" units="cm"/>
      <inkml:brushProperty name="height" value="0.0177665911614895" units="cm"/>
      <inkml:brushProperty name="color" value="#000000"/>
      <inkml:brushProperty name="ignorePressure" value="0"/>
    </inkml:brush>
  </inkml:definitions>
  <inkml:trace contextRef="#ctx0" brushRef="#br0">35919.000 44170.000 825,'-9.000'0.000'0,"-1.000"2.000"1,0.000 1.000 1,0.000 1.000 0,1.000 1.000 1,5.000-2.000 1,3.000-1.000 0,4.000-2.000 1,3.000 0.000 0,1.000 0.000-1,1.000 0.000 0,2.000 0.000-1,-1.000 0.000 0,1.000-2.000 0,1.000-1.000 2,-1.000-2.000 0,0.000 1.000-1,0.000-2.000-1,-1.000 2.000-3,2.000-1.000-2,-2.000 0.000 0,2.000 2.000 1,-2.000 1.000 1,1.000 2.000 0,0.000 0.000 1,-2.000 0.000-3,-1.000 0.000-2,-1.000 0.000-1,-1.000-1.000-2,2.000-1.000 0,1.000-1.000 0,2.000-2.000-1,-1.000 1.000 1,-1.000 1.000 0,-1.000 1.000 0,-2.000 1.000 1,0.000 1.000 0,0.000 0.000 0,1.000 0.000-2,-1.000 0.000 1,-1.000 1.000-1,-1.000 1.000 2,-1.000 1.000 1,-1.000 1.000 1,-1.000 2.000 1,0.000 1.000-1,0.000 1.000 0,0.000 2.000-1,-1.000 0.000 1,-1.000-1.000 0,-1.000 2.000 1,-1.000-1.000 0,-2.000 0.000 2,2.000 2.000-1,-2.000 1.000-1,1.000 2.000 1,-1.000 0.000 0,-3.000 0.000 1,-2.000-1.000 1,-3.000 2.000 1,0.000-2.000 0,1.000-1.000 0,1.000-1.000-1,1.000-1.000-1,2.000-1.000 1,-1.000-1.000 2,0.000 2.000 2,0.000-1.000 3,0.000 0.000 0,2.000-1.000 0,1.000 1.000-1,2.000 1.000-2,0.000-2.000 2,-1.000-1.000 2,2.000-1.000 2,-1.000-2.000 3,-1.000 0.000 0,2.000 0.000-1,-2.000 1.000-1,1.000-1.000-1,2.000-1.000 2,4.000-1.000 2,3.000-1.000 4,4.000-1.000 4,2.000-1.000-1,1.000 0.000-4,-1.000 0.000-3,-1.000 0.000-4,1.000-1.000-2,1.000-1.000-2,-1.000-1.000 0,0.000-1.000-2,0.000-2.000-1,2.000 2.000-5,1.000-2.000-2,2.000 1.000-4,0.000 1.000 0,0.000-2.000 1,-1.000 2.000 1,1.000-1.000 2,1.000 0.000-2,-2.000 0.000-5,2.000 0.000-4,-2.000-1.000-4,2.000 1.000-2,1.000 0.000 3,1.000 1.000 1,2.000-1.000 3,-2.000-1.000-3,-1.000-1.000-5,-4.000-1.000-7,-1.000-2.000-5</inkml:trace>
</inkml:ink>
</file>

<file path=ppt/ink/ink39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44"/>
    </inkml:context>
    <inkml:brush xml:id="br0">
      <inkml:brushProperty name="width" value="0.0161245744675398" units="cm"/>
      <inkml:brushProperty name="height" value="0.0161245744675398" units="cm"/>
      <inkml:brushProperty name="color" value="#000000"/>
      <inkml:brushProperty name="ignorePressure" value="0"/>
    </inkml:brush>
  </inkml:definitions>
  <inkml:trace contextRef="#ctx0" brushRef="#br0">36459.000 43750.000 909,'-8.000'-19.000'13,"1.000"5.000"0,4.000 3.000-1,2.000 5.000-1,2.000-1.000-1,3.000-1.000-1,2.000-4.000-1,2.000-1.000-2,3.000-2.000-2,1.000 2.000-1,1.000 1.000-2,1.000 2.000-1,2.000-1.000-1,1.000-1.000-2,1.000-1.000 0,2.000-1.000-1,-1.000-1.000 0,2.000-1.000-1,-2.000 1.000-1,1.000 1.000 0,0.000-1.000-1,1.000 0.000 0,-2.000-1.000 0,2.000 1.000-1,-1.000 1.000 0,0.000-2.000 2,0.000 2.000 2,-1.000-2.000 1,1.000 2.000-2,-2.000 1.000-5,-1.000 1.000-6,-1.000 1.000-6,-3.000 1.000-3,-2.000 1.000 1,-2.000-1.000-1,-2.000-1.000-1</inkml:trace>
</inkml:ink>
</file>

<file path=ppt/ink/ink39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45"/>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36719.000 43170.000 1000,'-10.000'0.000'-2,"-2.000"0.000"-4,-1.000 0.000-4,-2.000 0.000-3,2.000 0.000-1,1.000 0.000 1,4.000 0.000 2,2.000 0.000 2,1.000 1.000 2,2.000 3.000 1,1.000 2.000 1,1.000 2.000 2,2.000 3.000 1,1.000-2.000 1,1.000 2.000 0,2.000-2.000 0,0.000 3.000 1,0.000 2.000 0,-1.000 2.000 0,2.000 2.000 0,-1.000 3.000 0,2.000 1.000 0,1.000 1.000 0,2.000 1.000 0,-1.000 2.000 0,2.000 1.000 0,-2.000 1.000 0,1.000 1.000 0,0.000 3.000-1,-2.000 1.000 1,-1.000 4.000 0,-1.000 1.000 0,-2.000 2.000 0,2.000 1.000 0,-2.000-1.000 0,1.000-1.000 0,0.000 1.000 0,-2.000-2.000 1,-1.000-1.000 1,-1.000-2.000 1,-1.000 1.000 0,0.000-2.000-1,0.000 2.000 0,0.000-2.000-1,0.000 0.000 0,0.000-5.000 0,0.000-3.000 0,0.000-5.000-1,0.000-1.000 1,0.000 0.000 0,0.000 1.000-1,0.000-1.000 1,-1.000-2.000-1,-1.000-2.000-1,-1.000-2.000-1,-2.000-3.000 0,0.000-2.000-1,0.000-2.000 1,1.000-4.000 1,-1.000-1.000 0,-1.000-2.000 0,-1.000 0.000-3,-1.000 0.000-2,-2.000 0.000-2,1.000-1.000-1,1.000-1.000 2,1.000-1.000 2,2.000-2.000 2,-1.000 0.000 0,-1.000 0.000-1,-1.000 1.000 0,-2.000-1.000-1,1.000-1.000-1,1.000-1.000 2,1.000-1.000 0,2.000-2.000 0,-1.000 0.000 0,2.000 1.000 0,-2.000-1.000-1,1.000 0.000 0,0.000 0.000 0,-2.000 2.000 0,-1.000 1.000 0,-1.000 2.000 1,-1.000-1.000 0,2.000-1.000 2,1.000-1.000 2,2.000-2.000 2,0.000 0.000 1,-1.000 1.000 2,2.000-1.000 2,-1.000 0.000 2,-1.000 0.000 0,2.000 2.000-2,-2.000 1.000 0,1.000 2.000-2,1.000 0.000 1,1.000 0.000 3,1.000-1.000 1,2.000 2.000 3,-1.000-2.000 0,-1.000-1.000 0,-1.000-1.000-2,-1.000-1.000-1,-1.000-1.000 0,2.000 2.000-1,1.000 1.000 0,2.000 1.000-1,0.000 1.000 0,0.000 0.000-1,0.000 1.000-2,0.000-1.000 0,0.000 0.000-2,0.000 0.000 0,0.000-1.000-1,0.000 2.000 0,1.000-2.000-1,3.000-1.000-2,2.000-1.000-2,3.000-1.000-2,2.000-2.000-2,3.000 2.000 1,2.000-2.000-2,2.000 1.000 0,1.000 0.000-4,-3.000 1.000-6,-2.000-1.000-8,-3.000-1.000-7</inkml:trace>
</inkml:ink>
</file>

<file path=ppt/ink/ink39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46"/>
    </inkml:context>
    <inkml:brush xml:id="br0">
      <inkml:brushProperty name="width" value="0.0150435212999582" units="cm"/>
      <inkml:brushProperty name="height" value="0.0150435212999582" units="cm"/>
      <inkml:brushProperty name="color" value="#000000"/>
      <inkml:brushProperty name="ignorePressure" value="0"/>
    </inkml:brush>
  </inkml:definitions>
  <inkml:trace contextRef="#ctx0" brushRef="#br0">37219.000 43110.000 974,'0.000'-10.000'0,"-2.000"2.000"-1,-1.000 1.000-1,-2.000 1.000 0,0.000 2.000-1,1.000-2.000 3,-2.000 2.000 0,2.000-1.000 2,-1.000 0.000 0,0.000 2.000-1,0.000 1.000 0,-1.000 2.000-2,1.000 0.000 1,0.000 2.000 1,1.000 1.000 2,-1.000 2.000 2,0.000 0.000 0,2.000 2.000-1,1.000 1.000 0,2.000 1.000 0,0.000 2.000-2,0.000-2.000-2,0.000 2.000-3,0.000-2.000-2,-1.000 2.000-2,-1.000 1.000 1,-1.000 1.000 0,-1.000 1.000 1,-1.000 1.000 1,2.000 1.000 0,1.000-1.000 1,1.000-1.000 1,1.000 1.000 1,-2.000 1.000-2,-1.000-1.000 0,-2.000 0.000-1,0.000-1.000-1,1.000 1.000-2,-2.000 1.000 0,2.000-1.000-1,-1.000-1.000-2,0.000-1.000 0,0.000-1.000-2,-1.000-1.000-1,2.000-1.000 1,1.000 2.000 2,1.000 1.000 2,1.000 2.000 2,1.000-2.000 1,-2.000-1.000 0,-1.000-4.000 1,-1.000-1.000-1,-1.000-2.000 1,2.000-1.000 0,1.000 2.000 0,2.000-1.000 0,0.000-2.000-1,2.000-1.000-1,1.000-4.000-2,2.000-1.000-2,-1.000-3.000 1,2.000-1.000 1,-2.000-1.000 4,1.000-2.000 1,1.000 0.000 2,1.000 1.000-1,1.000-1.000 1,2.000 0.000 0,-1.000-1.000 0,1.000 1.000 1,1.000 1.000 1,-1.000-1.000 1,-1.000 0.000 1,-1.000 0.000-2,-1.000-1.000-1,-2.000 2.000-1,1.000-2.000 1,1.000 2.000 3,1.000-2.000 1,2.000 1.000 3,-1.000 1.000 1,-1.000 1.000 0,-1.000 1.000-2,-1.000 2.000-1,-1.000-1.000 1,2.000 2.000 1,1.000-2.000 2,1.000 1.000 1,1.000 1.000 1,-2.000-2.000 1,-1.000 2.000 0,-1.000-1.000 1,-1.000 0.000-1,0.000 2.000-2,0.000 1.000-2,-1.000 2.000-1,1.000-1.000-2,0.000-1.000 0,1.000-1.000 0,-1.000-2.000-1,0.000 2.000 1,0.000 2.000 0,-1.000 2.000 0,2.000 2.000 1,-2.000 2.000 0,-1.000 1.000-2,-1.000-2.000-1,-2.000 2.000-2,0.000-1.000 0,0.000 2.000-3,0.000 1.000 0,0.000 1.000-2,0.000 1.000-1,0.000-2.000 3,0.000-1.000 0,0.000-1.000 2,0.000-1.000 0,-2.000 2.000-3,-1.000 1.000-3,-1.000 2.000-2,-1.000 0.000-1,-1.000 0.000 2,2.000-1.000 0,-1.000 1.000 0,-1.000 1.000 1,-1.000-2.000-2,-1.000 2.000-1,-1.000-2.000-2,-1.000 2.000 0,2.000-1.000 2,1.000 0.000 1,1.000 0.000 1,1.000 0.000 1,-2.000-1.000 1,-1.000 2.000 0,-1.000-1.000 0,-1.000 0.000 1,2.000 2.000 0,1.000 1.000 1,1.000 2.000 0,1.000-1.000 0,-2.000-1.000 0,-1.000-1.000 0,-1.000-1.000-1,-1.000-1.000 1,-1.000-1.000 1,2.000 1.000 2,-1.000 1.000 1,0.000-2.000 0,2.000-1.000 0,1.000-1.000-2,1.000-2.000-1,1.000 0.000 1,-2.000 0.000 1,-1.000 1.000 2,-1.000-1.000 1,-1.000 0.000 0,2.000-1.000-1,1.000 2.000-1,2.000-1.000-1,0.000-1.000 1,-1.000-1.000 0,2.000-1.000 2,-1.000-2.000 1,1.000 0.000 1,3.000 0.000 0,2.000 0.000 0,3.000 0.000 0,1.000 0.000 0,0.000 0.000-2,-1.000 0.000 0,2.000 0.000-2,-2.000 1.000-1,2.000 1.000 0,-2.000 1.000-2,1.000 1.000-1,1.000 1.000 0,-2.000-2.000 1,2.000-1.000 0,-1.000-1.000 1,-1.000-1.000 0,-1.000 2.000-1,-1.000 1.000-1,-1.000 2.000 0,-1.000-1.000-1,2.000-1.000 0,1.000-1.000 2,1.000-1.000-1,1.000-1.000 1,0.000 0.000-1,1.000 0.000-1,-1.000 0.000 0,-1.000 0.000-1,-1.000 2.000 0,-1.000 1.000 0,-1.000 1.000-1</inkml:trace>
</inkml:ink>
</file>

<file path=ppt/ink/ink40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46"/>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37240.000 43589.000 1000,'1.000'-10.000'-4,"5.000"-2.000"-6,4.000-1.000-8,2.000-2.000-6,2.000 2.000-2,-2.000 1.000 3,-4.000 4.000 4,-2.000 2.000 2,-1.000 0.000 6,0.000 2.000 7,1.000-2.000 6,-1.000 1.000 8,0.000 1.000 3,2.000-2.000-1,1.000 2.000 0,1.000-1.000 0,1.000 0.000-1,-2.000 2.000-1,-1.000 1.000-1,-1.000 2.000-1,-1.000 0.000-1,0.000 0.000-2,0.000 0.000-1,-1.000 0.000-1,1.000 0.000 0,0.000 0.000 1,1.000 0.000 0,-1.000 0.000 0,0.000 0.000 0,0.000 2.000-3,-1.000 1.000-2,2.000 2.000-2,-2.000 0.000-1,2.000 0.000 2,-2.000 0.000 2,1.000-1.000 2,1.000 1.000 0,-2.000 0.000-2,2.000 1.000-2,-1.000-1.000-2,0.000 0.000-1,0.000-1.000 1,0.000 2.000 0,-1.000-1.000 0,1.000-1.000 1,-2.000 2.000-1,-1.000-2.000-1,-2.000 1.000 1,0.000 1.000-2,-2.000 1.000-3,-1.000 1.000-2,-2.000 2.000-2,0.000-1.000-2,1.000-1.000 1,-2.000-1.000 1,2.000-1.000 0,-1.000-1.000 0,0.000 2.000 1,0.000 1.000 0,-1.000 1.000-1,1.000 1.000 3,-2.000-2.000 1,-1.000-1.000 3,-1.000-1.000 2</inkml:trace>
</inkml:ink>
</file>

<file path=ppt/ink/ink40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46"/>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37159.000 43929.000 1000,'-9.000'12.000'-2,"1.000"2.000"-2,1.000 2.000-3,2.000 2.000-2,-1.000 1.000-1,2.000-5.000 4,-2.000-3.000 2,1.000-5.000 3,2.000-2.000 1,4.000-2.000-2,3.000-4.000-1,4.000-2.000 0,2.000-1.000-1,1.000-2.000 3,-1.000-1.000 1,-1.000-1.000 3,2.000-1.000 0,1.000 0.000-2,1.000-1.000-2,1.000 2.000-3,2.000-2.000 1,-2.000-1.000 0,2.000-1.000 1,-2.000-1.000 0,2.000-1.000 1,1.000-1.000 0,1.000 2.000 1,2.000-1.000-1,0.000 0.000 1,0.000-1.000 0,0.000 1.000 2,-1.000 1.000 1,1.000-1.000-1,-2.000 0.000 0,-1.000-1.000-1,-1.000 1.000-1,-2.000 1.000-3,-1.000 1.000-6,-1.000 1.000-6,-1.000 1.000-5,-1.000 1.000-2,0.000 1.000 2,-1.000-1.000 2,2.000 0.000 2,-2.000 0.000 2,-1.000 2.000 2,-1.000 1.000 3,-2.000 2.000 1,0.000 0.000 2,0.000 0.000 1,1.000-1.000 2,-1.000 2.000 1</inkml:trace>
</inkml:ink>
</file>

<file path=ppt/ink/ink40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47"/>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37419.000 43729.000 1000,'-9.000'1.000'-2,"1.000"1.000"-2,1.000 1.000-3,2.000 1.000-2,0.000 1.000-3,0.000-2.000 0,0.000-1.000-1,-1.000-1.000-2,2.000-1.000 2,1.000 2.000 2,1.000 1.000 4,1.000 2.000 3,1.000 0.000 3,0.000 2.000-1,0.000 1.000 2,0.000 1.000 0,0.000 1.000 1,0.000-2.000-1,0.000-1.000 0,0.000-1.000 0,0.000-1.000 0,-2.000 2.000 0,-1.000 1.000 1,-1.000 2.000 1,-1.000 0.000 0,-1.000 2.000-1,2.000 1.000-1,-1.000 2.000 0,-1.000-1.000 0,2.000 1.000-1,-2.000 1.000 0,1.000-1.000-1,0.000 0.000 0,1.000 2.000 1,-2.000 1.000 1,2.000 1.000 0,-2.000 1.000 1,-1.000-2.000 0,-1.000-1.000-1,-2.000-1.000 0,1.000-1.000 0,-2.000 2.000 0,2.000 1.000 0,-2.000 2.000 1,2.000-2.000-1,1.000-2.000-1,1.000-2.000-1,2.000-3.000-1,0.000 0.000 0,0.000-1.000 0,0.000 0.000 2,-1.000 0.000 0,1.000-2.000-1,0.000-1.000 0,1.000-4.000-3,-1.000-2.000-1,0.000-1.000-2,2.000-2.000-2,1.000-1.000-1,2.000-2.000-3,0.000 0.000 1,0.000-2.000 1,0.000-1.000 3,0.000-1.000 1</inkml:trace>
</inkml:ink>
</file>

<file path=ppt/ink/ink40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2:45:47"/>
    </inkml:context>
    <inkml:brush xml:id="br0">
      <inkml:brushProperty name="width" value="0.0161992516368628" units="cm"/>
      <inkml:brushProperty name="height" value="0.0161992516368628" units="cm"/>
      <inkml:brushProperty name="color" value="#000000"/>
      <inkml:brushProperty name="ignorePressure" value="0"/>
    </inkml:brush>
  </inkml:definitions>
  <inkml:trace contextRef="#ctx0" brushRef="#br0">37400.000 43970.000 905,'29.000'-9.000'0,"-1.000"2.000"-2,-1.000 4.000 1,-2.000 2.000-2,-1.000 1.000 1,-5.000 2.000 2,-4.000 1.000 1,-2.000 2.000 2,-3.000 1.000 3,2.000 3.000 1,1.000 2.000 3,2.000 3.000 2,0.000 0.000 0,-1.000 1.000-1,2.000 1.000-3,-1.000-1.000 0,0.000 0.000-2,2.000 2.000-1,1.000 1.000 1,1.000 1.000-1,2.000 1.000-2,1.000-2.000-6,1.000-1.000-3,2.000-1.000-6,-2.000-3.000-6,-2.000-1.000-11,-2.000-4.000-9,-2.000-2.000-11</inkml:trace>
</inkml:ink>
</file>

<file path=ppt/ink/ink40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1:21"/>
    </inkml:context>
    <inkml:brush xml:id="br0">
      <inkml:brushProperty name="width" value="0.0235392116010189" units="cm"/>
      <inkml:brushProperty name="height" value="0.0235392116010189" units="cm"/>
      <inkml:brushProperty name="color" value="#000000"/>
      <inkml:brushProperty name="ignorePressure" value="0"/>
    </inkml:brush>
  </inkml:definitions>
  <inkml:trace contextRef="#ctx0" brushRef="#br0">51500.000 27829.000 623,'0.000'-44.000'1,"0.000"11.000"5,0.000 11.000 3,0.000 12.000 4,1.000 5.000 3,3.000 0.000 2,2.000-1.000 3,2.000 2.000 2,3.000-1.000 0,1.000 2.000-1,1.000 1.000-2,1.000 1.000-1,2.000 1.000-1,1.000 0.000-1,1.000 0.000 0,2.000 0.000 0,-1.000 0.000-1,2.000 0.000-1,-1.000 0.000 0,-1.000 0.000-2,1.000 0.000 0,0.000 0.000-2,1.000 0.000 0,-1.000 0.000-2,0.000 0.000-2,-1.000-2.000-2,2.000-1.000-4,-1.000-2.000-2,0.000 1.000-1,0.000-1.000 1,-1.000 0.000 1,1.000 0.000 2,1.000-1.000-3,1.000-1.000-4,1.000-1.000-5,2.000-2.000-4,-1.000 0.000-2,-1.000 1.000 1,-1.000-1.000 1,-1.000-1.000 2,-2.000 2.000 1,-1.000 1.000 1,-1.000 1.000 0,-2.000 2.000 2,0.000 0.000-1,-2.000 2.000-4,-1.000 1.000-4,-2.000 2.000-2,-1.000 1.000-7,-2.000 2.000-8,-4.000 4.000-8,-1.000 2.000-8,-4.000 1.000 0,-4.000-1.000 10,-3.000 2.000 9,-4.000-1.000 11,-2.000 0.000 5,2.000-1.000 4,1.000 1.000 3,2.000 1.000 3,-1.000-2.000 2,-1.000-1.000 1,-1.000-1.000 0,-1.000-2.000 1,-1.000 0.000 1,2.000 0.000-1,1.000 1.000 1,2.000-1.000 0,0.000 0.000 0,0.000 0.000 0,0.000 0.000 0,-1.000 0.000 0,2.000-1.000 0,-2.000-1.000 0,1.000-1.000 0,0.000-2.000 0,0.000 0.000 0,1.000 0.000 0,-1.000 0.000 0,0.000 0.000 0,0.000 0.000 2,2.000 0.000 4,1.000 0.000 6,2.000 0.000 3,0.000 0.000 2,2.000-2.000-2,1.000-1.000-1,2.000-1.000-3,-1.000-1.000 1,-1.000 2.000 4,-1.000 1.000 4,-1.000 2.000 4,-1.000 1.000 4,2.000 5.000 3,1.000 3.000 3,1.000 4.000 4,1.000 3.000-1,0.000 1.000-7,0.000 1.000-6,0.000 2.000-7,1.000 0.000-4,1.000 2.000-2,1.000 1.000-2,2.000 2.000-2,0.000 0.000-1,0.000 2.000 1,-1.000 1.000 0,2.000 2.000 1,-2.000 0.000-1,-1.000 2.000-2,-1.000 1.000-2,-2.000 1.000-2,0.000 3.000 0,0.000 1.000 2,0.000 4.000 1,0.000 2.000 1,0.000 0.000 1,0.000-1.000-2,0.000-1.000-1,0.000-1.000-2,0.000-2.000 0,-2.000 2.000 1,-1.000-2.000 0,-1.000 1.000 2,-1.000 0.000-2,2.000-2.000-1,1.000-1.000-1,2.000-2.000-2,-2.000 0.000-2,-1.000-2.000-1,-4.000-1.000-2,-2.000-1.000-1,1.000-3.000-1,2.000-2.000 0,2.000-2.000 2,3.000-2.000 0,0.000-4.000 0,-1.000-1.000-1,-1.000-4.000-1,-1.000-1.000-1,-2.000-3.000 0,2.000-1.000 1,-1.000-1.000 1,-1.000-1.000-1,2.000-3.000-2,1.000-4.000-7,1.000-3.000-8,1.000-5.000-7,3.000-1.000-2,1.000-2.000 0,4.000-1.000 2,2.000-2.000 0,0.000 1.000 3,-1.000-2.000 1,-1.000 2.000 4,-2.000-2.000 1</inkml:trace>
</inkml:ink>
</file>

<file path=ppt/ink/ink40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1:21"/>
    </inkml:context>
    <inkml:brush xml:id="br0">
      <inkml:brushProperty name="width" value="0.0241581723093987" units="cm"/>
      <inkml:brushProperty name="height" value="0.0241581723093987" units="cm"/>
      <inkml:brushProperty name="color" value="#000000"/>
      <inkml:brushProperty name="ignorePressure" value="0"/>
    </inkml:brush>
  </inkml:definitions>
  <inkml:trace contextRef="#ctx0" brushRef="#br0">52759.000 28610.000 607,'-80.000'36.000'0,"18.000"-7.000"1,19.000-8.000 1,19.000-7.000 1,9.000-5.000 0,2.000-1.000 2,1.000-1.000 0,2.000-2.000 1,0.000 0.000 1,2.000 1.000 2,1.000-1.000 2,1.000 0.000 1,3.000-1.000 2,1.000 2.000 5,4.000-1.000 2,1.000-1.000 4,3.000 1.000 1,1.000-2.000-1,1.000-1.000-2,2.000-2.000 0,0.000 0.000-2,2.000-2.000-1,1.000-1.000-2,2.000-2.000-1,0.000 1.000-2,0.000-1.000 0,0.000 0.000-2,-1.000 0.000-1,2.000-1.000-3,-2.000-1.000-2,1.000-1.000-4,0.000-2.000-2,0.000 0.000-2,1.000 1.000 1,-1.000-1.000 0,0.000-1.000 2,0.000 1.000-2,-1.000-2.000-3,2.000-1.000-4,-1.000-2.000-3,0.000 1.000-1,2.000-2.000 3,1.000 2.000 2,1.000-2.000 2,0.000 2.000 1,-3.000-1.000-4,-2.000 0.000-2,-3.000 0.000-3,0.000 0.000-1,1.000-1.000 2,1.000 2.000 0,1.000-1.000 2,1.000-1.000-1,-2.000-1.000-6,-1.000-1.000-5,-2.000-2.000-5,-1.000 1.000-1,-3.000 1.000 1,-2.000 1.000 2,-2.000 2.000 3,-2.000 0.000 0,0.000 2.000 2,0.000 1.000 1,0.000 2.000 2,-2.000-1.000 1,-1.000 2.000 4,-4.000-2.000 4,-2.000 1.000 3,-1.000 2.000 2,1.000 1.000 0,-1.000 4.000-1,0.000 2.000-1,-2.000 1.000 2,-1.000 0.000 1,-4.000 0.000 2,-2.000 0.000 2,0.000 1.000 1,-2.000 3.000-1,2.000 2.000-2,-1.000 2.000 0,0.000 3.000 0,2.000 1.000 2,1.000 1.000 3,1.000 1.000 3,1.000 2.000 0,-2.000 1.000-1,-1.000 1.000-2,-1.000 2.000-1,-1.000-1.000-1,2.000 1.000 2,1.000 0.000 0,2.000 0.000 1,0.000 1.000 1,2.000 1.000 1,1.000 1.000 2,2.000 2.000 2,0.000 0.000-1,2.000 0.000 1,1.000 0.000-2,2.000 0.000 1,0.000 0.000-1,2.000 2.000-1,1.000 1.000 1,2.000 1.000 0,0.000 0.000 0,0.000-3.000-2,0.000-2.000-1,0.000-3.000-1,1.000 0.000-1,3.000-1.000-1,2.000 0.000-2,2.000 0.000-1,3.000-2.000 0,1.000-1.000 1,1.000-4.000 1,1.000-1.000 1,2.000-3.000-1,1.000-1.000-4,1.000-1.000-2,2.000-1.000-3,0.000-2.000-3,0.000-1.000 0,-1.000-1.000-1,1.000-1.000-1,2.000-2.000-1,2.000-1.000 2,2.000-1.000 0,2.000-1.000 2,3.000-3.000-2,-2.000-4.000-5,2.000-3.000-4,-1.000-4.000-5,-2.000-1.000-3,-1.000 2.000-6,-4.000 4.000-3,-1.000 1.000-6</inkml:trace>
</inkml:ink>
</file>

<file path=ppt/ink/ink40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1:21"/>
    </inkml:context>
    <inkml:brush xml:id="br0">
      <inkml:brushProperty name="width" value="0.0279879402369261" units="cm"/>
      <inkml:brushProperty name="height" value="0.0279879402369261" units="cm"/>
      <inkml:brushProperty name="color" value="#000000"/>
      <inkml:brushProperty name="ignorePressure" value="0"/>
    </inkml:brush>
  </inkml:definitions>
  <inkml:trace contextRef="#ctx0" brushRef="#br0">53700.000 28410.000 524,'-45.000'0.000'3,"9.000"0.000"6,12.000 0.000 6,9.000 0.000 6,5.000 0.000 2,2.000 2.000-2,1.000 1.000-3,2.000 2.000-1,1.000 0.000 2,2.000 2.000 8,4.000 1.000 8,2.000 2.000 7,1.000-2.000 0,2.000-1.000-7,1.000-4.000-7,2.000-1.000-8,1.000-2.000-5,2.000 0.000 0,4.000 0.000-2,2.000 0.000-1,0.000-1.000-1,2.000-1.000-2,-1.000-1.000-2,-1.000-1.000-2,1.000-1.000-1,0.000 0.000-1,1.000-1.000 0,-1.000 1.000-1,0.000 1.000 0,-1.000 1.000-3,2.000 1.000-3,-1.000 1.000-1,0.000 1.000 0,0.000-2.000 2,-1.000-1.000 1,1.000-1.000 2,0.000-1.000-2,-2.000 2.000-6,-1.000 1.000-4,-1.000 2.000-6,-1.000-1.000-4,-1.000-1.000-2,2.000-1.000-2,-1.000-1.000-3,-1.000-1.000 0,-1.000 2.000 1,-1.000 1.000 1,-1.000 1.000 1</inkml:trace>
</inkml:ink>
</file>

<file path=ppt/ink/ink40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1:22"/>
    </inkml:context>
    <inkml:brush xml:id="br0">
      <inkml:brushProperty name="width" value="0.0236704628914595" units="cm"/>
      <inkml:brushProperty name="height" value="0.0236704628914595" units="cm"/>
      <inkml:brushProperty name="color" value="#000000"/>
      <inkml:brushProperty name="ignorePressure" value="0"/>
    </inkml:brush>
  </inkml:definitions>
  <inkml:trace contextRef="#ctx0" brushRef="#br0">54700.000 27650.000 619,'-8.000'-37.000'23,"6.000"9.000"1,4.000 6.000 2,6.000 9.000 0,2.000 4.000 0,2.000 2.000-4,1.000 4.000-3,2.000 1.000-4,0.000 2.000-2,2.000-2.000 0,1.000-1.000 0,1.000-1.000-1,1.000-1.000 0,0.000 2.000-1,1.000 1.000-1,-1.000 2.000-1,0.000-1.000-1,2.000-1.000-1,1.000-1.000-2,2.000-1.000-3,-1.000-1.000-1,-1.000 2.000-1,-1.000 1.000-1,-1.000 1.000-2,-1.000 1.000 0,2.000 0.000 1,1.000 0.000 0,1.000 0.000 0,1.000 0.000-2,-2.000 0.000-6,-1.000 0.000-6,-2.000 0.000-5,0.000 0.000-2,-2.000-2.000 4,-1.000-1.000 2,-1.000-2.000 4,-1.000 1.000-1,-1.000 1.000-6,2.000 1.000-4,-1.000 2.000-5,-2.000 0.000-1,-2.000 0.000 3,-2.000 0.000 4,-2.000 0.000 2,-3.000 0.000 3,-1.000 2.000-1,-1.000 1.000 2,-1.000 1.000-1,-3.000 1.000 3,-1.000 0.000 3,-4.000 1.000 3,-2.000-1.000 4,-1.000 0.000 2,-2.000 2.000 1,-1.000 1.000 0,-2.000 1.000 1,0.000 2.000 0,1.000-1.000 1,-1.000 0.000 0,-1.000 0.000-1,2.000 0.000 1,-1.000-1.000 0,0.000 2.000 0,0.000-1.000 0,-1.000-1.000 0,1.000-1.000 1,0.000-1.000 1,1.000-2.000 1,-1.000 1.000-1,2.000 1.000 1,1.000 1.000-2,2.000 2.000 1,-1.000-1.000 2,-1.000-1.000 6,-1.000-1.000 6,-1.000-1.000 6,0.000-1.000 2,3.000 2.000-3,2.000 1.000-3,3.000 1.000-3,1.000 1.000 1,-1.000-2.000 2,2.000-1.000 3,-1.000-1.000 2,0.000-1.000 1,0.000 2.000-2,-1.000 1.000-2,1.000 1.000-2,1.000 2.000-1,1.000 1.000 0,1.000 1.000-1,2.000 1.000-1,0.000 1.000 0,0.000 1.000-2,0.000-1.000-1,0.000 0.000-2,0.000 0.000-1,0.000 2.000 1,0.000 1.000 0,0.000 2.000 0,0.000 1.000 0,2.000 3.000-1,1.000 2.000-2,1.000 3.000-1,1.000 1.000 0,-2.000-1.000-1,-1.000 1.000 0,-2.000 0.000 0,0.000 2.000-1,0.000 1.000-1,0.000 4.000-2,0.000 1.000 0,0.000 2.000-1,0.000 1.000 1,0.000-1.000 0,0.000-1.000 2,0.000 1.000 0,0.000-2.000-3,0.000-1.000 0,0.000-2.000-2,0.000 1.000-1,0.000-2.000 1,0.000 2.000 0,0.000-2.000 1,0.000 0.000 0,0.000-5.000 0,0.000-3.000-1,0.000-5.000 0,0.000-2.000-1,0.000-2.000-3,0.000-4.000-1,0.000-1.000-2,0.000-6.000-8,0.000-5.000-13,0.000-7.000-13,0.000-6.000-13,1.000-3.000-2,1.000-2.000 10,1.000-1.000 9,2.000-1.000 9,0.000-1.000 6,0.000 2.000 1,-1.000 1.000 0,2.000 2.000 1,-2.000 0.000 3,-1.000 2.000 3,-1.000 1.000 4,-2.000 2.000 3,2.000-1.000 3,1.000 1.000 1,4.000 1.000 2,2.000-1.000 1</inkml:trace>
</inkml:ink>
</file>

<file path=ppt/ink/ink40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1:22"/>
    </inkml:context>
    <inkml:brush xml:id="br0">
      <inkml:brushProperty name="width" value="0.0247477255761623" units="cm"/>
      <inkml:brushProperty name="height" value="0.0247477255761623" units="cm"/>
      <inkml:brushProperty name="color" value="#000000"/>
      <inkml:brushProperty name="ignorePressure" value="0"/>
    </inkml:brush>
  </inkml:definitions>
  <inkml:trace contextRef="#ctx0" brushRef="#br0">55759.000 28229.000 592,'-1.000'11.000'0,"-5.000"1.000"0,-3.000 1.000 0,-4.000 1.000 0,-2.000 1.000 3,2.000-2.000 6,1.000-1.000 6,2.000-2.000 5,0.000 1.000 3,-1.000-1.000-3,2.000 0.000-1,-1.000 0.000-2,0.000 0.000-1,2.000-1.000 0,1.000 2.000 0,1.000-1.000 0,1.000 0.000-1,-2.000-1.000 0,-1.000 1.000-2,-1.000 1.000-1,0.000-1.000 0,3.000 0.000-3,2.000-1.000-1,2.000 1.000-1,2.000 1.000-2,0.000 1.000-1,0.000 1.000 0,0.000 1.000 0,0.000 1.000-2,0.000-2.000 0,0.000-1.000-1,0.000-2.000 0,1.000 1.000 0,1.000-2.000 1,1.000 2.000 1,1.000-2.000 0,2.000 2.000 0,-2.000-1.000-2,2.000 0.000-2,-1.000 0.000-2,-1.000 0.000-1,-1.000 2.000-1,-1.000 1.000 1,-1.000 2.000-1,-1.000-1.000 2,0.000-1.000 2,0.000-1.000 1,0.000-1.000 3,0.000-1.000 1,0.000-1.000-1,0.000 2.000-1,0.000-1.000-1,0.000 0.000 1,0.000-1.000 2,0.000 1.000 2,0.000 1.000 2,0.000-1.000 1,2.000 0.000 0,1.000-1.000 0,1.000 1.000 1,3.000-1.000-1,2.000-3.000-1,2.000-2.000-1,3.000-2.000-1,1.000-3.000-1,0.000-1.000-1,0.000-1.000-1,-1.000-1.000 0,2.000-1.000-2,-2.000 2.000 0,1.000 1.000-2,0.000 1.000-2,0.000 1.000 1,1.000-2.000 0,-1.000-1.000 1,0.000-2.000 0,-1.000 1.000 0,-1.000-1.000 1,-1.000 0.000 1,-1.000 0.000 0,-1.000 0.000 0,2.000 0.000 0,1.000-1.000 0,2.000 1.000-1,-1.000 1.000-3,-1.000-2.000-8,-1.000 2.000-8,-1.000-1.000-8,-1.000-1.000-6,0.000-1.000-4,-1.000-1.000-3,1.000-2.000-4,0.000 1.000 1,-2.000 1.000 7,-1.000 1.000 6,-1.000 2.000 6,-2.000 0.000 4,2.000 0.000 0,-2.000-1.000 0,1.000 1.000 1,1.000 0.000 0,-2.000-2.000 1,2.000-1.000 1,-1.000-1.000 0</inkml:trace>
</inkml:ink>
</file>

<file path=ppt/ink/ink40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1:23"/>
    </inkml:context>
    <inkml:brush xml:id="br0">
      <inkml:brushProperty name="width" value="0.0252046883106232" units="cm"/>
      <inkml:brushProperty name="height" value="0.0252046883106232" units="cm"/>
      <inkml:brushProperty name="color" value="#000000"/>
      <inkml:brushProperty name="ignorePressure" value="0"/>
    </inkml:brush>
  </inkml:definitions>
  <inkml:trace contextRef="#ctx0" brushRef="#br0">56580.000 28170.000 581,'-12.000'0.000'4,"-1.000"2.000"7,-4.000 1.000 8,-2.000 1.000 7,1.000 1.000 2,1.000-2.000-2,4.000-1.000-4,1.000-2.000-3,4.000 1.000 1,4.000 1.000 6,3.000 1.000 5,5.000 2.000 6,2.000-1.000-1,3.000-1.000-6,2.000-1.000-7,3.000-1.000-5,0.000-1.000-5,-1.000 0.000-2,-1.000 0.000-2,-1.000 0.000-2,0.000-1.000-4,3.000-1.000-6,2.000-1.000-6,3.000-1.000-5,0.000-2.000-2,-1.000 1.000 4,-1.000 0.000 4,-2.000 0.000 3,0.000 1.000-3,1.000 1.000-9,-1.000 1.000-10,0.000 2.000-10,0.000-1.000-1,2.000-1.000 4,1.000-1.000 6,2.000-1.000 4,-2.000-1.000 2,-2.000 0.000-3,-2.000-1.000-4,-3.000 1.000-3,-1.000 1.000 2,-2.000 1.000 4,-1.000 1.000 4,-1.000 1.000 6,-2.000 1.000 2,2.000 0.000 2,-1.000 0.000 0,-1.000 0.000 2</inkml:trace>
</inkml:ink>
</file>

<file path=ppt/ink/ink41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1:23"/>
    </inkml:context>
    <inkml:brush xml:id="br0">
      <inkml:brushProperty name="width" value="0.0272222999483347" units="cm"/>
      <inkml:brushProperty name="height" value="0.0272222999483347" units="cm"/>
      <inkml:brushProperty name="color" value="#000000"/>
      <inkml:brushProperty name="ignorePressure" value="0"/>
    </inkml:brush>
  </inkml:definitions>
  <inkml:trace contextRef="#ctx0" brushRef="#br0">56680.000 28470.000 538,'-36.000'18.000'2,"9.000"-4.000"4,9.000-3.000 5,9.000-4.000 3,3.000-2.000 1,2.000-1.000-2,-1.000 1.000-1,-1.000 0.000-3,4.000 0.000 9,4.000-2.000 16,6.000-1.000 17,5.000-1.000 18,1.000-1.000 0,1.000 0.000-17,0.000 0.000-16,1.000 0.000-17,-1.000-2.000-8,0.000-1.000-3,0.000-4.000-1,-1.000-2.000-1,2.000 0.000-7,1.000 1.000-9,1.000 1.000-10,2.000 2.000-9,0.000-1.000-3,0.000-1.000 6,-1.000-1.000 5,1.000-1.000 5,1.000-1.000 1,-1.000 2.000-4,-1.000 1.000-3,2.000 1.000-4,-2.000 2.000-5,-1.000-2.000-9,-1.000 2.000-8,-2.000-1.000-8</inkml:trace>
</inkml:ink>
</file>

<file path=ppt/ink/ink41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1:26"/>
    </inkml:context>
    <inkml:brush xml:id="br0">
      <inkml:brushProperty name="width" value="0.0185399185866117" units="cm"/>
      <inkml:brushProperty name="height" value="0.0185399185866117" units="cm"/>
      <inkml:brushProperty name="color" value="#000000"/>
      <inkml:brushProperty name="ignorePressure" value="0"/>
    </inkml:brush>
  </inkml:definitions>
  <inkml:trace contextRef="#ctx0" brushRef="#br0">59519.000 26370.000 791,'-11.000'-22.000'1,"-5.000"-4.000"2,-3.000-3.000 2,-4.000-4.000 2,-1.000 1.000 0,3.000 6.000-1,2.000 7.000-2,2.000 6.000-1,2.000 3.000-1,1.000 2.000 3,-1.000 1.000 2,-1.000 1.000 2,1.000 2.000 0,-2.000 1.000-1,-1.000 1.000-1,-1.000 1.000-2,-2.000 1.000 0,2.000 0.000 1,-1.000 0.000 1,-1.000 0.000 1,1.000 2.000 1,-2.000 1.000-3,-1.000 4.000-1,-2.000 2.000-1,0.000 2.000-1,0.000 3.000 0,0.000 2.000 0,0.000 3.000 1,1.000 2.000-1,1.000 2.000 0,1.000 4.000-1,2.000 2.000-1,0.000 1.000 0,0.000 2.000-1,-1.000 1.000 0,2.000 1.000 0,0.000 2.000-1,3.000-2.000 1,2.000 2.000-1,3.000-2.000 0,0.000 3.000 1,-1.000 4.000 0,-1.000 3.000 1,-1.000 5.000 1,0.000 0.000-1,5.000-1.000-1,3.000-1.000-2,4.000-2.000-1,2.000 1.000-1,0.000 1.000 2,0.000 1.000 0,0.000 1.000 1,0.000 1.000 0,0.000 0.000-2,0.000 0.000-1,0.000 0.000-2,2.000-1.000-1,4.000-2.000 0,3.000-4.000 1,5.000-1.000 0,1.000-4.000 0,2.000-1.000 2,1.000-4.000 0,1.000-1.000 1,2.000-4.000 1,-1.000-2.000-1,-1.000-2.000 0,2.000-2.000 0,-2.000-4.000 0,2.000-4.000 0,-1.000-3.000 0,-1.000-4.000 1,2.000-4.000-1,1.000-2.000 0,1.000-2.000-2,1.000-2.000 0,1.000-4.000 0,0.000-1.000 0,0.000-4.000 0,0.000-1.000 2,0.000-4.000-2,0.000-4.000-1,0.000-3.000-3,0.000-4.000-1,0.000-3.000-1,-2.000-1.000 2,-1.000-1.000 1,-1.000-2.000 2,-1.000 0.000 1,2.000 1.000 0,1.000-1.000-1,2.000 0.000 0,-2.000-1.000 1,-1.000 1.000 1,-4.000 1.000 1,-2.000-1.000 0,-1.000 1.000 2,-2.000 3.000 0,-1.000 2.000-1,-2.000 2.000 1,0.000 2.000 1,1.000 0.000 0,-1.000 0.000 2,-1.000 0.000 0,0.000 2.000 2,-2.000 4.000 0,-4.000 3.000 0,-1.000 5.000 2,-3.000 2.000 1,-1.000 2.000 5,-1.000 4.000 4,-2.000 2.000 4,0.000 2.000 1,0.000 2.000-2,1.000 4.000-1,-1.000 2.000-4,0.000 2.000-1,2.000 3.000-1,1.000 2.000-2,2.000 2.000-2,-1.000 3.000 0,-1.000 1.000 2,-1.000 1.000 0,-1.000 2.000 3,-1.000 0.000-2,0.000 0.000-1,-1.000 0.000-3,1.000 0.000-3,1.000 0.000 0,1.000 2.000-1,1.000 1.000 0,2.000 1.000 0,0.000 1.000-2,0.000-2.000-1,0.000-1.000-2,0.000-2.000-2,0.000 0.000-1,0.000 0.000 0,0.000 0.000-1,0.000 0.000 1,0.000 0.000-4,0.000-2.000-7,0.000-1.000-5,0.000-2.000-7,0.000-1.000-1,0.000-3.000 4,0.000-2.000 3,0.000-3.000 5,-1.000-2.000 0,-1.000-3.000-3,-1.000-2.000-1,-1.000-2.000-4,-2.000-3.000 1,2.000-1.000 3,-1.000-1.000 3,-1.000-1.000 2</inkml:trace>
</inkml:ink>
</file>

<file path=ppt/ink/ink41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1:26"/>
    </inkml:context>
    <inkml:brush xml:id="br0">
      <inkml:brushProperty name="width" value="0.0202352367341518" units="cm"/>
      <inkml:brushProperty name="height" value="0.0202352367341518" units="cm"/>
      <inkml:brushProperty name="color" value="#000000"/>
      <inkml:brushProperty name="ignorePressure" value="0"/>
    </inkml:brush>
  </inkml:definitions>
  <inkml:trace contextRef="#ctx0" brushRef="#br0">59140.000 27170.000 724,'-25.000'-9.000'33,"10.000"2.000"4,10.000 4.000 2,10.000 2.000 3,5.000 1.000-2,2.000 0.000-8,1.000 0.000-8,2.000 0.000-7,1.000-1.000-8,3.000-1.000-6,2.000-1.000-9,3.000-2.000-6,1.000 0.000-4,0.000-2.000-1,0.000-1.000 0,0.000-1.000 0,1.000-2.000 0,3.000-1.000 1,2.000-1.000 2,3.000-1.000 1,0.000-1.000-1,1.000 2.000-5,0.000 1.000-4,1.000 2.000-5,-3.000 0.000 0,-4.000 2.000 2,-3.000 1.000 3,-4.000 1.000 2,-2.000 1.000 3,2.000-2.000-1,1.000-1.000 1,2.000-1.000 1</inkml:trace>
</inkml:ink>
</file>

<file path=ppt/ink/ink41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1:26"/>
    </inkml:context>
    <inkml:brush xml:id="br0">
      <inkml:brushProperty name="width" value="0.0168753769248724" units="cm"/>
      <inkml:brushProperty name="height" value="0.0168753769248724" units="cm"/>
      <inkml:brushProperty name="color" value="#000000"/>
      <inkml:brushProperty name="ignorePressure" value="0"/>
    </inkml:brush>
  </inkml:definitions>
  <inkml:trace contextRef="#ctx0" brushRef="#br0">60400.000 26489.000 869,'-21.000'-1.000'0,"-1.000"-5.000"0,-1.000-3.000 0,-2.000-4.000 0,3.000-1.000 1,4.000 5.000 2,6.000 3.000 2,5.000 4.000 2,2.000 2.000 1,-1.000 0.000 2,2.000 0.000 2,-1.000 0.000 1,0.000 2.000 0,2.000 1.000-2,1.000 4.000-1,1.000 2.000-2,1.000 1.000-1,0.000 0.000-1,0.000-1.000-1,0.000 1.000 1,1.000 1.000-3,1.000 1.000-1,1.000 1.000-3,2.000 1.000-2,0.000 3.000 0,0.000 2.000 2,-1.000 2.000 2,2.000 3.000 2,-2.000 1.000 0,2.000 0.000-1,-2.000 0.000-3,1.000 0.000-1,0.000 0.000-2,-2.000 2.000 0,-1.000 1.000-1,-1.000 1.000 0,-1.000 2.000-1,0.000 1.000 1,0.000 1.000 0,0.000 2.000 1,0.000 0.000 0,0.000-1.000-1,0.000 1.000 0,0.000 1.000-1,-1.000-2.000 1,-1.000-1.000-1,-1.000-1.000-1,-2.000-2.000 1,0.000-1.000-1,0.000-3.000-2,1.000-2.000-2,-1.000-3.000-2,0.000 0.000-1,-1.000-1.000 2,2.000 0.000 1,-1.000 0.000 0,0.000-3.000 0,0.000-5.000-3,-1.000-4.000-3,1.000-5.000-3,1.000-3.000-1,-1.000 0.000 3,-1.000 0.000 2,2.000 0.000 2,-1.000-2.000 3,2.000-4.000 2,1.000-3.000 2,2.000-4.000 4,0.000-4.000 0,0.000-1.000 1,0.000-4.000 1,0.000-2.000 0,0.000 1.000 1,0.000 1.000 0,0.000 4.000-1,0.000 2.000 1</inkml:trace>
</inkml:ink>
</file>

<file path=ppt/ink/ink41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1:26"/>
    </inkml:context>
    <inkml:brush xml:id="br0">
      <inkml:brushProperty name="width" value="0.0173735953867435" units="cm"/>
      <inkml:brushProperty name="height" value="0.0173735953867435" units="cm"/>
      <inkml:brushProperty name="color" value="#000000"/>
      <inkml:brushProperty name="ignorePressure" value="0"/>
    </inkml:brush>
  </inkml:definitions>
  <inkml:trace contextRef="#ctx0" brushRef="#br0">60380.000 26510.000 844,'18.000'-18.000'1,"-4.000"5.000"1,-3.000 6.000 3,-4.000 5.000 1,-2.000 2.000 1,0.000 0.000 1,-1.000 0.000 1,2.000 0.000 0,0.000 0.000 2,3.000 2.000 0,2.000 1.000 2,3.000 1.000 1,0.000 2.000 0,-1.000 1.000-2,-1.000 1.000-2,-1.000 2.000-2,-1.000 0.000-1,0.000-1.000-3,0.000 1.000-1,0.000 1.000-2,0.000-1.000-1,0.000 0.000-1,-1.000-1.000 0,1.000 1.000 0,0.000 0.000-2,1.000-2.000 0,-1.000-1.000-3,-1.000-1.000-1,2.000-1.000 0,-1.000-1.000-1,0.000 1.000 1,0.000 0.000 0,-1.000 0.000 0,1.000 1.000-1,0.000-1.000-1,1.000 0.000-1,-2.000-1.000 1,-1.000 2.000-1,-1.000-1.000 1,-2.000-1.000 0,0.000 1.000 1,-2.000 0.000-1,-1.000 1.000 1,-1.000-1.000-1,-1.000 0.000 1,0.000 0.000 1,0.000 0.000 0,0.000 0.000 0,-1.000 0.000 3,-1.000 2.000 3,-1.000 1.000 3,-2.000 2.000 3,0.000 0.000 2,-2.000 2.000 0,-1.000 1.000 0,-1.000 2.000 1,-3.000 1.000 0,-2.000 2.000 0,-2.000 4.000 0,-2.000 1.000 2,-3.000 3.000-1,-1.000 1.000 0,-1.000 1.000-1,-1.000 1.000 1,-2.000 1.000-1,-1.000 1.000 1,-1.000-1.000 1,-1.000 0.000 1,-1.000 0.000-2,0.000 2.000-1,-1.000 1.000-2,1.000 1.000-2,1.000 0.000-1,-1.000-5.000 1,-1.000-3.000 0,2.000-4.000 1,0.000-3.000-2,2.000-1.000-2,4.000-1.000-1,2.000-1.000-4,2.000-3.000-1,3.000-1.000-1,2.000-4.000-2,3.000-1.000-2,2.000-4.000-2,3.000-4.000-4,2.000-3.000-4,2.000-4.000-3,2.000-4.000-3,0.000-4.000 0,0.000-3.000 0,0.000-5.000 0,1.000 0.000 0,1.000 1.000 2,1.000 1.000 2,1.000 1.000 1</inkml:trace>
</inkml:ink>
</file>

<file path=ppt/ink/ink41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1:27"/>
    </inkml:context>
    <inkml:brush xml:id="br0">
      <inkml:brushProperty name="width" value="0.0184110831469297" units="cm"/>
      <inkml:brushProperty name="height" value="0.0184110831469297" units="cm"/>
      <inkml:brushProperty name="color" value="#000000"/>
      <inkml:brushProperty name="ignorePressure" value="0"/>
    </inkml:brush>
  </inkml:definitions>
  <inkml:trace contextRef="#ctx0" brushRef="#br0">60640.000 25929.000 796,'1.000'-20.000'2,"3.000"-2.000"3,2.000-1.000 3,2.000-2.000 4,2.000 3.000 1,-2.000 5.000 0,-1.000 4.000-1,-1.000 5.000 0,-1.000 4.000-1,2.000 1.000-2,1.000 1.000 0,1.000 2.000-1,1.000 0.000 0,1.000 0.000 0,-1.000 0.000 0,-1.000 0.000 1,2.000 0.000 0,1.000 0.000-3,1.000 0.000-1,1.000 0.000-3,2.000 0.000 0,-2.000 0.000 1,1.000 0.000 1,0.000 0.000 1,0.000 0.000 0,-2.000 2.000-1,-1.000 1.000 0,-2.000 1.000-1,1.000 1.000 0,1.000 0.000-2,1.000 1.000-1,1.000-1.000 0,1.000 0.000-2,1.000 2.000 0,-1.000 1.000-1,0.000 1.000-1,-1.000 1.000 0,-1.000-2.000 0,-1.000-1.000-1,-1.000-1.000 1,-1.000-2.000-1,0.000 2.000-1,-1.000-1.000 1,1.000-1.000-2,0.000 2.000 1,-2.000 1.000-2,-1.000 1.000 0,-1.000 2.000-2,-2.000 1.000 2,-1.000 2.000 2,-1.000 4.000 2,-2.000 2.000 2,-1.000 0.000 1,-3.000-1.000 0,-2.000-1.000 1,-2.000-2.000-1,-3.000 1.000 0,-1.000 1.000 1,-1.000 1.000 1,-1.000 2.000-1,-1.000 0.000 2,0.000 2.000 0,0.000 1.000 1,0.000 2.000 1,0.000-1.000 0,0.000-1.000 1,-1.000-1.000 0,1.000-2.000 0,1.000 1.000 0,1.000-2.000 2,1.000 2.000 0,1.000-1.000 0,1.000-1.000 0,1.000-1.000 0,-1.000-1.000-2,0.000-2.000 0,0.000 0.000-2,2.000-2.000 0,1.000-1.000-2,2.000-2.000 0,1.000 0.000-3,5.000-2.000-3,3.000-1.000-4,4.000-1.000-3,3.000-2.000-1,1.000-1.000 2,1.000-1.000 0,1.000-2.000 2,2.000 0.000-1,-2.000-2.000-5,1.000-1.000-5,0.000-1.000-4,1.000-1.000-3,1.000 0.000 2,1.000-1.000-1,2.000 2.000 1,-2.000-1.000 1,-1.000 2.000 2,-4.000 1.000 2,-1.000 1.000 2,-3.000 1.000 3,-1.000 0.000 3,-1.000 0.000 4,-1.000 0.000 3</inkml:trace>
</inkml:ink>
</file>

<file path=ppt/ink/ink41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1:27"/>
    </inkml:context>
    <inkml:brush xml:id="br0">
      <inkml:brushProperty name="width" value="0.0237453263252974" units="cm"/>
      <inkml:brushProperty name="height" value="0.0237453263252974" units="cm"/>
      <inkml:brushProperty name="color" value="#000000"/>
      <inkml:brushProperty name="ignorePressure" value="0"/>
    </inkml:brush>
  </inkml:definitions>
  <inkml:trace contextRef="#ctx0" brushRef="#br0">57400.000 28529.000 617,'46.000'-71.000'0,"-8.000"15.000"0,-6.000 17.000 0,-8.000 15.000 0,-3.000 11.000 1,2.000 1.000 3,4.000 4.000 2,2.000 2.000 2,2.000 1.000 2,5.000 2.000 2,3.000 1.000 0,5.000 1.000 2,0.000 1.000 0,2.000-2.000-1,-1.000-1.000-2,-1.000-2.000 0,3.000 1.000-2,1.000 1.000 0,4.000 1.000 0,1.000 2.000-1,4.000-1.000 1,1.000-1.000 1,4.000-1.000 1,1.000-1.000 3,4.000-2.000-1,1.000-1.000 2,4.000-1.000-1,2.000-2.000 0,1.000 0.000 0,0.000 1.000-1,0.000-1.000 0,0.000-1.000-1,1.000 1.000-1,3.000-2.000-2,2.000-1.000-2,2.000-2.000-1,3.000 0.000-1,1.000-2.000 0,1.000-1.000-1,1.000-1.000 1,1.000-2.000-1,-2.000-1.000-1,-1.000-1.000-1,-2.000-2.000-1,0.000 2.000 0,-2.000 1.000 1,-1.000 4.000 2,-1.000 2.000 2,-2.000 0.000-2,2.000-1.000-4,-1.000-1.000-3,-1.000-2.000-4,0.000 2.000-1,-5.000 2.000 1,-3.000 2.000 1,-4.000 3.000 2,-4.000 1.000-1,-1.000 2.000-3,-4.000 1.000-3,-1.000 1.000-3,-3.000 2.000-1,-1.000 1.000 2,-1.000 1.000 0,-1.000 1.000 1,-3.000 1.000 0,-2.000 0.000 1,-2.000 0.000 0,-2.000 0.000 0,-3.000 0.000 0,-1.000 0.000 0,-1.000 0.000-1,-1.000 0.000 1,-3.000 1.000-1,-2.000 1.000 0,-2.000 1.000 0,-2.000 1.000 1,-4.000 1.000-1,-2.000 1.000 1,-2.000-1.000 0,-2.000 0.000 1,-2.000-1.000-1,-1.000 2.000 0,2.000-1.000 0,-1.000-1.000-1,-3.000 1.000-1,-2.000 0.000-3,-5.000 1.000-3,-3.000-1.000-3,-2.000 0.000 0,-2.000 2.000 2,-1.000 1.000 4,-2.000 1.000 2</inkml:trace>
</inkml:ink>
</file>

<file path=ppt/ink/ink41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1:28"/>
    </inkml:context>
    <inkml:brush xml:id="br0">
      <inkml:brushProperty name="width" value="0.0168438740074635" units="cm"/>
      <inkml:brushProperty name="height" value="0.0168438740074635" units="cm"/>
      <inkml:brushProperty name="color" value="#000000"/>
      <inkml:brushProperty name="ignorePressure" value="0"/>
    </inkml:brush>
  </inkml:definitions>
  <inkml:trace contextRef="#ctx0" brushRef="#br0">58319.000 29050.000 870,'0.000'-10.000'1,"0.000"2.000"0,0.000 1.000 0,0.000 2.000 1,0.000 0.000 2,0.000 0.000 1,0.000-1.000 2,0.000 2.000 2,0.000-2.000 2,0.000 1.000-1,0.000 0.000 0,0.000 0.000 0,2.000 1.000 0,1.000 1.000-3,4.000 1.000-2,2.000 2.000-3,1.000 0.000-2,0.000 0.000-4,0.000 0.000-3,0.000 0.000-3,0.000 0.000-1,2.000 0.000 2,1.000 0.000 3,2.000 0.000 1,0.000 0.000 1,2.000 2.000-4,1.000 1.000-2,2.000 1.000-3,-1.000 1.000-1,-1.000 0.000 3,-1.000 1.000 1,-2.000-1.000 3,0.000 0.000 1,-2.000 2.000-1,-1.000 1.000-2,-2.000 1.000 0,0.000 2.000 0,-2.000-1.000 0,-1.000 0.000 1,-1.000 0.000 1,-2.000 0.000 0,2.000-1.000 0,-2.000 2.000 0,1.000-1.000 1,0.000 0.000 0,-2.000 2.000 2,-1.000 1.000 2,-1.000 2.000 2,-2.000-1.000-1,-1.000-1.000 1,-1.000-1.000-2,-2.000-1.000-1,0.000-1.000 2,-2.000 2.000 1,-1.000 1.000 3,-1.000 2.000 3,-2.000 0.000 0,1.000 0.000-1,0.000-1.000 0,1.000 2.000-1,-1.000-2.000 0,0.000-1.000 3,0.000-1.000 3,-1.000-1.000 2,2.000-1.000 1,1.000 2.000-1,1.000 1.000-1,2.000 2.000-2,0.000-1.000 1,0.000-1.000 1,-1.000-1.000 2,1.000-1.000 1,1.000-2.000 1,1.000-1.000-2,1.000-1.000 0,2.000-1.000-1,0.000-1.000-2,2.000 2.000-1,1.000 1.000-2,1.000 1.000-1,3.000 0.000-1,2.000-2.000-1,2.000-4.000 0,3.000-1.000 0,1.000-2.000 0,0.000 2.000 0,0.000 1.000-1,-1.000 2.000 0,2.000-1.000 0,1.000-1.000-4,1.000-1.000-2,2.000-1.000-2,0.000-1.000-2,0.000 0.000 2,-1.000 0.000 1,1.000 0.000 1,1.000 0.000 0,-1.000 2.000 0,-1.000 1.000 0,2.000 1.000 0,-2.000 2.000-1,-1.000 1.000 2,-1.000 1.000 0,-2.000 2.000 1,-1.000 0.000 1,-3.000-1.000 0,-2.000 1.000 0,-2.000 1.000 1,-3.000-1.000 0,2.000 0.000 0,-2.000-1.000 0,1.000 1.000 0,-1.000 1.000 1,-2.000 1.000-1,-4.000 1.000-1,-2.000 1.000 1,-1.000 1.000 0,-2.000-2.000 0,-1.000-1.000 0,-1.000-2.000 1,-2.000 1.000 0,1.000 1.000 0,0.000 1.000-1,1.000 1.000 1,-3.000 1.000-1,-1.000 1.000 1,-4.000-1.000-1,-1.000 0.000-1,-2.000-1.000 1,2.000 1.000 0,1.000 1.000 0,1.000-1.000 0,1.000-1.000-1,-2.000-1.000-5,-1.000-1.000-3,-1.000-1.000-4,-1.000-1.000-2,2.000 2.000 2,1.000 1.000 1,2.000 2.000 1,0.000-2.000 0,0.000-1.000-3,-1.000-4.000-4,1.000-1.000-2,2.000-3.000-2,1.000-1.000 1,4.000-1.000 0,2.000-1.000 1,1.000-3.000 0,2.000-4.000 2,1.000-3.000 1,1.000-5.000 1,1.000 0.000 2,0.000 1.000 3,0.000 1.000 3,0.000 1.000 3,1.000 1.000 1,1.000-2.000 1,1.000-1.000 1,2.000-2.000 0</inkml:trace>
</inkml:ink>
</file>

<file path=ppt/ink/ink41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1:28"/>
    </inkml:context>
    <inkml:brush xml:id="br0">
      <inkml:brushProperty name="width" value="0.018781503662467" units="cm"/>
      <inkml:brushProperty name="height" value="0.018781503662467" units="cm"/>
      <inkml:brushProperty name="color" value="#000000"/>
      <inkml:brushProperty name="ignorePressure" value="0"/>
    </inkml:brush>
  </inkml:definitions>
  <inkml:trace contextRef="#ctx0" brushRef="#br0">59359.000 28970.000 780,'-7.000'8.000'20,"5.000"-1.000"0,4.000-4.000 3,5.000-2.000 1,4.000-1.000-1,-1.000 0.000-5,0.000 0.000-3,0.000 0.000-5,0.000 0.000-2,2.000 0.000-1,1.000 0.000 0,2.000 0.000-2,-1.000 0.000 1,-1.000-2.000 0,-1.000-1.000 1,-1.000-2.000 0,-2.000 1.000 0,1.000 1.000-3,0.000 1.000-2,1.000 2.000-2,-1.000-1.000-1,2.000-1.000-1,1.000-1.000 0,2.000-1.000-1,-1.000-1.000-1,-1.000 0.000-2,-1.000-1.000-1,-1.000 1.000-2,-1.000 1.000 0,0.000 1.000 2,0.000 1.000 0,0.000 1.000 2,0.000 1.000 0,0.000 0.000 1,-1.000 0.000 0,1.000 0.000 1,0.000 0.000 0,1.000-2.000 1,-1.000-1.000-1,-1.000-1.000 1,2.000-1.000 0,-1.000 2.000 0,0.000 1.000 1,0.000 2.000 1,-2.000 2.000-1,-2.000 6.000 1,-2.000 4.000 0,-3.000 6.000 0,-1.000 2.000 0,0.000 2.000 2,0.000 1.000 0,0.000 1.000 1,-1.000 3.000 0,-3.000 1.000-1,-2.000 4.000 1,-2.000 2.000-1,-2.000 1.000-1,2.000 2.000 1,1.000 1.000-1,1.000 2.000 0,1.000 0.000 1,-2.000 2.000-1,-1.000 1.000 0,-1.000 1.000 0,-1.000 2.000 0,2.000-1.000 0,1.000 0.000 0,1.000 0.000 0,2.000-2.000-1,-1.000-1.000-1,-1.000-4.000-2,2.000-1.000-1,-2.000-4.000-1,2.000-1.000-3,-1.000-4.000-2,-1.000-2.000-1,2.000-1.000-2,1.000-2.000 0,1.000-1.000 0,1.000-2.000 0,1.000-1.000 0,0.000-5.000-3,0.000-3.000-1,0.000-5.000-2,1.000-2.000-2,1.000-3.000-2,1.000-2.000-3,1.000-3.000-2,1.000 0.000 2,-2.000-1.000 5,-1.000 0.000 6,-1.000 0.000 7,-1.000-1.000 2,2.000-1.000 2,1.000-1.000 1,2.000-2.000 2</inkml:trace>
</inkml:ink>
</file>

<file path=ppt/ink/ink41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1:28"/>
    </inkml:context>
    <inkml:brush xml:id="br0">
      <inkml:brushProperty name="width" value="0.022565308958292" units="cm"/>
      <inkml:brushProperty name="height" value="0.022565308958292" units="cm"/>
      <inkml:brushProperty name="color" value="#000000"/>
      <inkml:brushProperty name="ignorePressure" value="0"/>
    </inkml:brush>
  </inkml:definitions>
  <inkml:trace contextRef="#ctx0" brushRef="#br0">60180.000 29050.000 649,'0.000'-21.000'0,"2.000"-1.000"0,1.000-1.000 0,2.000-1.000 0,-1.000 1.000 1,-1.000 6.000 2,-1.000 4.000 2,-1.000 6.000 2,-1.000 3.000 2,0.000 3.000 3,0.000 2.000 1,0.000 3.000 4,0.000 1.000-1,0.000 2.000-2,0.000 1.000-3,0.000 1.000-2,-1.000 3.000-2,-1.000 1.000 0,-1.000 4.000 0,-1.000 1.000-1,-2.000 3.000 0,2.000-2.000 1,-1.000 2.000 0,-1.000-1.000 0,2.000 0.000 0,1.000 0.000-2,1.000-1.000-1,1.000 2.000-2,1.000-2.000 0,0.000-1.000 0,0.000-1.000 1,0.000-1.000 0,0.000-1.000 0,0.000 2.000-2,0.000 1.000-2,0.000 1.000-2,1.000 1.000-2,1.000-2.000 2,1.000-1.000-1,1.000-1.000 1,2.000-1.000 1,1.000 0.000 0,1.000-1.000 0,2.000 2.000 1,0.000-2.000 1,2.000-1.000 1,1.000-1.000 1,2.000-1.000 1,0.000-1.000 1,0.000 2.000 0,0.000 1.000 0,-1.000 2.000 1,2.000-1.000 0,-2.000-1.000 1,1.000-1.000 2,0.000-1.000 1,0.000-1.000 0,1.000 2.000-1,-1.000 1.000-1,0.000 2.000-2,0.000-1.000-1,-1.000-1.000 0,2.000-1.000-1,-1.000-1.000 0,-1.000-1.000 0,-1.000-1.000 0,-1.000 2.000 1,-1.000-1.000 0,-2.000-1.000-1,-1.000-1.000 0,-1.000-1.000-2,-2.000-2.000 0,1.000 0.000-1,-2.000 1.000 1,2.000-2.000 1,-1.000 2.000-1,-2.000-2.000 2,-4.000 2.000 2,-3.000-1.000 0,-4.000-1.000 2,-2.000 1.000 0,-1.000 0.000-1,2.000 1.000-1,-1.000-1.000-1,-1.000-1.000-2,1.000-1.000 1,0.000-1.000 0,1.000-1.000-1,-2.000-1.000 0,-1.000 0.000-4,-1.000 0.000-1,-1.000 0.000-2,-2.000 0.000-2,-1.000 2.000 0,-1.000 1.000 0,-1.000 2.000 0,-1.000 0.000-2,0.000-1.000-4,-1.000 1.000-4,2.000 0.000-4,-2.000 0.000 0,2.000 1.000 1,-2.000-2.000 4,1.000 2.000 2,1.000-2.000 0,-2.000-1.000-4,2.000-1.000-3,-1.000-1.000-5,0.000-1.000 0,2.000 0.000 2,1.000 0.000 2,1.000 0.000 1,2.000 0.000 3,1.000 0.000 1,1.000 0.000 1,1.000 0.000 1,2.000-2.000 1,1.000-4.000 0,1.000-3.000-1,2.000-5.000 1,0.000-1.000 1,2.000-2.000 2,1.000-1.000 4,2.000-1.000 3,0.000-1.000 1,0.000 2.000 1,0.000 1.000 1,0.000 2.000 0</inkml:trace>
</inkml:ink>
</file>

<file path=ppt/ink/ink42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1:28"/>
    </inkml:context>
    <inkml:brush xml:id="br0">
      <inkml:brushProperty name="width" value="0.0190393067896366" units="cm"/>
      <inkml:brushProperty name="height" value="0.0190393067896366" units="cm"/>
      <inkml:brushProperty name="color" value="#000000"/>
      <inkml:brushProperty name="ignorePressure" value="0"/>
    </inkml:brush>
  </inkml:definitions>
  <inkml:trace contextRef="#ctx0" brushRef="#br0">60459.000 29150.000 770,'46.000'-45.000'2,"-12.000"12.000"3,-8.000 11.000 5,-11.000 11.000 3,-5.000 7.000 3,0.000 1.000 0,-1.000 1.000 2,1.000 1.000 1,1.000 0.000-1,1.000-2.000 0,1.000-4.000 0,1.000-1.000-2,1.000-2.000 0,1.000 0.000-2,-1.000-1.000-1,0.000 2.000-2,1.000-2.000-5,5.000-1.000-7,3.000-1.000-10,4.000-1.000-8,1.000-1.000-2,-5.000 2.000 3,-3.000 1.000 5,-5.000 2.000 3,0.000-2.000-5,-2.000-1.000-13,1.000-4.000-13,0.000-1.000-14</inkml:trace>
</inkml:ink>
</file>

<file path=ppt/ink/ink42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1:29"/>
    </inkml:context>
    <inkml:brush xml:id="br0">
      <inkml:brushProperty name="width" value="0.0203960817307234" units="cm"/>
      <inkml:brushProperty name="height" value="0.0203960817307234" units="cm"/>
      <inkml:brushProperty name="color" value="#000000"/>
      <inkml:brushProperty name="ignorePressure" value="0"/>
    </inkml:brush>
  </inkml:definitions>
  <inkml:trace contextRef="#ctx0" brushRef="#br0">63480.000 26770.000 719,'8.000'-19.000'1,"-2.000"3.000"4,-2.000 2.000 3,-2.000 3.000 3,-2.000 1.000 2,0.000 2.000 1,0.000 1.000 1,0.000 1.000 0,-1.000 1.000 2,-1.000-2.000 0,-1.000-1.000 1,-1.000-1.000 1,-3.000 0.000-1,-1.000 2.000-1,-4.000 4.000-3,-1.000 1.000-1,-2.000 2.000-2,2.000 0.000 0,1.000 0.000 0,2.000 0.000-2,-2.000 0.000 0,-1.000-2.000-3,-4.000-1.000-1,-1.000-1.000-3,-3.000-1.000-1,2.000 2.000 0,-1.000 1.000-2,-1.000 2.000-1,2.000 0.000 0,-2.000 0.000-1,2.000 0.000 2,-1.000 0.000-1,0.000 0.000-1,0.000 2.000-1,-1.000 1.000-3,2.000 2.000-2,-2.000 0.000-1,-1.000-1.000 0,-1.000 1.000 0,-2.000 0.000 0,1.000 1.000-1,1.000 1.000 0,1.000 1.000 0,1.000 2.000 0,2.000-1.000 0,-2.000 1.000-1,2.000 1.000 1,-1.000-1.000 0,1.000 0.000 2,3.000 2.000 1,2.000 1.000 3,3.000 2.000 2,1.000 0.000 1,-1.000 2.000-1,2.000 1.000 0,-1.000 1.000 0,1.000 2.000 1,3.000 1.000 2,2.000 1.000 2,2.000 2.000 2,2.000 1.000 1,0.000 3.000 0,0.000 2.000-2,0.000 2.000 0,1.000 3.000 0,1.000-2.000 2,1.000 2.000 0,2.000-2.000 1,1.000 1.000 1,2.000-2.000 0,4.000-1.000-1,1.000-1.000 1,3.000-2.000-1,1.000-1.000-1,1.000-1.000-1,2.000-1.000 0,0.000-4.000-1,2.000-4.000-1,1.000-6.000-1,2.000-5.000 0,-1.000-2.000-1,-1.000-2.000 0,-1.000-1.000 0,-2.000-2.000-1,1.000 0.000-2,1.000-2.000-1,1.000-1.000-3,1.000-2.000-3,1.000-1.000 0,-2.000-5.000 1,-1.000-3.000 2,-1.000-5.000 0,-2.000-1.000 0,-1.000-2.000-1,-1.000-1.000-2,-2.000-2.000-1,1.000-1.000 0,1.000-3.000-1,1.000-2.000 0,2.000-2.000 0,-1.000-2.000 1,-1.000 2.000 1,-1.000 1.000 2,-2.000 1.000 1,0.000 1.000 0,-2.000-2.000-2,-1.000-1.000 0,-2.000-1.000-2,1.000-1.000-1,-1.000 2.000 0,0.000 1.000 0,0.000 1.000-1,-2.000 2.000 0,-2.000-1.000 0,-2.000 0.000 1,-3.000 0.000-1,-1.000 0.000 3,0.000 0.000 1,0.000-1.000 3,0.000 1.000 2,0.000 1.000 2,0.000-2.000 1,0.000 2.000-1,0.000-1.000 2,0.000 0.000-1,-2.000 0.000 1,-1.000-1.000 0,-2.000 2.000 0,1.000-2.000 0,-1.000 1.000 1,-1.000 0.000 0,2.000 0.000 1,-1.000 0.000 0,2.000-2.000 0,1.000-1.000 1,2.000-1.000-1,0.000-1.000 0,0.000 2.000 1,0.000 1.000-1,0.000 2.000 1,1.000 1.000 1,3.000 3.000 3,2.000 2.000 2,3.000 3.000 3,0.000 1.000 1,1.000 2.000-1,0.000 1.000-2,1.000 2.000 0,-1.000 0.000 0,0.000 2.000 2,0.000 1.000 1,0.000 2.000 1,-1.000 1.000 0,-1.000 2.000 0,-1.000 4.000-1,-2.000 1.000-1,1.000 4.000-2,-2.000 1.000-4,2.000 4.000-2,-1.000 2.000-3,-1.000 2.000-2,-1.000 5.000 0,-1.000 3.000-1,-1.000 5.000 0,-1.000 1.000 0,0.000 2.000 0,0.000 1.000 0,0.000 1.000 1,-1.000 3.000-1,-1.000 4.000 1,-1.000 3.000 0,-1.000 4.000 0,-1.000 2.000 0,2.000-2.000 1,1.000-1.000 1,1.000-1.000 0,1.000 0.000 0,0.000 2.000 1,0.000 4.000-1,0.000 1.000 1,0.000 3.000 0,-2.000 1.000-1,-1.000 1.000 0,-2.000 1.000 0,1.000 2.000 0,1.000 1.000 3,1.000 1.000 2,2.000 2.000 3,0.000-1.000 0,0.000-1.000 0,0.000-1.000-1,0.000-1.000-1,-1.000-2.000 1,-1.000-1.000 2,-1.000-1.000 2,-1.000-1.000 3,-2.000-4.000-1,2.000-4.000-2,-1.000-6.000-2,-1.000-4.000-2,2.000-5.000-2,1.000-1.000 1,1.000-4.000-1,1.000-1.000 0,1.000-6.000-10,0.000-7.000-22,0.000-8.000-22,0.000-8.000-21</inkml:trace>
</inkml:ink>
</file>

<file path=ppt/ink/ink42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1:30"/>
    </inkml:context>
    <inkml:brush xml:id="br0">
      <inkml:brushProperty name="width" value="0.017967576161027" units="cm"/>
      <inkml:brushProperty name="height" value="0.017967576161027" units="cm"/>
      <inkml:brushProperty name="color" value="#000000"/>
      <inkml:brushProperty name="ignorePressure" value="0"/>
    </inkml:brush>
  </inkml:definitions>
  <inkml:trace contextRef="#ctx0" brushRef="#br0">64119.000 26550.000 816,'-10.000'-11.000'0,"1.000"1.000"-1,-1.000 1.000 1,0.000-1.000-1,0.000 1.000 2,2.000 3.000 4,1.000 2.000 3,2.000 2.000 4,0.000 4.000 1,2.000 1.000-1,1.000 4.000-1,2.000 2.000-2,-1.000 1.000 0,-1.000 2.000 0,-1.000 1.000 1,-1.000 2.000 1,-1.000 0.000-2,2.000 0.000-1,1.000-1.000-2,1.000 2.000-3,1.000 0.000 0,0.000 2.000-1,0.000 4.000 0,0.000 2.000-1,0.000 0.000-1,0.000-1.000-2,0.000-1.000-1,0.000-2.000-3,0.000 1.000 1,0.000 1.000 1,0.000 1.000 2,0.000 1.000 1,1.000 1.000 1,1.000-2.000-2,1.000-1.000 0,2.000-1.000-2,-1.000-1.000 1,-1.000 0.000-1,-1.000-1.000 1,-1.000 2.000 0,-1.000-2.000 1,0.000-1.000-2,0.000-1.000 1,0.000-1.000-1,0.000-5.000-1,0.000-5.000-1,0.000-7.000-1,0.000-6.000 0,0.000-4.000-2,2.000-3.000 0,1.000-2.000-1,2.000-2.000 0,0.000-4.000-1,2.000-1.000 2,1.000-4.000 1,2.000-1.000 1,0.000-2.000 0,2.000 0.000-2,1.000-1.000-1,2.000 2.000-1,0.000-2.000 0,-1.000-1.000 1,2.000-1.000 2,-1.000-1.000 1,0.000 0.000 1,2.000 2.000 0,1.000 4.000 2,1.000 2.000 0,2.000 0.000 2,-1.000-1.000 1,-1.000-1.000 2,2.000-2.000 2,-2.000 2.000 2,-1.000 2.000-1,-1.000 2.000 2,-2.000 2.000 0,1.000 4.000 0,-2.000 4.000-1,1.000 3.000 0,0.000 4.000-1,0.000 3.000 0,-2.000 1.000 0,-1.000 1.000 1,-2.000 1.000 0,0.000 3.000 1,-2.000 4.000 2,-1.000 3.000 2,-1.000 5.000 3,-2.000 1.000 0,-1.000 2.000-1,-1.000 1.000-1,-2.000 1.000-1,0.000 2.000 0,0.000 1.000 0,0.000 1.000 1,0.000 2.000 0,0.000 0.000 1,0.000 2.000-2,0.000 1.000 0,0.000 1.000-2,0.000 2.000-1,0.000 1.000-2,0.000 1.000-3,0.000 2.000-2,0.000 0.000 0,0.000-1.000 3,0.000 1.000 2,0.000 1.000 3,0.000-2.000 0,0.000-1.000 0,0.000-1.000 0,0.000-2.000-1,0.000 0.000-4,0.000-2.000-4,0.000-1.000-6,0.000-2.000-5,0.000-1.000-3,-2.000-3.000 0,-1.000-2.000-1,-1.000-2.000 1,-2.000-1.000-2,-1.000 2.000 0,-1.000 4.000 0,-2.000 2.000-2,2.000-1.000 2,2.000-4.000 2,2.000-3.000 3,3.000-4.000 3,-1.000-2.000-2,-2.000-1.000-6,-2.000 2.000-6,-2.000-1.000-6</inkml:trace>
</inkml:ink>
</file>

<file path=ppt/ink/ink42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1:30"/>
    </inkml:context>
    <inkml:brush xml:id="br0">
      <inkml:brushProperty name="width" value="0.0223092269152403" units="cm"/>
      <inkml:brushProperty name="height" value="0.0223092269152403" units="cm"/>
      <inkml:brushProperty name="color" value="#000000"/>
      <inkml:brushProperty name="ignorePressure" value="0"/>
    </inkml:brush>
  </inkml:definitions>
  <inkml:trace contextRef="#ctx0" brushRef="#br0">62419.000 28229.000 657,'29.000'-18.000'2,"-5.000"4.000"5,-3.000 3.000 5,-5.000 4.000 4,1.000 3.000 1,1.000-1.000-4,4.000 0.000-2,2.000 0.000-3,2.000-1.000-2,3.000-1.000-1,2.000-1.000 0,2.000-2.000-2,5.000 1.000 0,2.000 1.000 2,5.000 1.000 1,3.000 2.000 1,4.000-1.000 1,3.000 1.000 0,4.000 0.000 0,4.000 0.000-1,3.000 1.000 2,1.000 1.000 1,1.000 1.000 1,2.000 2.000 1,-1.000-1.000 0,-1.000-1.000-1,-1.000-1.000 0,-1.000-1.000-2,-1.000-1.000 0,2.000 2.000 0,1.000 1.000 0,1.000 2.000 1,2.000-1.000-1,1.000-1.000 0,1.000-1.000 0,1.000-2.000 0,0.000 1.000 0,-5.000-2.000-2,-3.000 2.000-2,-4.000-1.000-1,-2.000 0.000-2,0.000 0.000-2,-1.000-1.000-2,1.000 2.000-2,0.000-2.000-2,-2.000 1.000 1,-1.000 0.000 1,-1.000 0.000-1,-4.000 1.000-1,-4.000-1.000-4,-6.000 0.000-5,-4.000 0.000-4,-5.000 0.000-2,-2.000 0.000 0,-2.000-1.000 1,-2.000 1.000 0,-4.000 1.000-2,-4.000 1.000-5,-3.000 1.000-5,-5.000 1.000-5,-2.000 2.000 1,-3.000 1.000 6,-2.000 1.000 6,-2.000 1.000 6,-2.000 2.000 2,0.000 1.000 0,0.000 1.000-1,0.000 2.000 0</inkml:trace>
</inkml:ink>
</file>

<file path=ppt/ink/ink42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1:31"/>
    </inkml:context>
    <inkml:brush xml:id="br0">
      <inkml:brushProperty name="width" value="0.0185024067759514" units="cm"/>
      <inkml:brushProperty name="height" value="0.0185024067759514" units="cm"/>
      <inkml:brushProperty name="color" value="#000000"/>
      <inkml:brushProperty name="ignorePressure" value="0"/>
    </inkml:brush>
  </inkml:definitions>
  <inkml:trace contextRef="#ctx0" brushRef="#br0">63400.000 29310.000 792,'-19.000'-54.000'-5,"3.000"13.000"5,2.000 12.000 4,3.000 13.000 6,1.000 5.000 3,2.000 2.000 2,1.000-2.000 1,1.000 1.000 2,0.000 0.000 0,-3.000 1.000-2,-2.000-1.000 0,-3.000-1.000-2,0.000 2.000 0,1.000 1.000-2,1.000 1.000 0,1.000 2.000-1,1.000-1.000-2,1.000-1.000-2,-1.000-1.000-2,0.000-2.000-3,0.000 1.000-2,-1.000 1.000 0,2.000 1.000 0,-1.000 2.000-1,-1.000 0.000-1,1.000 2.000-1,0.000 1.000-1,1.000 1.000-2,-2.000 1.000 0,-1.000 0.000 2,-1.000 0.000 1,-1.000 0.000 1,-1.000 2.000 1,2.000 1.000-2,1.000 4.000-1,2.000 2.000-1,-1.000 1.000-1,-1.000 2.000 3,-1.000 1.000 2,-1.000 2.000 1,-1.000 0.000 1,2.000 2.000-2,1.000 1.000-1,2.000 1.000-3,0.000 2.000 1,0.000 1.000 0,0.000 1.000 2,-1.000 2.000 0,2.000 0.000 0,1.000 0.000 1,1.000 0.000 0,2.000 0.000 0,0.000 0.000 0,2.000 2.000 0,1.000 1.000 1,1.000 1.000 1,1.000 1.000-1,0.000-2.000 1,0.000-1.000 0,0.000-2.000-1,0.000 0.000 0,0.000-2.000 0,0.000-1.000 0,0.000-2.000 0,2.000 0.000-1,1.000-2.000 1,4.000-1.000 0,2.000-1.000 0,1.000-2.000-1,2.000-1.000-1,1.000-1.000-1,2.000-1.000-2,-1.000-2.000-1,1.000-1.000 2,0.000-1.000 1,1.000-2.000 1,-1.000-1.000-1,2.000-3.000-2,1.000-2.000-2,1.000-3.000-3,1.000-2.000 0,-2.000-3.000 0,-1.000-2.000 0,-1.000-3.000 1,-1.000 0.000 1,2.000-2.000 1,1.000 2.000 0,1.000-2.000 2,1.000 0.000 0,-2.000-2.000-1,-1.000-4.000-1,-1.000-1.000-1,-1.000-3.000-1,2.000-1.000 0,1.000-1.000-1,2.000-2.000-1,-1.000 1.000 0,-1.000-2.000-1,-1.000 2.000-2,-2.000-1.000-1,0.000 0.000 0,-2.000 0.000 2,-1.000-1.000 2,-2.000 2.000 1,0.000 0.000 2,-2.000 3.000 1,-1.000 2.000 1,-1.000 3.000 1</inkml:trace>
</inkml:ink>
</file>

<file path=ppt/ink/ink42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1:31"/>
    </inkml:context>
    <inkml:brush xml:id="br0">
      <inkml:brushProperty name="width" value="0.0161119215190411" units="cm"/>
      <inkml:brushProperty name="height" value="0.0161119215190411" units="cm"/>
      <inkml:brushProperty name="color" value="#000000"/>
      <inkml:brushProperty name="ignorePressure" value="0"/>
    </inkml:brush>
  </inkml:definitions>
  <inkml:trace contextRef="#ctx0" brushRef="#br0">63380.000 28750.000 910,'-2.000'-20.000'0,"-1.000"0.000"0,-4.000 0.000 0,-2.000 0.000 0,0.000 2.000 0,1.000 5.000 0,1.000 6.000 0,2.000 4.000 0,0.000 5.000 2,2.000 4.000 5,1.000 3.000 4,1.000 5.000 5,1.000 1.000 0,0.000 0.000-4,0.000-1.000-5,0.000 2.000-3,1.000-1.000-3,1.000 2.000 0,1.000 1.000 0,2.000 1.000-1,-1.000 3.000 0,-1.000 2.000 0,-1.000 2.000-1,-1.000 2.000 0,-1.000 4.000-1,2.000 1.000 1,1.000 4.000 1,2.000 1.000 0,-1.000 2.000 0,-1.000 1.000 3,-1.000-1.000 0,-2.000-1.000 2,1.000 1.000-1,1.000 1.000-2,1.000-1.000-4,1.000 0.000-2,2.000-1.000-1,-2.000 1.000 1,2.000 1.000 2,-1.000-1.000 1,-1.000-2.000-2,2.000-1.000-2,-1.000-4.000-4,-1.000-1.000-2,2.000-4.000-2,1.000-4.000 2,1.000-3.000 2,2.000-5.000 1,-1.000-2.000 0,-1.000-2.000-3,-1.000-4.000-1,-2.000-2.000-3,1.000-1.000-2,-2.000 0.000-4,2.000 1.000-3,-1.000-1.000-4</inkml:trace>
</inkml:ink>
</file>

<file path=ppt/ink/ink42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1:31"/>
    </inkml:context>
    <inkml:brush xml:id="br0">
      <inkml:brushProperty name="width" value="0.0170914083719254" units="cm"/>
      <inkml:brushProperty name="height" value="0.0170914083719254" units="cm"/>
      <inkml:brushProperty name="color" value="#000000"/>
      <inkml:brushProperty name="ignorePressure" value="0"/>
    </inkml:brush>
  </inkml:definitions>
  <inkml:trace contextRef="#ctx0" brushRef="#br0">64059.000 28829.000 858,'0.000'-11.000'-4,"-2.000"-3.000"-8,-1.000-2.000-7,-1.000-2.000-8,-1.000-1.000 1,-1.000 5.000 10,2.000 3.000 10,-1.000 5.000 10,0.000 2.000 7,2.000 3.000 5,1.000 2.000 5,1.000 3.000 4,1.000 2.000 0,0.000 3.000-5,0.000 2.000-6,0.000 3.000-4,0.000 1.000-4,0.000 2.000-1,0.000 1.000-1,0.000 1.000-2,0.000 2.000 0,-2.000-1.000-1,-1.000 0.000 0,-2.000 0.000-2,1.000 1.000 2,-1.000 2.000 0,-1.000 4.000 2,2.000 2.000 0,-2.000 0.000 1,2.000 2.000-2,-1.000-1.000-1,-1.000-1.000-1,1.000 2.000-1,0.000 1.000 1,1.000 1.000 0,-1.000 2.000 0,0.000-1.000 1,-1.000-1.000 1,2.000-1.000 2,-1.000-2.000 1,0.000 1.000 1,2.000 1.000 0,1.000 1.000 1,1.000 2.000 1,1.000-2.000 0,0.000-1.000-1,0.000-4.000-1,0.000-2.000 0,1.000-2.000-2,1.000-3.000-2,1.000-2.000-4,2.000-2.000-1,0.000-3.000-2,2.000 2.000-1,1.000-2.000 0,1.000 1.000-1,2.000-1.000 0,1.000-3.000 0,1.000-2.000 0,1.000-2.000 1,2.000-3.000 0,-2.000-1.000 2,1.000-1.000 1,0.000-2.000 2,0.000 0.000-2,-2.000 0.000-4,-1.000 0.000-5,-2.000 0.000-4,1.000-1.000-3,1.000-2.000 0,1.000-4.000-2,1.000-1.000-1,1.000-3.000 0,1.000-1.000 1,-1.000-1.000 1,0.000-1.000 0,-2.000-1.000 2,-1.000 2.000 3,-4.000 1.000 3,-2.000 2.000 2,0.000-1.000 3,1.000-1.000 2,1.000-1.000 1,2.000-1.000 1</inkml:trace>
</inkml:ink>
</file>

<file path=ppt/ink/ink42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1:31"/>
    </inkml:context>
    <inkml:brush xml:id="br0">
      <inkml:brushProperty name="width" value="0.0198584385216236" units="cm"/>
      <inkml:brushProperty name="height" value="0.0198584385216236" units="cm"/>
      <inkml:brushProperty name="color" value="#000000"/>
      <inkml:brushProperty name="ignorePressure" value="0"/>
    </inkml:brush>
  </inkml:definitions>
  <inkml:trace contextRef="#ctx0" brushRef="#br0">63980.000 29389.000 738,'-23.000'0.000'0,"-7.000"0.000"0,-6.000 0.000 0,-5.000 0.000 0,0.000 1.000 2,9.000 1.000 6,9.000 1.000 4,9.000 2.000 5,6.000-1.000 4,5.000-1.000 2,6.000-1.000 4,5.000-1.000 2,3.000-1.000-1,3.000 0.000-4,2.000 0.000-6,3.000 0.000-5,1.000 0.000-4,2.000 0.000-2,1.000 0.000-2,2.000 0.000-2,1.000-2.000-2,3.000-1.000-1,2.000-4.000 0,2.000-2.000 0,3.000-1.000 0,1.000-2.000 3,1.000-1.000 2,1.000-2.000 1,-1.000 1.000-10,-5.000 1.000-25,-6.000 1.000-25,-4.000 1.000-25</inkml:trace>
</inkml:ink>
</file>

<file path=ppt/ink/ink42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1:33"/>
    </inkml:context>
    <inkml:brush xml:id="br0">
      <inkml:brushProperty name="width" value="0.0219402648508549" units="cm"/>
      <inkml:brushProperty name="height" value="0.0219402648508549" units="cm"/>
      <inkml:brushProperty name="color" value="#000000"/>
      <inkml:brushProperty name="ignorePressure" value="0"/>
    </inkml:brush>
  </inkml:definitions>
  <inkml:trace contextRef="#ctx0" brushRef="#br0">49092.000 28794.000 668,'101.000'-105.000'-30,"-29.000"23.000"4,-29.000 20.000 4,-29.000 23.000 4,-12.000 12.000 8,4.000 3.000 9,3.000 5.000 11,3.000 2.000 9,1.000 3.000 7,-4.000 0.000 1,-4.000-1.000 2,-3.000 1.000 3,-6.000 1.000-2,-6.000 4.000-3,-8.000 4.000-6,-8.000 3.000-3,-3.000 4.000-3,1.000 3.000 1,-1.000 4.000-1,0.000 4.000 1,-2.000 1.000-1,-3.000 1.000-1,-3.000-1.000-1,-5.000 0.000-1,-3.000 4.000-1,-4.000 8.000 0,-3.000 6.000-2,-4.000 8.000 1,-1.000 1.000-2,-1.000-3.000-1,1.000-4.000-1,-1.000-3.000-1,2.000-1.000-1,4.000 4.000 0,3.000 4.000 0,4.000 4.000-1,0.000 1.000-1,-3.000 0.000-3,-5.000 0.000-2,-2.000 1.000-3,-5.000-1.000 1,-3.000 0.000 1,-3.000 0.000 1,-5.000 0.000 2,1.000-1.000-1,4.000-4.000-2,3.000-4.000-3,3.000-4.000-4,1.000 1.000 1,-4.000 3.000 0,-4.000 4.000 1,-3.000 3.000 2,-2.000 1.000-1,0.000-4.000 0,0.000-4.000-2,0.000-3.000 0,3.000-4.000 0,8.000-4.000 0,7.000-3.000 1,7.000-4.000 1,4.000-2.000 0,0.000 1.000-2,-1.000-1.000 1,1.000 1.000-2,4.000-1.000-1,6.000 0.000 0,8.000 1.000 0,7.000-1.000-2</inkml:trace>
</inkml:ink>
</file>

<file path=ppt/ink/ink42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1:33"/>
    </inkml:context>
    <inkml:brush xml:id="br0">
      <inkml:brushProperty name="width" value="0.0179991349577904" units="cm"/>
      <inkml:brushProperty name="height" value="0.0179991349577904" units="cm"/>
      <inkml:brushProperty name="color" value="#000000"/>
      <inkml:brushProperty name="ignorePressure" value="0"/>
    </inkml:brush>
  </inkml:definitions>
  <inkml:trace contextRef="#ctx0" brushRef="#br0">46441.000 29024.000 814,'-26.000'0.000'2,"2.000"0.000"3,4.000 0.000 3,4.000 0.000 4,2.000 0.000 1,-1.000 0.000-1,1.000 0.000-1,0.000 0.000 0,-3.000 0.000 0,-3.000 0.000 0,-3.000 0.000 1,-4.000 0.000 0,-2.000 0.000 0,0.000 0.000 0,1.000 0.000 0,-1.000 0.000 0,2.000 6.000-2,3.000 10.000-5,5.000 11.000-4,2.000 11.000-5,3.000 5.000-2,0.000 0.000 0,-1.000 0.000 1,1.000 1.000 0,-2.000-1.000 0,-4.000 0.000 0,-4.000 0.000-2,-3.000 0.000 0,0.000 2.000 0,4.000 4.000-1,3.000 3.000 1,4.000 4.000-1,0.000 0.000 1,-4.000-4.000 1,-4.000-3.000 2,-3.000-4.000 1,1.000-2.000 0,2.000 0.000 1,4.000 0.000 0,4.000 1.000 1,3.000-1.000 0,5.000 0.000 0,2.000 0.000-1,4.000 0.000 1,4.000-1.000 0,3.000-4.000 3,4.000-4.000 3,4.000-3.000 2,7.000-4.000 2,11.000-4.000 1,10.000-3.000 1,11.000-4.000 1,7.000-3.000 0,5.000-4.000-1,2.000-4.000-2,4.000-3.000 0,2.000 0.000-1,0.000 3.000-3,0.000 4.000-1,1.000 4.000-3,2.000 1.000-2,8.000 0.000-6,7.000 1.000-6,7.000-1.000-4,-1.000-1.000-8,-12.000-4.000-11,-10.000-4.000-9,-11.000-3.000-11</inkml:trace>
</inkml:ink>
</file>

<file path=ppt/ink/ink43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2:53"/>
    </inkml:context>
    <inkml:brush xml:id="br0">
      <inkml:brushProperty name="width" value="0.0242615900933743" units="cm"/>
      <inkml:brushProperty name="height" value="0.0242615900933743" units="cm"/>
      <inkml:brushProperty name="color" value="#000000"/>
      <inkml:brushProperty name="ignorePressure" value="0"/>
    </inkml:brush>
  </inkml:definitions>
  <inkml:trace contextRef="#ctx0" brushRef="#br0">27971.000 14584.000 604,'-10.000'-11.000'-3,"0.000"-1.000"-5,0.000-1.000-6,0.000-1.000-5,0.000 0.000 4,2.000 5.000 15,1.000 3.000 15,1.000 4.000 14,2.000 4.000 9,1.000 1.000 4,1.000 4.000 2,1.000 1.000 4,1.000 3.000-2,0.000 1.000-8,1.000 1.000-8,-2.000 2.000-7,1.000 0.000-6,0.000 2.000-3,1.000 2.000-2,-2.000 0.000-4,1.000 2.000-1,0.000 1.000 0,1.000 1.000 1,-2.000 2.000-1,1.000 1.000-1,0.000 3.000-1,1.000 3.000-2,-2.000 1.000-2,1.000 5.000-1,0.000 2.000 1,1.000 5.000 1,-2.000 4.000 0,1.000 2.000-1,0.000 3.000 0,1.000 3.000-3,-2.000 2.000-1,1.000 2.000 0,-2.000 1.000 0,-1.000 2.000 1,-2.000 0.000 1,0.000 2.000-1,-2.000 2.000-2,-1.000 0.000-1,-2.000 2.000-2,1.000-2.000 0,1.000-5.000 1,0.000-5.000 0,3.000-5.000 2,0.000-8.000 0,0.000-7.000 0,0.000-10.000 0,0.000-9.000-1,0.000-2.000-2,2.000 2.000-3,1.000 2.000-3,2.000 3.000-4,0.000-4.000-3,0.000-10.000-5,0.000-10.000-3,0.000-10.000-4,0.000-7.000-1,2.000-4.000 3,1.000-3.000 2,2.000-5.000 3,0.000-2.000 2,0.000-3.000 1,0.000-2.000 0,0.000-3.000 2,0.000-2.000 0,0.000-1.000 3,0.000-2.000 1,0.000 0.000 1,0.000 1.000 2,0.000 5.000 3,0.000 5.000 3,0.000 6.000 1</inkml:trace>
</inkml:ink>
</file>

<file path=ppt/ink/ink43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2:53"/>
    </inkml:context>
    <inkml:brush xml:id="br0">
      <inkml:brushProperty name="width" value="0.0279292464256287" units="cm"/>
      <inkml:brushProperty name="height" value="0.0279292464256287" units="cm"/>
      <inkml:brushProperty name="color" value="#000000"/>
      <inkml:brushProperty name="ignorePressure" value="0"/>
    </inkml:brush>
  </inkml:definitions>
  <inkml:trace contextRef="#ctx0" brushRef="#br0">27910.000 14584.000 525,'10.000'-72.000'-34,"-2.000"18.000"7,-1.000 18.000 7,-1.000 17.000 7,-1.000 9.000 8,2.000 2.000 9,1.000 1.000 11,2.000 2.000 9,0.000 0.000 3,0.000 2.000-2,0.000 1.000-3,0.000 1.000-4,0.000 1.000 0,0.000 0.000-2,0.000 0.000 0,0.000 0.000-1,1.000 1.000 0,1.000 1.000-2,1.000 1.000 0,2.000 2.000-1,-1.000 0.000-1,-1.000 2.000-1,-1.000 1.000-1,-1.000 2.000-1,0.000-1.000-1,1.000-1.000-1,1.000-1.000 1,1.000-1.000-2,1.000 0.000 1,-2.000 0.000 0,-1.000 3.000 0,-1.000 0.000 0,-1.000 1.000-1,0.000 0.000-2,0.000 0.000-1,0.000 0.000-2,1.000 1.000 0,1.000 1.000 0,1.000 1.000 2,1.000 2.000 0,1.000-1.000 0,-2.000-1.000-3,-1.000-1.000-3,-2.000-1.000-2,-1.000-1.000-2,-3.000 0.000 2,-2.000 0.000 1,-2.000 0.000 0,-2.000 1.000 1,2.000 1.000-2,1.000 1.000-1,2.000 2.000-2,-2.000 0.000 0,-1.000 0.000 0,-4.000 0.000 2,-1.000 0.000 0,-3.000 0.000 0,-1.000 0.000 1,-1.000 0.000 0,-2.000 0.000 1,0.000 1.000 1,-2.000 1.000 1,-1.000 1.000 2,-2.000 2.000 1,-1.000 0.000 1,-3.000 0.000-1,-2.000 0.000-1,-3.000 0.000 0,-2.000 0.000 0,1.000 0.000 2,0.000 1.000 3,0.000-1.000 2,0.000 0.000 0,0.000 2.000-1,-1.000 2.000 0,1.000 0.000-1,1.000 0.000 1,1.000-2.000 2,0.000-4.000 2,3.000-1.000 2,0.000-3.000 1,2.000-1.000-1,1.000-1.000 0,1.000-1.000-2,2.000-1.000 0,1.000 0.000 2,1.000 0.000 1,1.000 0.000 2,4.000 0.000 1,6.000-2.000 0,7.000-1.000 2,6.000-2.000 1,4.000 0.000-1,1.000 1.000-2,1.000-1.000-2,2.000 0.000-3,-1.000 0.000-2,-1.000 0.000-1,-1.000 0.000 0,-1.000 0.000-2,0.000 0.000 0,3.000 2.000-1,3.000 1.000 0,2.000 2.000 0,0.000 1.000 0,-1.000 1.000-2,-1.000 1.000 0,-1.000 1.000-1,-1.000 1.000 0,0.000 0.000 1,0.000 0.000 0,1.000 1.000 1,-1.000-1.000 0,0.000 0.000-1,0.000 0.000-1,0.000 0.000-1,0.000 0.000 0,-2.000 0.000 0,-1.000 0.000 1,-2.000 0.000 1,0.000 0.000 0,0.000-2.000-2,1.000-1.000 0,-1.000-1.000-3,-1.000-1.000 0,-1.000 0.000-2,-1.000 0.000-1,-1.000 0.000-2,-2.000-3.000-6,-3.000-4.000-10,-2.000-6.000-12,-3.000-4.000-10,-3.000-3.000-9,-3.000 2.000-4,-5.000 1.000-4,-3.000 2.000-6</inkml:trace>
</inkml:ink>
</file>

<file path=ppt/ink/ink43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2:54"/>
    </inkml:context>
    <inkml:brush xml:id="br0">
      <inkml:brushProperty name="width" value="0.0266514383256435" units="cm"/>
      <inkml:brushProperty name="height" value="0.0266514383256435" units="cm"/>
      <inkml:brushProperty name="color" value="#000000"/>
      <inkml:brushProperty name="ignorePressure" value="0"/>
    </inkml:brush>
  </inkml:definitions>
  <inkml:trace contextRef="#ctx0" brushRef="#br0">28695.000 14242.000 550,'-17.000'-18.000'4,"6.000"3.000"8,7.000 4.000 8,6.000 4.000 8,4.000 3.000 2,3.000 1.000-5,2.000 1.000-4,3.000 1.000-5,2.000 1.000-3,1.000 0.000 0,1.000 0.000-2,2.000 0.000 0,0.000 0.000-2,0.000 0.000 0,0.000 0.000 0,0.000 0.000-1,1.000 0.000-2,1.000-2.000-1,1.000-1.000-2,2.000-2.000-1,-1.000 1.000-1,-1.000 1.000 2,0.000 1.000 1,-3.000 1.000 1,1.000 1.000 1,1.000 0.000-3,1.000 0.000-1,2.000 0.000-1,-1.000 0.000-3,-3.000 0.000 0,-2.000 0.000-3,-3.000 0.000 0,-1.000 0.000-1,1.000 0.000 0,-1.000 0.000 0,0.000 0.000 0,-1.000 0.000 0,-1.000 0.000 0,-1.000 0.000 0,-1.000 0.000-1,-4.000 1.000-1,-4.000 1.000-3,-6.000 1.000-4,-4.000 1.000-4,-3.000 1.000 1,0.000 0.000 2,0.000 0.000 4,0.000 0.000 3,0.000 1.000 3,2.000 1.000 2,1.000 1.000 3,2.000 2.000 3,-1.000 0.000 1,-1.000 2.000 0,-1.000 1.000-1,-2.000 2.000-1,1.000 1.000 1,1.000 1.000 0,1.000 1.000 2,1.000 1.000 0,1.000 1.000 1,0.000 1.000-1,0.000-1.000 0,0.000 0.000-1,0.000 1.000 0,0.000 3.000 0,0.000 3.000-1,0.000 1.000 0,1.000 3.000-1,0.000 1.000 0,3.000 2.000-1,0.000 0.000 0,1.000 1.000 0,0.000 1.000 0,0.000-1.000 0,0.000 0.000 0,0.000 1.000 0,0.000 1.000-2,0.000 1.000-1,0.000 2.000-2,0.000 0.000 0,0.000-2.000 1,0.000-1.000 0,0.000-1.000 1,0.000-1.000 1,0.000-2.000-2,0.000-1.000 0,0.000-1.000 0,0.000-2.000-1,0.000 0.000 1,0.000-2.000 1,0.000-2.000 0,-1.000 0.000-1,-1.000-2.000 0,-1.000-1.000-2,-1.000-1.000-2,-2.000-1.000 0,-1.000-2.000-1,-1.000-1.000 1,-1.000-2.000 0,-1.000 1.000 0,0.000-1.000 1,-1.000 0.000 1,2.000 0.000 1,-2.000-1.000 1,-1.000-1.000 1,-1.000-1.000 0,-2.000-1.000 1,1.000-1.000 0,1.000-2.000 0,0.000-1.000-1,3.000-2.000 0,0.000 0.000 0,0.000-2.000 2,0.000-1.000 2,0.000-2.000 2,0.000 0.000 1,-1.000 0.000-2,1.000 0.000 0,0.000 0.000-1,1.000 0.000 2,1.000 0.000 3,1.000 0.000 3,1.000 0.000 4,4.000 0.000 7,7.000 0.000 9,5.000 0.000 10,7.000 0.000 9,2.000 0.000 1,-2.000-2.000-8,-4.000-1.000-8,-1.000-2.000-8,-2.000 0.000-5,2.000 0.000-3,2.000 0.000-3,0.000 0.000-3,2.000 1.000-2,1.000 1.000-1,1.000 1.000 0,2.000 1.000-2,-1.000 0.000 0,-1.000 0.000 1,-1.000-3.000-1,-1.000 0.000 2,-1.000-1.000-2,0.000 0.000-2,0.000 0.000-1,0.000 0.000-2,1.000 1.000-2,1.000 0.000-2,1.000 3.000-4,2.000 0.000-2,0.000 1.000-2,0.000 0.000 1,0.000 0.000 1,0.000 0.000 0,0.000-1.000-2,-2.000-1.000-4,-1.000-1.000-5,-1.000-1.000-3,-1.000-1.000-3,0.000 2.000 0,0.000 1.000 1,0.000 2.000-1,-1.000 0.000 0,0.000 0.000-1,-2.000 0.000-2,-2.000 0.000-2,1.000 0.000 0,-1.000 2.000-2,0.000 1.000-1,0.000 2.000 0</inkml:trace>
</inkml:ink>
</file>

<file path=ppt/ink/ink43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2:54"/>
    </inkml:context>
    <inkml:brush xml:id="br0">
      <inkml:brushProperty name="width" value="0.0239378307014704" units="cm"/>
      <inkml:brushProperty name="height" value="0.0239378307014704" units="cm"/>
      <inkml:brushProperty name="color" value="#000000"/>
      <inkml:brushProperty name="ignorePressure" value="0"/>
    </inkml:brush>
  </inkml:definitions>
  <inkml:trace contextRef="#ctx0" brushRef="#br0">30426.000 15188.000 612,'-12.000'-12.000'-3,"-4.000"-2.000"-5,-3.000-2.000-6,-5.000-3.000-5,1.000 1.000-2,4.000 3.000 3,3.000 5.000 3,4.000 3.000 2,1.000 2.000 9,-1.000 2.000 18,-1.000 1.000 17,-1.000 2.000 17,-1.000-1.000 6,2.000-1.000-6,1.000-1.000-6,1.000-1.000-5,0.000-1.000-5,-3.000 0.000-3,-2.000 0.000-5,-3.000 0.000-3,-1.000 0.000-3,2.000 2.000-3,1.000 1.000-3,2.000 2.000-2,-1.000-1.000-2,-1.000-1.000 0,-1.000-1.000 0,-2.000-2.000-1,1.000 1.000 0,0.000 1.000-2,2.000 1.000-3,2.000 1.000-1,-1.000 2.000-1,-1.000 1.000 2,-1.000 1.000 0,-2.000 1.000 1,0.000 3.000 1,0.000 2.000-1,0.000 2.000-2,0.000 3.000 0,1.000 1.000 0,2.000 2.000 0,4.000 2.000 0,1.000 0.000 1,2.000 1.000-2,0.000 0.000-1,0.000 1.000-4,0.000-1.000-2,1.000 0.000-1,1.000 2.000 0,1.000 2.000 1,1.000 0.000 1,2.000 1.000-1,0.000 1.000 1,3.000-1.000 0,0.000 0.000 0,2.000 0.000 1,3.000 0.000-1,2.000 0.000-1,3.000 0.000 1,2.000 0.000 0,1.000-2.000 1,1.000-1.000 1,1.000-1.000 2,2.000-2.000-1,1.000 0.000-2,1.000-2.000-1,2.000-2.000-2,1.000-1.000 0,1.000-2.000 0,1.000-4.000 2,1.000-1.000-1,1.000-3.000 1,-2.000-1.000-1,-1.000-1.000-2,-1.000-1.000-1,-1.000-3.000 0,0.000-1.000-2,0.000-4.000 0,0.000-1.000-1,0.000-3.000 0,-2.000-1.000 0,-1.000-1.000 0,-1.000-2.000 1,-1.000 0.000-1,0.000-2.000-2,0.000-2.000-1,0.000 0.000-1,0.000-3.000 0,-2.000-1.000 1,-1.000-4.000 1,-1.000-2.000 1,-1.000-2.000 0,0.000-1.000 1,0.000-1.000 0,0.000-2.000 1,0.000 0.000 1,0.000 0.000 0,0.000 0.000 1,0.000 0.000 2,-1.000 1.000 0,-3.000 5.000 2,-2.000 3.000 1,-3.000 4.000 1,0.000 1.000 2,1.000-1.000 0,1.000-1.000 0,1.000-2.000 1</inkml:trace>
</inkml:ink>
</file>

<file path=ppt/ink/ink43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2:55"/>
    </inkml:context>
    <inkml:brush xml:id="br0">
      <inkml:brushProperty name="width" value="0.0222116261720657" units="cm"/>
      <inkml:brushProperty name="height" value="0.0222116261720657" units="cm"/>
      <inkml:brushProperty name="color" value="#000000"/>
      <inkml:brushProperty name="ignorePressure" value="0"/>
    </inkml:brush>
  </inkml:definitions>
  <inkml:trace contextRef="#ctx0" brushRef="#br0">30265.000 14483.000 660,'0.000'-32.000'-2,"0.000"-4.000"-4,0.000-3.000-4,0.000-5.000-4,-1.000 4.000-1,-1.000 10.000-1,-1.000 10.000 1,-1.000 10.000 0,-1.000 5.000 5,0.000 2.000 10,0.000 1.000 10,0.000 2.000 10,0.000 0.000 4,0.000 2.000-2,0.000 1.000-1,0.000 2.000-2,0.000 1.000 0,2.000 3.000-1,1.000 2.000 0,2.000 3.000 0,-1.000 1.000-1,-1.000 0.000-1,-1.000 0.000-2,-2.000 0.000-1,1.000 2.000 0,1.000 2.000 0,1.000 2.000 2,1.000 3.000 1,1.000 1.000-1,0.000 0.000 0,0.000 0.000-2,0.000 0.000 0,0.000 1.000-2,0.000-1.000 0,0.000 0.000-1,0.000 0.000-1,0.000 1.000-1,0.000 1.000-2,0.000 1.000-2,0.000 2.000-1,1.000 1.000-1,1.000 3.000 1,1.000 3.000 1,1.000 2.000 1,2.000 0.000-2,-2.000 0.000-1,2.000-2.000-4,-1.000-2.000-3,0.000 1.000 0,2.000-1.000 0,1.000 0.000 2,2.000 0.000 2,0.000 1.000-3,0.000 1.000-7,0.000 2.000-6,0.000 0.000-6,0.000 0.000-1,0.000-5.000 3,0.000-3.000 3,0.000-4.000 3,0.000-4.000 0,-2.000-3.000-3,-1.000-4.000-4,-2.000-4.000-4,2.000-3.000-3,1.000-1.000-4,4.000-1.000-4,2.000-1.000-3</inkml:trace>
</inkml:ink>
</file>

<file path=ppt/ink/ink43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2:55"/>
    </inkml:context>
    <inkml:brush xml:id="br0">
      <inkml:brushProperty name="width" value="0.0246371813118458" units="cm"/>
      <inkml:brushProperty name="height" value="0.0246371813118458" units="cm"/>
      <inkml:brushProperty name="color" value="#000000"/>
      <inkml:brushProperty name="ignorePressure" value="0"/>
    </inkml:brush>
  </inkml:definitions>
  <inkml:trace contextRef="#ctx0" brushRef="#br0">31030.000 14765.000 595,'-27.000'9.000'3,"8.000"0.000"6,8.000-3.000 6,7.000 0.000 6,6.000-1.000 6,1.000-2.000 5,4.000-1.000 6,1.000-2.000 5,4.000 0.000-1,1.000 0.000-5,4.000 0.000-6,2.000 0.000-6,1.000 0.000-4,2.000-2.000-4,2.000-1.000-2,0.000-2.000-2,1.000-1.000-4,1.000 0.000-4,-1.000-3.000-4,0.000 0.000-3,1.000-1.000-3,1.000 0.000-1,1.000 0.000-2,1.000 0.000-2,2.000 0.000 0,-1.000 0.000 1,0.000 0.000 2,0.000-1.000 0,0.000 1.000 0,-2.000 0.000-5,-1.000 0.000-4,-1.000 0.000-3,-1.000 1.000-2,0.000 1.000 3,0.000 1.000 2,0.000 1.000 2,-1.000 1.000 0,-5.000 0.000-4,-3.000 0.000-4,-4.000 0.000-4,-3.000 0.000-3,0.000 0.000-5,-3.000 0.000-5,0.000 0.000-4</inkml:trace>
</inkml:ink>
</file>

<file path=ppt/ink/ink43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2:55"/>
    </inkml:context>
    <inkml:brush xml:id="br0">
      <inkml:brushProperty name="width" value="0.0253123939037323" units="cm"/>
      <inkml:brushProperty name="height" value="0.0253123939037323" units="cm"/>
      <inkml:brushProperty name="color" value="#000000"/>
      <inkml:brushProperty name="ignorePressure" value="0"/>
    </inkml:brush>
  </inkml:definitions>
  <inkml:trace contextRef="#ctx0" brushRef="#br0">31452.000 14383.000 579,'-11.000'-22.000'1,"-1.000"-4.000"3,-1.000-4.000 1,-1.000-3.000 3,0.000 1.000 1,3.000 6.000-2,2.000 7.000 0,3.000 5.000-2,2.000 7.000 8,3.000 7.000 16,2.000 5.000 16,3.000 7.000 17,1.000 6.000 1,0.000 5.000-13,0.000 4.000-11,0.000 6.000-14,0.000 4.000-8,2.000 4.000-4,1.000 4.000-5,2.000 3.000-5,-1.000 2.000-2,0.000 1.000 1,-3.000-1.000 0,0.000 0.000 1,0.000 1.000-5,1.000 1.000-8,1.000 2.000-8,1.000 1.000-9,1.000-3.000-11,0.000-4.000-15,1.000-5.000-14,-1.000-5.000-14</inkml:trace>
</inkml:ink>
</file>

<file path=ppt/ink/ink43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2:56"/>
    </inkml:context>
    <inkml:brush xml:id="br0">
      <inkml:brushProperty name="width" value="0.0187676921486855" units="cm"/>
      <inkml:brushProperty name="height" value="0.0187676921486855" units="cm"/>
      <inkml:brushProperty name="color" value="#000000"/>
      <inkml:brushProperty name="ignorePressure" value="0"/>
    </inkml:brush>
  </inkml:definitions>
  <inkml:trace contextRef="#ctx0" brushRef="#br0">33465.000 13759.000 781,'0.000'-12.000'-1,"0.000"-1.000"-2,0.000-4.000-2,0.000-2.000-2,0.000 4.000 5,0.000 8.000 11,0.000 9.000 12,0.000 8.000 12,0.000 7.000 3,0.000 2.000-6,0.000 2.000-6,0.000 3.000-6,0.000 2.000-5,0.000 3.000-4,0.000 3.000-4,0.000 2.000-4,0.000 2.000-1,0.000 3.000 0,0.000 3.000 2,0.000 2.000 0,0.000 1.000 0,0.000 3.000 0,0.000 0.000-1,0.000 2.000-1,-1.000 1.000 1,-1.000 3.000-1,-1.000 3.000 1,-2.000 2.000 1,0.000 3.000-1,0.000 2.000 1,0.000 3.000 0,0.000 2.000 0,-1.000 0.000 0,0.000-2.000-1,-3.000-3.000 1,0.000-3.000-1,-1.000-2.000 1,0.000-5.000 0,0.000-3.000 0,0.000-3.000 0,0.000-6.000 0,0.000-4.000-1,-1.000-5.000-1,2.000-6.000 0,0.000-8.000-5,5.000-15.000-7,3.000-13.000-7,5.000-15.000-8,1.000-7.000-1,2.000-3.000 1,1.000-2.000 3,2.000-3.000 2,0.000-2.000 2,0.000-1.000 3,0.000-2.000 2,0.000-1.000 2,-1.000 3.000 0,0.000 4.000-1,-3.000 5.000-1,0.000 6.000-2,-1.000 1.000-1,0.000-1.000 1,0.000-2.000 0,0.000 0.000 0</inkml:trace>
</inkml:ink>
</file>

<file path=ppt/ink/ink43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2:56"/>
    </inkml:context>
    <inkml:brush xml:id="br0">
      <inkml:brushProperty name="width" value="0.0230153258889914" units="cm"/>
      <inkml:brushProperty name="height" value="0.0230153258889914" units="cm"/>
      <inkml:brushProperty name="color" value="#000000"/>
      <inkml:brushProperty name="ignorePressure" value="0"/>
    </inkml:brush>
  </inkml:definitions>
  <inkml:trace contextRef="#ctx0" brushRef="#br0">33545.000 13940.000 637,'18.000'-71.000'0,"-6.000"19.000"2,-4.000 18.000 0,-6.000 20.000 1,-1.000 9.000 1,1.000 2.000 2,1.000 1.000 1,1.000 2.000 1,2.000 0.000 1,1.000 0.000 0,1.000 0.000 0,1.000 0.000 0,2.000 1.000-1,-1.000 3.000 0,0.000 2.000 0,0.000 3.000-1,0.000 1.000 0,0.000 0.000 0,0.000 0.000 0,0.000 0.000 1,0.000 0.000-2,0.000 0.000-2,0.000 0.000-2,0.000 0.000-3,0.000 0.000 0,0.000 1.000 1,0.000-1.000 0,0.000 0.000 1,1.000 0.000 0,-1.000 2.000-3,0.000 1.000-1,0.000 2.000-3,0.000-1.000 1,0.000 0.000 0,0.000-2.000 2,0.000-2.000 1,-1.000 0.000 0,-1.000 0.000-1,-1.000 0.000-3,-1.000 1.000-2,-1.000-1.000 0,0.000 0.000 0,0.000 0.000 1,0.000 0.000 1,0.000-1.000 0,0.000-1.000 1,0.000-1.000 0,0.000-1.000 0,0.000 0.000 1,-2.000 1.000 0,-1.000 1.000 1,-2.000 1.000 1,0.000 1.000 1,-2.000 0.000 0,-1.000 0.000 0,-2.000 0.000 1,0.000 0.000 1,-2.000 0.000 2,-2.000 1.000 2,0.000-1.000 2,-2.000 0.000 1,0.000 2.000-1,-3.000 1.000-1,0.000 2.000-1,-2.000 0.000 0,-1.000 0.000 2,-1.000 0.000 2,-2.000 0.000 2,0.000 1.000 0,0.000 1.000-1,0.000 1.000 0,0.000 2.000-2,0.000-1.000 1,0.000-1.000 1,0.000-1.000 1,-1.000-1.000 1,2.000 0.000 1,1.000 1.000 0,1.000 1.000 0,1.000 2.000 0,2.000-2.000 0,3.000-1.000-1,2.000-3.000-1,3.000-3.000 0,1.000-1.000-1,2.000 0.000-2,1.000 0.000 0,2.000 0.000-1,0.000 0.000-1,0.000 0.000 1,0.000 0.000 1,0.000 0.000-1,2.000 0.000 0,3.000-2.000-1,5.000-1.000-3,3.000-1.000-1,2.000-2.000-2,0.000-1.000 0,0.000-1.000 0,0.000-1.000-2,2.000-1.000-1,1.000 2.000-1,4.000 1.000-2,2.000 2.000-3,1.000 0.000 1,0.000 0.000 1,0.000 0.000 1,0.000 0.000 1,1.000 0.000 0,-1.000 0.000-5,0.000 0.000-3,0.000 0.000-4,0.000 1.000-1,0.000 1.000 1,0.000 1.000 2,1.000 1.000 2,-1.000 0.000-1,0.000-3.000-5,0.000-2.000-5,0.000-3.000-5,0.000-1.000-1,0.000 0.000 4,1.000 0.000 3,-1.000 0.000 2,-1.000 0.000 1,-3.000 0.000-2,-2.000 0.000-2,-3.000 0.000-2</inkml:trace>
</inkml:ink>
</file>

<file path=ppt/ink/ink43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2:57"/>
    </inkml:context>
    <inkml:brush xml:id="br0">
      <inkml:brushProperty name="width" value="0.0226697027683258" units="cm"/>
      <inkml:brushProperty name="height" value="0.0226697027683258" units="cm"/>
      <inkml:brushProperty name="color" value="#000000"/>
      <inkml:brushProperty name="ignorePressure" value="0"/>
    </inkml:brush>
  </inkml:definitions>
  <inkml:trace contextRef="#ctx0" brushRef="#br0">34410.000 13940.000 646,'-36.000'-18.000'3,"9.000"6.000"5,9.000 4.000 4,9.000 6.000 6,6.000 2.000 4,3.000 0.000 2,5.000 0.000 3,3.000 0.000 4,3.000 0.000-2,0.000 0.000-6,3.000 0.000-4,0.000 0.000-6,1.000 0.000-4,0.000 0.000-3,0.000 0.000-2,1.000 0.000-3,-1.000-1.000 0,2.000-1.000 1,1.000-1.000 1,2.000-1.000 1,0.000-1.000-2,0.000 2.000-5,0.000 1.000-6,0.000 2.000-5,0.000 0.000-2,1.000 0.000 3,-1.000 0.000 1,0.000 0.000 3,-1.000-1.000 0,-1.000-1.000-2,-1.000-1.000-2,-1.000-2.000-3,-1.000 1.000 0,1.000 1.000 1,-2.000 1.000 2,2.000 1.000 1,-2.000 1.000 0,-1.000 0.000-1,-1.000 0.000-1,-1.000 0.000-1,-1.000 0.000 0,0.000-2.000 1,0.000-1.000 0,0.000-2.000 1,-1.000 2.000 0,-3.000 1.000 0,-2.000 4.000 1,-3.000 1.000-1,-2.000 2.000 1,-3.000 0.000 1,-2.000 0.000 2,-3.000 0.000 0,-1.000 1.000 1,0.000 1.000 4,0.000 1.000 2,0.000 2.000 3,0.000 0.000 1,0.000 0.000-1,0.000 0.000 0,0.000 0.000-1,0.000 0.000 2,0.000 0.000 1,0.000 0.000 3,0.000 0.000 2,-1.000 0.000 1,1.000 0.000-2,0.000 0.000-1,0.000 0.000-1,1.000 0.000 1,1.000 1.000 5,1.000-1.000 4,1.000 0.000 4,0.000 0.000 2,-1.000 0.000 0,-1.000 0.000 1,-1.000 0.000-1,-1.000 0.000 0,2.000 0.000-1,1.000 0.000 0,2.000 0.000-2,0.000 1.000 0,2.000 1.000-1,1.000 1.000 0,2.000 1.000 0,-1.000 2.000-1,-1.000 1.000-1,-1.000 1.000-1,-1.000 2.000-1,-1.000 1.000 0,2.000 1.000-2,1.000 1.000-1,1.000 1.000-2,1.000 3.000 0,0.000 2.000 0,0.000 2.000 0,0.000 3.000 0,0.000 2.000-1,0.000 1.000-2,0.000 1.000-3,0.000 2.000-2,0.000 2.000 0,0.000 2.000 1,0.000 2.000 1,0.000 3.000 1,0.000 0.000-1,0.000-2.000-3,0.000-3.000-4,0.000-3.000-4,0.000-1.000-1,0.000-2.000-2,0.000-1.000-1,0.000-1.000-1,0.000-1.000 0,0.000-2.000 0,0.000-1.000 1,0.000-1.000 1,1.000-3.000-1,1.000-6.000-2,1.000-4.000-2,2.000-5.000-3,1.000-7.000-3,3.000-5.000-4,2.000-7.000-4,3.000-6.000-5,0.000-2.000 0,-1.000 1.000 2,-1.000 1.000 3,-1.000 1.000 3</inkml:trace>
</inkml:ink>
</file>

<file path=ppt/ink/ink44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2:57"/>
    </inkml:context>
    <inkml:brush xml:id="br0">
      <inkml:brushProperty name="width" value="0.023280706256628" units="cm"/>
      <inkml:brushProperty name="height" value="0.023280706256628" units="cm"/>
      <inkml:brushProperty name="color" value="#000000"/>
      <inkml:brushProperty name="ignorePressure" value="0"/>
    </inkml:brush>
  </inkml:definitions>
  <inkml:trace contextRef="#ctx0" brushRef="#br0">35376.000 14523.000 629,'-37.000'0.000'2,"9.000"0.000"1,6.000 0.000 2,8.000 0.000 3,5.000 0.000 1,1.000 0.000 2,1.000 0.000 0,1.000 0.000 2,1.000 2.000 1,0.000 1.000 0,0.000 4.000 2,0.000 2.000-1,0.000 0.000 1,0.000-1.000-1,0.000-1.000-2,0.000-1.000-1,0.000-1.000 0,0.000 2.000 0,0.000 2.000 0,0.000 0.000 0,1.000 2.000 0,0.000 1.000 1,3.000 1.000 0,0.000 1.000-1,1.000 1.000 0,0.000-2.000-1,0.000-1.000-3,0.000-1.000-2,0.000-1.000-1,0.000 0.000 0,0.000 0.000 0,0.000 0.000 0,0.000 0.000-2,3.000 0.000 0,0.000 0.000-1,1.000 0.000-2,1.000 1.000 0,-3.000 1.000 2,0.000 1.000 1,-1.000 1.000 1,-1.000 1.000 0,0.000 1.000-1,0.000-1.000-1,0.000 0.000-1,0.000 0.000 0,0.000 2.000-1,0.000 2.000 1,0.000 0.000 0,-1.000 2.000-1,-1.000 1.000-1,-1.000 1.000 0,-1.000 2.000-1,0.000-1.000 0,0.000 0.000 0,3.000-2.000 2,0.000-2.000 0,1.000 0.000 0,0.000 1.000 2,0.000-1.000-1,0.000 0.000 1,0.000-1.000 0,0.000 0.000-1,0.000-3.000 1,0.000 0.000-1,0.000-1.000-1,0.000 0.000 2,0.000 0.000-1,0.000 1.000 1,1.000-3.000-2,3.000-1.000 0,2.000-3.000-3,3.000-3.000-1,1.000-1.000-1,0.000 0.000 1,0.000 0.000 1,0.000 0.000 0,1.000-1.000-2,1.000-1.000-2,1.000-1.000-5,2.000-1.000-3,0.000-2.000-1,0.000-1.000 2,0.000-1.000 1,0.000-1.000 2,0.000-2.000-2,0.000-1.000-6,0.000-1.000-6,0.000-1.000-6,1.000-1.000-3,1.000 0.000 0,1.000 0.000 2,2.000 0.000 0,-1.000-1.000 1,-3.000 1.000 1,-2.000 0.000 3,-3.000 0.000 2</inkml:trace>
</inkml:ink>
</file>

<file path=ppt/ink/ink44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3:01"/>
    </inkml:context>
    <inkml:brush xml:id="br0">
      <inkml:brushProperty name="width" value="0.0185325015336275" units="cm"/>
      <inkml:brushProperty name="height" value="0.0185325015336275" units="cm"/>
      <inkml:brushProperty name="color" value="#000000"/>
      <inkml:brushProperty name="ignorePressure" value="0"/>
    </inkml:brush>
  </inkml:definitions>
  <inkml:trace contextRef="#ctx0" brushRef="#br0">36664.000 14342.000 791,'-18.000'-35.000'2,"3.000"7.000"4,5.000 10.000 3,3.000 9.000 5,2.000 4.000 1,0.000 0.000 1,0.000 0.000-1,0.000 0.000 1,-1.000 0.000-1,-1.000 2.000-3,-1.000 1.000-3,-2.000 2.000-2,1.000 0.000-1,1.000 2.000 0,1.000 1.000 0,1.000 2.000 1,0.000 0.000-1,0.000 0.000 0,-3.000 0.000-2,0.000 0.000 1,-1.000 0.000-1,0.000 2.000 0,0.000 2.000 1,0.000 0.000 1,0.000 2.000-1,0.000 1.000-3,0.000 1.000-2,0.000 1.000-1,-1.000 1.000-1,1.000 0.000 1,0.000 1.000 1,0.000-1.000 1,-1.000 0.000 0,0.000 0.000-2,-3.000 0.000-2,0.000 0.000-2,-1.000 1.000-1,2.000 1.000 1,1.000 1.000 1,2.000 1.000 1,0.000 1.000 1,0.000-2.000-1,-1.000-1.000 1,1.000-1.000-1,1.000-1.000 0,1.000 0.000 0,1.000 0.000-1,1.000 0.000 0,2.000 0.000-1,1.000-2.000 0,1.000-1.000-1,1.000-1.000 0,2.000-1.000 0,1.000 0.000-2,1.000 0.000-1,1.000 0.000-1,3.000-1.000 0,1.000-1.000 2,4.000-1.000 1,1.000-1.000 1,3.000-2.000 2,-1.000 0.000 0,0.000-3.000 2,0.000 0.000 0,1.000-1.000 0,1.000 0.000 0,1.000 0.000 0,1.000 0.000-1,1.000 0.000 0,1.000 0.000 2,-2.000 0.000 2,2.000 0.000 0,-2.000 0.000 1,-3.000 0.000-1,-2.000 0.000-1,-3.000 0.000-1,0.000 0.000 0,1.000 0.000 1,1.000 0.000 2,2.000 0.000 1,-1.000 1.000 1,-1.000 1.000-2,-1.000 1.000 0,-1.000 1.000 0,-2.000 2.000-1,-1.000 1.000 0,-1.000 1.000-1,-1.000 1.000 0,-1.000 1.000 0,0.000-2.000-2,0.000-1.000-1,0.000-2.000-2,0.000 1.000 1,-2.000 1.000 0,-1.000 1.000 1,-2.000 2.000 1,0.000 0.000 1,-2.000 0.000 0,-1.000 0.000 0,-2.000 0.000 1,-1.000 0.000-1,-1.000 0.000 0,-1.000 0.000 0,-1.000 0.000 0,-1.000 0.000 0,0.000 0.000 1,0.000 0.000 0,0.000 0.000 0,-1.000 0.000 1,-1.000 1.000-1,-1.000-1.000 0,-2.000 0.000-1,1.000 0.000 1,1.000 0.000 0,1.000 0.000 0,1.000 0.000 1,0.000-1.000 0,-1.000 0.000-1,-1.000-3.000 0,-1.000 0.000-1,-1.000-1.000 0,0.000 0.000 0,0.000 0.000 1,-1.000 0.000-1,3.000 0.000 0,1.000-2.000-2,3.000-1.000 0,3.000-2.000-2,1.000 0.000-1,0.000 0.000 0,0.000 0.000-2,0.000 0.000 1,0.000-2.000-2,3.000-3.000-3,0.000-5.000-1,1.000-3.000-4,2.000-3.000 1,3.000-3.000 1,2.000-2.000 1,3.000-3.000 1,1.000 0.000 2,0.000 2.000 0,0.000 3.000 0,0.000 3.000 0</inkml:trace>
</inkml:ink>
</file>

<file path=ppt/ink/ink44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3:02"/>
    </inkml:context>
    <inkml:brush xml:id="br0">
      <inkml:brushProperty name="width" value="0.0173367541283369" units="cm"/>
      <inkml:brushProperty name="height" value="0.0173367541283369" units="cm"/>
      <inkml:brushProperty name="color" value="#000000"/>
      <inkml:brushProperty name="ignorePressure" value="0"/>
    </inkml:brush>
  </inkml:definitions>
  <inkml:trace contextRef="#ctx0" brushRef="#br0">37066.000 13819.000 845,'0.000'-9.000'1,"0.000"1.000"2,0.000 1.000 1,0.000 1.000 1,1.000 2.000 2,1.000 0.000 0,1.000 3.000 1,2.000 0.000 1,0.000 1.000-2,2.000 0.000-2,1.000 0.000-3,2.000 0.000-4,0.000 0.000 1,2.000 0.000 0,2.000 0.000 1,0.000 0.000 1,1.000 0.000 0,0.000 0.000-1,0.000 0.000-2,0.000 0.000-2,0.000 0.000 0,-2.000 0.000 1,-1.000 0.000 1,-1.000 0.000 2,-1.000 0.000-1,2.000 0.000 1,1.000 0.000-1,2.000 0.000-1,0.000 0.000 1,-2.000 0.000-1,-1.000 0.000 1,-2.000 0.000 0,1.000 0.000 1,-1.000 0.000-1,0.000 0.000 1,0.000 0.000 0,0.000-1.000-1,0.000-1.000-1,0.000-1.000-1,0.000-1.000 0,-1.000-1.000-1,-1.000 2.000-1,-1.000 1.000 0,-1.000 2.000 0,-1.000-1.000 0,0.000-1.000 1,0.000-1.000 0,0.000-1.000 1,0.000-1.000 0,0.000 2.000 1,0.000 1.000 0,0.000 2.000-1,-1.000 2.000 2,-3.000 3.000-2,-2.000 5.000 1,-3.000 3.000 0,-1.000 2.000 0,0.000 0.000 1,0.000 0.000 1,0.000 0.000 1,0.000 1.000 0,0.000 1.000 1,0.000 1.000 0,0.000 2.000 0,-1.000 0.000 0,-1.000 2.000 0,-1.000 2.000-2,-1.000 0.000 1,-1.000 3.000-1,2.000 2.000 0,1.000 2.000 1,2.000 3.000 0,-1.000 1.000 1,-1.000 0.000-1,-1.000 1.000-1,-1.000-1.000 1,-1.000 1.000 0,2.000 1.000 0,1.000 1.000 0,1.000 2.000 0,1.000 0.000 1,-2.000 0.000-1,-1.000 0.000 0,-2.000 1.000 0,1.000-2.000-1,0.000 0.000 1,3.000-2.000-1,0.000-1.000 1,0.000-1.000-1,-1.000 0.000 0,-1.000 0.000 0,-1.000 0.000 1,-1.000-1.000-2,2.000-2.000-1,1.000-3.000-1,2.000-3.000-2,0.000-1.000-1,-1.000-2.000 0,2.000-1.000 1,-2.000-1.000 0,1.000-3.000 0,0.000-4.000-1,0.000-3.000 1,0.000-4.000-1,1.000-2.000 1,1.000 0.000 1,1.000 0.000 0,1.000 0.000 1,1.000-1.000 1,-2.000-3.000 0,-1.000-2.000-1,-2.000-3.000 1,1.000-1.000 0,0.000-2.000 3,3.000-2.000 3,0.000 0.000 1,1.000 0.000 1,0.000 0.000-2,0.000 3.000-2,0.000 0.000-1,0.000 0.000 0,0.000-1.000 4,0.000-1.000 2,0.000-1.000 3,0.000-1.000 2,0.000 2.000-2,0.000 1.000-1,0.000 1.000-1,0.000 1.000 0,0.000 0.000 3,0.000 0.000 1,0.000 0.000 2,2.000 1.000 0,4.000 1.000 1,3.000 1.000 0,4.000 1.000-1,2.000 1.000 0,-2.000 0.000-2,-1.000 0.000-1,-1.000 0.000-3,-1.000 1.000-2,2.000 1.000-5,1.000 1.000-6,2.000 1.000-4,0.000 1.000-2,0.000 0.000 2,0.000 0.000 1,0.000 0.000 2,0.000 1.000-2,1.000-1.000-5,-1.000 0.000-5,0.000 0.000-4,1.000-1.000-2,3.000-1.000 3,2.000-1.000 4,3.000-1.000 2,0.000-1.000 0,-3.000 2.000-4,-2.000 1.000-5,-2.000 2.000-3</inkml:trace>
</inkml:ink>
</file>

<file path=ppt/ink/ink44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03:02"/>
    </inkml:context>
    <inkml:brush xml:id="br0">
      <inkml:brushProperty name="width" value="0.019232764840126" units="cm"/>
      <inkml:brushProperty name="height" value="0.019232764840126" units="cm"/>
      <inkml:brushProperty name="color" value="#000000"/>
      <inkml:brushProperty name="ignorePressure" value="0"/>
    </inkml:brush>
  </inkml:definitions>
  <inkml:trace contextRef="#ctx0" brushRef="#br0">38254.000 14866.000 762,'-21.000'-2.000'2,"-1.000"-1.000"3,-1.000-4.000 3,-2.000-2.000 4,2.000 0.000 2,4.000 1.000 2,3.000 1.000 0,4.000 1.000 1,2.000 1.000-1,0.000 0.000-4,0.000 0.000-3,0.000 0.000-3,-1.000 0.000-2,1.000 0.000 0,1.000 0.000 1,-2.000 0.000 0,2.000 0.000-1,1.000 0.000-5,1.000 0.000-3,1.000 0.000-5,0.000 0.000-1,-1.000 2.000 3,-1.000 1.000 2,-1.000 2.000 2,-1.000-1.000 1,2.000-1.000-3,1.000-1.000-3,2.000-1.000-2,-1.000-1.000-1,-1.000 2.000 1,-1.000 1.000 0,-2.000 2.000 2,1.000 0.000 1,1.000 0.000 2,1.000 0.000 2,1.000 0.000 2,1.000 0.000 2,0.000 2.000-2,0.000 1.000 0,0.000 2.000 0,1.000 0.000-1,0.000 2.000-3,3.000 2.000 0,0.000 0.000-3,1.000 2.000 0,-2.000 1.000 3,-2.000 1.000 1,0.000 1.000 2,0.000 1.000 1,1.000 0.000 0,1.000 1.000-1,1.000-1.000 1,1.000 0.000 0,0.000 0.000 1,0.000 0.000 0,0.000 0.000 2,0.000 1.000-1,0.000 1.000 1,0.000 1.000-1,0.000 1.000-1,1.000 1.000 1,1.000-2.000-1,1.000-1.000 1,1.000-1.000 0,2.000-1.000 0,1.000 0.000-1,1.000 0.000 1,1.000 0.000-1,1.000-1.000 0,0.000-3.000 0,1.000-2.000 0,-2.000-3.000 0,2.000-1.000 0,1.000-2.000-2,1.000-1.000 0,2.000-1.000 0,1.000-3.000-2,1.000-4.000 1,1.000-3.000-1,1.000-5.000 0,2.000-3.000 0,-1.000-6.000-3,0.000-5.000-2,0.000-4.000-1,0.000-4.000 0,0.000-1.000 0,0.000-2.000 1,0.000 0.000 2,0.000-2.000-1,1.000-1.000-2,-2.000-2.000-1,2.000 0.000-3,-1.000-2.000 1,0.000 1.000 3,0.000 0.000 1,0.000 0.000 2,-1.000 1.000 3,-3.000 2.000 0,-2.000 3.000 1,-2.000 3.000 1,-3.000 2.000 1,-1.000 5.000 1,-1.000 3.000-1,-1.000 4.000 1,-2.000 2.000 0,-1.000 2.000 0,-1.000 1.000-1,-1.000 2.000 1,-2.000 1.000 0,-1.000 2.000 0,-1.000 4.000 0,-1.000 1.000 0,-2.000 3.000 0,-1.000 1.000 0,-1.000 1.000 0,-1.000 1.000 0,-1.000 1.000 1,0.000 0.000 0,-1.000 0.000 2,1.000 0.000 1,1.000 1.000 0,1.000 1.000 1,1.000 1.000 0,1.000 1.000 1,0.000 1.000 1,0.000 0.000 4,-3.000 0.000 3,0.000 0.000 2,0.000 2.000 2,0.000 2.000-1,2.000 2.000-2,2.000 3.000-2,0.000 1.000 1,2.000 2.000 2,1.000 2.000 2,2.000 0.000 2,-1.000 2.000 0,-1.000 3.000-2,-1.000 3.000 0,-1.000 2.000-2,-1.000 2.000-2,2.000 1.000-3,1.000 1.000-2,2.000 2.000-2,0.000 0.000-2,0.000 2.000 2,-1.000 2.000 1,2.000 0.000 0,-1.000 2.000 2,0.000 1.000 0,-1.000 2.000 0,2.000 0.000 0,-1.000-1.000 1,0.000-5.000-3,-1.000-5.000 0,2.000-6.000-2,-1.000-1.000-11,2.000 1.000-24,1.000 1.000-23,2.000 2.000-23</inkml:trace>
</inkml:ink>
</file>

<file path=ppt/ink/ink44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2:56"/>
    </inkml:context>
    <inkml:brush xml:id="br0">
      <inkml:brushProperty name="width" value="0.0184566471725702" units="cm"/>
      <inkml:brushProperty name="height" value="0.0184566471725702" units="cm"/>
      <inkml:brushProperty name="color" value="#000000"/>
      <inkml:brushProperty name="ignorePressure" value="0"/>
    </inkml:brush>
  </inkml:definitions>
  <inkml:trace contextRef="#ctx0" brushRef="#br0">51750.000 17500.000 794,'-4.000'-111.000'0,"-5.000"-22.000"0,-7.000-22.000 0,-5.000-21.000 0,-6.000 1.000 0,-3.000 25.000 1,-3.000 25.000-1,-2.000 25.000 1,-3.000 17.000 0,1.000 9.000 0,-1.000 10.000 2,1.000 10.000 0,-3.000 8.000 1,-2.000 10.000-1,-3.000 10.000-1,-3.000 9.000-1,-4.000 4.000 0,-3.000 1.000 0,-3.000-1.000 0,-2.000 1.000 0,-3.000 2.000-2,1.000 7.000 0,-1.000 6.000-3,1.000 7.000-1,-3.000 2.000-1,-2.000 1.000 2,-3.000-1.000 1,-3.000 1.000 2,-6.000 2.000 0,-5.000 7.000-1,-7.000 6.000-2,-5.000 7.000 0,-3.000 2.000 0,4.000 1.000 1,3.000-1.000 0,3.000 1.000 2,-1.000-1.000-1,-2.000 1.000-1,-3.000-1.000-2,-3.000 1.000-2,-6.000 1.000 0,-5.000 3.000 1,-7.000 3.000 1,-5.000 4.000 0,-6.000-1.000 1,-3.000-3.000 0,-3.000-3.000 2,-2.000-2.000 0,-3.000-3.000 0,1.000 1.000 1,-1.000-1.000-1,1.000 1.000 1,-4.000 2.000 0,-6.000 7.000 0,-6.000 6.000 0,-6.000 7.000 0,-1.000 2.000 0,7.000 1.000 0,6.000-1.000 0,7.000 1.000 1,2.000 1.000 0,1.000 3.000 0,-1.000 3.000 0,1.000 4.000-1,-4.000 2.000 1,-6.000 4.000 0,-6.000 3.000 0,-6.000 3.000 1,1.000 3.000 0,9.000 3.000 0,10.000 3.000 2,10.000 4.000 0,4.000 2.000 0,0.000 4.000 0,0.000 3.000-2,0.000 3.000 0,-2.000 3.000 0,-3.000 3.000 1,-3.000 3.000 0,-2.000 4.000 1,0.000 1.000 0,7.000 0.000-1,6.000 0.000 0,7.000 0.000-1,4.000 1.000 1,3.000 4.000 0,3.000 3.000 1,4.000 3.000 1,2.000 1.000 0,4.000 1.000-1,3.000-1.000 0,3.000 1.000-1,1.000-3.000 0,1.000-2.000 0,-1.000-3.000 0,1.000-3.000 0,-1.000 1.000 0,1.000 6.000 0,-1.000 7.000 0,1.000 6.000 0,-3.000 3.000-1,-2.000 0.000 0,-3.000 0.000-1,-3.000 0.000 0,1.000 1.000-1,6.000 4.000 0,7.000 3.000 0,6.000 3.000 1,3.000 1.000-1,0.000 1.000 1,0.000-1.000 0,0.000 1.000 1,1.000-1.000 0,4.000 1.000-1,3.000-1.000 1,3.000 1.000-1,4.000-4.000 1,7.000-6.000-1,6.000-6.000 1,7.000-6.000 0,2.000-2.000-1,1.000 3.000 1,-1.000 3.000 1,1.000 4.000 0,-1.000 1.000 0,1.000 0.000 0,-1.000 0.000-1,1.000 0.000 0,2.000 0.000 0,7.000 0.000 0,6.000 0.000 1,7.000 0.000 0,2.000-2.000-1,1.000-3.000 1,-1.000-3.000-1,1.000-2.000 1,-1.000-3.000-1,1.000 1.000-1,-1.000-1.000 1,1.000 1.000-2,-3.000 1.000 1,-2.000 3.000-1,-3.000 3.000 1,-3.000 4.000-1,-1.000 2.000 0,4.000 4.000 0,3.000 3.000 1,3.000 3.000 0,-1.000 3.000 0,-2.000 3.000 0,-3.000 3.000 0,-3.000 4.000-1,-2.000 1.000 1,0.000 0.000-1,0.000 0.000 1,0.000 0.000-1,1.000 0.000 1,4.000 0.000 0,3.000 0.000 0,3.000 0.000 0,1.000 0.000 0,1.000 0.000 0,-1.000 0.000-1,1.000 0.000 1,1.000-4.000 0,3.000-5.000 0,3.000-7.000 0,4.000-5.000 1,1.000-4.000 0,0.000 0.000-1,0.000 0.000 0,0.000 0.000 1,3.000 0.000-1,6.000 0.000 0,7.000 0.000 1,6.000 0.000-1,3.000 0.000 1,0.000 0.000 0,0.000 0.000 0,0.000 0.000 1,0.000 1.000 0,0.000 4.000-1,0.000 3.000 0,0.000 3.000 0,0.000 1.000 0,0.000 1.000-1,0.000-1.000 1,0.000 1.000-1,-2.000 1.000 0,-3.000 3.000 1,-3.000 3.000-1,-2.000 4.000 0,-5.000 2.000 1,-2.000 4.000-1,-3.000 3.000 0,-3.000 3.000 0,-2.000 3.000-1,0.000 3.000 1,0.000 3.000 0,0.000 4.000 0,0.000-1.000 1,0.000-3.000-1,0.000-3.000 0,0.000-2.000 0,0.000-1.000 0,0.000 3.000 0,0.000 3.000 0,0.000 4.000 0,0.000-4.000 1,0.000-9.000-1,0.000-10.000 1,0.000-8.000-1,3.000-9.000 1,6.000-6.000 0,7.000-6.000 0,6.000-6.000 1,6.000-4.000-1,6.000 1.000 0,7.000-1.000 0,6.000 1.000 0,6.000 1.000 0,6.000 3.000 0,7.000 3.000 0,6.000 4.000 0,4.000-1.000 0,4.000-3.000 0,3.000-3.000 0,3.000-2.000-1,3.000-1.000 2,3.000 3.000 0,3.000 3.000 1,4.000 4.000 0,2.000 2.000 1,4.000 4.000 0,3.000 3.000-1,3.000 3.000-1,1.000-1.000 0,1.000-2.000 0,-1.000-3.000 1,1.000-3.000 0,-3.000-2.000 0,-2.000 0.000 0,-3.000 0.000-1,-3.000 0.000 1,-4.000 0.000-1,-3.000 0.000 0,-3.000 0.000 0,-2.000 0.000 0,-3.000-5.000 0,1.000-9.000 0,-1.000-10.000 1,1.000-8.000 1,-1.000-8.000-1,1.000-2.000 1,-1.000-3.000-1,1.000-3.000-1,4.000-7.000 1,9.000-9.000-2,10.000-10.000 1,10.000-8.000-1,5.000-6.000-1,4.000 1.000 1,3.000-1.000 1,3.000 1.000-1,3.000-4.000 0,3.000-6.000 0,3.000-6.000-2,4.000-6.000 0,2.000-2.000-1,4.000 3.000 2,3.000 3.000-1,3.000 4.000 2,3.000-1.000 0,3.000-3.000-2,3.000-3.000 1,4.000-2.000-2,1.000-3.000 1,0.000 1.000 0,0.000-1.000 1,0.000 1.000 0,0.000-3.000 0,0.000-2.000 0,0.000-3.000 0,0.000-3.000-1,-2.000-2.000 1,-3.000 0.000 0,-3.000 0.000 0,-2.000 0.000 1,-1.000-2.000-1,3.000-3.000 1,3.000-3.000-1,4.000-2.000 0,-3.000-1.000 1,-5.000 3.000-1,-7.000 3.000 0,-5.000 4.000 1,-4.000-3.000 0,0.000-5.000-1,0.000-7.000 1,0.000-5.000-1,3.000-4.000 1,6.000 0.000-1,7.000 0.000 1,6.000 0.000 1,-1.000 0.000-1,-5.000 0.000 0,-7.000 0.000 0,-5.000 0.000 0,-3.000-4.000-1,4.000-5.000 0,3.000-7.000 0,3.000-5.000-2,6.000-6.000 1,9.000-3.000 0,10.000-3.000 0,10.000-2.000 1,-1.000-1.000-1,-9.000 3.000-1,-10.000 3.000-1,-8.000 4.000-2,-6.000 2.000 0,1.000 4.000 1,-1.000 3.000 1,1.000 3.000 1,1.000 1.000 1,3.000 1.000 0,3.000-1.000-1,4.000 1.000 1,-4.000 1.000 0,-9.000 3.000 0,-10.000 3.000 1,-8.000 4.000 0,-6.000-1.000-1,1.000-3.000 1,-1.000-3.000-1,1.000-2.000 0,-3.000-1.000 1,-2.000 3.000 0,-3.000 3.000 1,-3.000 4.000 1,-4.000-3.000 0,-3.000-5.000 0,-3.000-7.000-1,-2.000-5.000-1,-5.000-4.000 1,-2.000 0.000 0,-3.000 0.000 2,-3.000 0.000 1,-1.000-4.000 0,4.000-5.000-1,3.000-7.000 0,3.000-5.000-2,-1.000-6.000 1,-2.000-3.000 0,-3.000-3.000 1,-3.000-2.000 1,-1.000-3.000-1,4.000 1.000 1,3.000-1.000-2,3.000 1.000 1,3.000 1.000-1,3.000 3.000-1,3.000 3.000 1,4.000 4.000-1,-1.000 2.000 0,-3.000 4.000 0,-3.000 3.000 0,-2.000 3.000 0,-3.000 3.000 0,1.000 3.000 0,-1.000 3.000 0,1.000 4.000 0,1.000 1.000 1,3.000 0.000-1,3.000 0.000 0,4.000 0.000 0,-1.000 1.000 0,-3.000 4.000 0,-3.000 3.000 0,-2.000 3.000 1,-6.000 1.000-1,-6.000 1.000 0,-6.000-1.000 1,-6.000 1.000 0,-2.000-3.000 0,3.000-2.000 0,3.000-3.000 0,4.000-3.000-1,-4.000-2.000 0,-9.000 0.000 0,-10.000 0.000-1,-8.000 0.000 0,-4.000-4.000-1,3.000-5.000-1,3.000-7.000-1,4.000-5.000 0,1.000-4.000 0,0.000 0.000 1,0.000 0.000 0,0.000 0.000 2,0.000-2.000-1,0.000-3.000 1,0.000-3.000-2,0.000-2.000 0,1.000-1.000 0,4.000 3.000 1,3.000 3.000 0,3.000 4.000 0,1.000 1.000 1,1.000 0.000-1,-1.000 0.000 0,1.000 0.000 0,-3.000 1.000 0,-2.000 4.000 0,-3.000 3.000 1,-3.000 3.000-1,-2.000 4.000 1,0.000 7.000 1,0.000 6.000 1,0.000 7.000 2,1.000 2.000-1,4.000 1.000 0,3.000-1.000-2,3.000 1.000 0,-2.000 1.000-1,-6.000 3.000 1,-6.000 3.000 0,-6.000 4.000 0,-4.000 1.000 0,1.000 0.000 0,-1.000 0.000 0,1.000 0.000 0,-1.000-2.000 0,1.000-3.000 2,-1.000-3.000 1,1.000-2.000 2,-3.000-3.000 0,-2.000 1.000-1,-3.000-1.000-3,-3.000 1.000 0,-2.000-1.000-2,0.000 1.000 1,0.000-1.000 0,0.000 1.000 0,0.000-4.000 0,0.000-6.000-1,0.000-6.000 0,0.000-6.000-1,-2.000-2.000-1,-3.000 3.000 2,-3.000 3.000 0,-2.000 4.000 0,-3.000-1.000 0,1.000-3.000-1,-1.000-3.000-1,1.000-2.000-1,1.000-3.000-1,3.000 1.000 2,3.000-1.000 0,4.000 1.000 1,-1.000 1.000 0,-3.000 3.000 0,-3.000 3.000 1,-2.000 4.000-1,-3.000 2.000 1,1.000 4.000 0,-1.000 3.000 0,1.000 3.000 0,-1.000 1.000 1,1.000 1.000-1,-1.000-1.000 0,1.000 1.000-1,-3.000-1.000 0,-2.000 1.000 1,-3.000-1.000 0,-3.000 1.000 1,-2.000 1.000-1,0.000 3.000 0,0.000 3.000 1,0.000 4.000-1,1.000-1.000-1,4.000-3.000 2,3.000-3.000-1,3.000-2.000 0,-1.000-3.000 1,-2.000 1.000-1,-3.000-1.000 0,-3.000 1.000 1,-2.000-1.000-1,0.000 1.000 0,0.000-1.000-1,0.000 1.000 0,0.000-3.000 0,0.000-2.000 0,0.000-3.000 0,0.000-3.000 1,0.000-4.000-1,0.000-3.000-3,0.000-3.000-1,0.000-2.000-2,1.000-3.000 0,4.000 1.000 1,3.000-1.000 2,3.000 1.000 0,-1.000-1.000 2,-2.000 1.000 0,-3.000-1.000-1,-3.000 1.000 1,-2.000-3.000 0,0.000-2.000 0,0.000-3.000 0,0.000-3.000 0,0.000-1.000 0,0.000 4.000 0,0.000 3.000-1,0.000 3.000 1,0.000-1.000 0,0.000-2.000 0,0.000-3.000 1,0.000-3.000 1,-2.000-1.000 0,-3.000 4.000 0,-3.000 3.000-1,-2.000 3.000 0,-1.000-1.000 0,3.000-2.000 0,3.000-3.000 0,4.000-3.000 1,-1.000-2.000 0,-3.000 0.000-1,-3.000 0.000 1,-2.000 0.000-1,-1.000 0.000 1,3.000 0.000-1,3.000 0.000 1,4.000 0.000-1,-1.000-4.000 1,-3.000-5.000-1,-3.000-7.000-1,-2.000-5.000 0,-1.000-6.000 0,3.000-3.000 0,3.000-3.000 0,4.000-2.000 1,-1.000-5.000-1,-3.000-2.000-1,-3.000-3.000 0,-2.000-3.000-1,-1.000-4.000 0,3.000-3.000 1,3.000-3.000 0,4.000-2.000 0,1.000-5.000 1,0.000-2.000-2,0.000-3.000 0,0.000-3.000-2,-2.000 1.000 0,-3.000 6.000 1,-3.000 7.000 1,-2.000 6.000 1,-3.000 3.000 0,1.000 0.000 0,-1.000 0.000 0,1.000 0.000 0,1.000 0.000 0,3.000 0.000 0,3.000 0.000 0,4.000 0.000 0,-1.000 3.000 0,-3.000 6.000 2,-3.000 7.000 1,-2.000 6.000 1,-3.000 3.000 1,1.000 0.000-2,-1.000 0.000 0,1.000 0.000-1,-1.000-2.000 0,1.000-3.000 1,-1.000-3.000 0,1.000-2.000 2,-1.000-1.000-1,1.000 3.000 1,-1.000 3.000-2,1.000 4.000 0,-1.000 1.000-1,1.000 0.000 1,-1.000 0.000 0,1.000 0.000 0,-1.000-2.000 0,1.000-3.000 1,-1.000-3.000 0,1.000-2.000 1,-3.000-1.000 0,-2.000 3.000-1,-3.000 3.000 1,-3.000 4.000-1,-1.000-3.000 0,4.000-5.000 0,3.000-7.000 1,3.000-5.000 1,-1.000-4.000-1,-2.000 0.000 0,-3.000 0.000-1,-3.000 0.000 0,-2.000-2.000 0,0.000-3.000-1,0.000-3.000 1,0.000-2.000-1,0.000-5.000 0,0.000-2.000 0,0.000-3.000 1,0.000-3.000-1,-2.000-2.000 0,-3.000 0.000 0,-3.000 0.000 1,-2.000 0.000-1,-3.000 1.000 0,1.000 4.000-2,-1.000 3.000-1,1.000 3.000-1,-3.000-1.000-1,-2.000-2.000 2,-3.000-3.000 0,-3.000-3.000 1,-1.000-1.000 0,4.000 4.000 0,3.000 3.000 0,3.000 3.000 0,-1.000 4.000 0,-2.000 7.000 0,-3.000 6.000 0,-3.000 7.000 0,-1.000 5.000 1,4.000 7.000 1,3.000 6.000-1,3.000 7.000 2,1.000 2.000-1,1.000 1.000 0,-1.000-1.000-1,1.000 1.000 1,1.000 2.000-1,3.000 7.000 1,3.000 6.000 1,4.000 7.000 1,-1.000 0.000-1,-3.000-2.000 1,-3.000-3.000-1,-2.000-3.000-1,-3.000-2.000 1,1.000 0.000-1,-1.000 0.000 0,1.000 0.000 0,-1.000-2.000 0,1.000-3.000 0,-1.000-3.000 0,1.000-2.000-1,-1.000-3.000 0,1.000 1.000 1,-1.000-1.000 0,1.000 1.000 0,-3.000-4.000-1,-2.000-6.000 0,-3.000-6.000 0,-3.000-6.000-2,-2.000-4.000 1,0.000 1.000 0,0.000-1.000 1,0.000 1.000 0,-2.000-3.000 0,-3.000-2.000-1,-3.000-3.000-1,-2.000-3.000 0,-5.000-7.000-1,-2.000-9.000 1,-3.000-10.000 1,-3.000-8.000 0,-2.000-4.000 0,0.000 3.000-1,0.000 3.000-1,0.000 4.000-1,-2.000-3.000 0,-3.000-5.000 0,-3.000-7.000 1,-2.000-5.000 0,-3.000-3.000 0,1.000 4.000 1,-1.000 3.000 0,1.000 3.000 0,-3.000 3.000 0,-2.000 3.000 0,-3.000 3.000-1,-3.000 4.000-1,-4.000-1.000 0,-3.000-3.000 1,-3.000-3.000 0,-2.000-2.000 1,-3.000-1.000 0,1.000 3.000 1,-1.000 3.000 2,1.000 4.000 1,-1.000 2.000-1,1.000 4.000 0,-1.000 3.000 0,1.000 3.000-2,-1.000 1.000 0,1.000 1.000 0,-1.000-1.000 0,1.000 1.000-1,-1.000-1.000 1,1.000 1.000 2,-1.000-1.000 2,1.000 1.000 0,-3.000-1.000 3,-2.000 1.000 1,-3.000-1.000 1,-3.000 1.000 2,-6.000-3.000 2,-5.000-2.000-1,-7.000-3.000 0,-5.000-3.000 0,-1.000 1.000 0,6.000 6.000-3,7.000 7.000-1,6.000 6.000-1,3.000 3.000-2,0.000 0.000-1,0.000 0.000 0,0.000 0.000 0,-2.000 4.000 0,-3.000 10.000-1,-3.000 10.000 2,-2.000 9.000-1,-1.000 9.000 1,3.000 9.000 1,3.000 10.000 0,4.000 10.000 1,1.000 4.000-1,0.000 0.000 1,0.000 0.000-1,0.000 0.000-1,-2.000 0.000 0,-3.000 0.000-1,-3.000 0.000 0,-2.000 0.000 0,-1.000 0.000 0,3.000 0.000-1,3.000 0.000 1,4.000 0.000 0,1.000-2.000 0,0.000-3.000-2,0.000-3.000 0,0.000-2.000-2,-4.000-6.000 0,-5.000-6.000-1,-7.000-6.000 0,-5.000-6.000 0,-3.000-6.000 0,4.000-2.000 1,3.000-3.000 1,3.000-3.000 1,1.000-2.000 0,1.000 0.000 0,-1.000 0.000-1,1.000 0.000-1,-3.000 0.000 0,-2.000 0.000 0,-3.000 0.000-1,-3.000 0.000 1,1.000 1.000-1,6.000 4.000 1,7.000 3.000-1,6.000 3.000 0,-1.000 3.000 1,-5.000 3.000 0,-7.000 3.000 0,-5.000 4.000 0,-6.000 2.000 1,-3.000 4.000 0,-3.000 3.000 1,-2.000 3.000 0,0.000 1.000 0,7.000 1.000 0,6.000-1.000-1,7.000 1.000 1,0.000 2.000 0,-2.000 7.000 1,-3.000 6.000 1,-3.000 7.000 2,-2.000 0.000 0,0.000-2.000 0,0.000-3.000 0,0.000-3.000 0,0.000-1.000-1,0.000 4.000 0,0.000 3.000-1,0.000 3.000 0,1.000-1.000-1,4.000-2.000 0,3.000-3.000-1,3.000-3.000 1,1.000-4.000-1,1.000-3.000 1,-1.000-3.000 0,1.000-2.000 0,1.000-3.000 0,3.000 1.000 0,3.000-1.000-1,4.000 1.000 1,-1.000-3.000-1,-3.000-2.000 0,-3.000-3.000 1,-2.000-3.000-1,-5.000-4.000 1,-2.000-3.000-2,-3.000-3.000-2,-3.000-2.000 0,1.000-3.000-1,6.000 1.000 1,7.000-1.000 1,6.000 1.000 0,3.000-1.000 0,0.000 1.000-1,0.000-1.000-2,0.000 1.000-2,-4.000 1.000-1,-5.000 3.000 0,-7.000 3.000 0,-5.000 4.000 0,5.000 4.000 0,19.000 6.000 1,19.000 7.000 1,19.000 6.000 0,5.000 4.000-1,-5.000 4.000-5,-7.000 3.000-6,-5.000 3.000-4</inkml:trace>
</inkml:ink>
</file>

<file path=ppt/ink/ink44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2:57"/>
    </inkml:context>
    <inkml:brush xml:id="br0">
      <inkml:brushProperty name="width" value="0.0183261558413506" units="cm"/>
      <inkml:brushProperty name="height" value="0.0183261558413506" units="cm"/>
      <inkml:brushProperty name="color" value="#000000"/>
      <inkml:brushProperty name="ignorePressure" value="0"/>
    </inkml:brush>
  </inkml:definitions>
  <inkml:trace contextRef="#ctx0" brushRef="#br0">63850.000 19000.000 800,'-133.000'-115.000'0,"34.000"23.000"-1,35.000 22.000 0,35.000 22.000 0,16.000 12.000 1,1.000 3.000 2,-1.000 3.000 2,1.000 4.000 3,-1.000 1.000-1,1.000 0.000-1,-1.000 0.000-1,1.000 0.000-2,1.000 1.000 0,3.000 4.000 0,3.000 3.000 1,4.000 3.000 1,1.000 1.000 1,0.000 1.000-2,0.000-1.000 0,0.000 1.000-1,1.000 1.000 0,4.000 3.000 1,3.000 3.000 0,3.000 4.000 1,3.000 2.000 2,3.000 4.000 2,3.000 3.000 4,4.000 3.000 2,1.000 4.000 1,0.000 7.000-3,0.000 6.000-1,0.000 7.000-3,-2.000 2.000-1,-3.000 1.000 0,-3.000-1.000 0,-2.000 1.000 0,-3.000 2.000-1,1.000 7.000-2,-1.000 6.000-2,1.000 7.000-2,-3.000 2.000 0,-2.000 1.000 1,-3.000-1.000 2,-3.000 1.000 0,-1.000-1.000 0,4.000 1.000-2,3.000-1.000-3,3.000 1.000-1,-1.000 1.000-2,-2.000 3.000-2,-3.000 3.000 0,-3.000 4.000-1,-2.000-1.000-1,0.000-3.000 0,0.000-3.000 0,0.000-2.000 0,0.000-3.000 1,0.000 1.000-1,0.000-1.000 2,0.000 1.000-1,0.000-4.000 0,0.000-6.000 0,0.000-6.000 0,0.000-6.000-2,0.000-6.000 0,0.000-2.000 0,0.000-3.000-2,0.000-3.000 0,-2.000-6.000 0,-3.000-5.000 0,-3.000-7.000 1,-2.000-5.000 2,-1.000-8.000-1,3.000-5.000-1,3.000-7.000-1,4.000-5.000-1,1.000-11.000-1,0.000-11.000 1,0.000-14.000 0,0.000-11.000 0,1.000-9.000 1,4.000-3.000 1,3.000-3.000 0,3.000-2.000 1,1.000 0.000 1,1.000 7.000 2,-1.000 6.000 3,1.000 7.000 1</inkml:trace>
</inkml:ink>
</file>

<file path=ppt/ink/ink44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2:58"/>
    </inkml:context>
    <inkml:brush xml:id="br0">
      <inkml:brushProperty name="width" value="0.018928674980998" units="cm"/>
      <inkml:brushProperty name="height" value="0.018928674980998" units="cm"/>
      <inkml:brushProperty name="color" value="#000000"/>
      <inkml:brushProperty name="ignorePressure" value="0"/>
    </inkml:brush>
  </inkml:definitions>
  <inkml:trace contextRef="#ctx0" brushRef="#br0">64050.000 18050.000 774,'-2.000'-46.000'-7,"-3.000"10.000"2,-3.000 10.000 2,-2.000 9.000 1,0.000 6.000 4,7.000 3.000 5,6.000 3.000 6,7.000 4.000 5,4.000 2.000 1,3.000 4.000-1,3.000 3.000-3,4.000 3.000-1,1.000 1.000-3,0.000 1.000-3,0.000-1.000-3,0.000 1.000-4,0.000-3.000-1,0.000-2.000 0,0.000-3.000 1,0.000-3.000-1,1.000-2.000 0,4.000 0.000 0,3.000 0.000-1,3.000 0.000 1,3.000 0.000-1,3.000 0.000 1,3.000 0.000 0,4.000 0.000 0,-1.000 0.000 1,-3.000 0.000 0,-3.000 0.000 1,-2.000 0.000 1,-1.000 0.000 0,3.000 0.000-2,3.000 0.000-1,4.000 0.000 0,-1.000-2.000-2,-3.000-3.000 1,-3.000-3.000-2,-2.000-2.000 1,-3.000-5.000-1,1.000-2.000 1,-1.000-3.000-1,1.000-3.000 1,-3.000-1.000 0,-2.000 4.000 1,-3.000 3.000 0,-3.000 3.000 1,-2.000 3.000 2,0.000 3.000 0,0.000 3.000 3,0.000 4.000 0,-4.000 4.000 2,-5.000 6.000 1,-7.000 7.000 1,-5.000 6.000 1,-4.000 4.000 0,0.000 4.000-2,0.000 3.000-1,0.000 3.000-2,0.000 3.000 0,0.000 3.000-1,0.000 3.000 0,0.000 4.000 0,-2.000 2.000 0,-3.000 4.000-1,-3.000 3.000 1,-2.000 3.000 0,-3.000 3.000 0,1.000 3.000-2,-1.000 3.000 1,1.000 4.000-2,1.000 1.000 0,3.000 0.000 0,3.000 0.000 0,4.000 0.000-1,-1.000 0.000 0,-3.000 0.000-1,-3.000 0.000-2,-2.000 0.000-1,-3.000-2.000-1,1.000-3.000 0,-1.000-3.000 1,1.000-2.000 0,-1.000-3.000-1,1.000 1.000-2,-1.000-1.000-1,1.000 1.000-2,1.000-6.000-2,3.000-8.000-2,3.000-10.000-3,4.000-9.000-2,-1.000-7.000 0,-3.000-3.000 0,-3.000-3.000 1,-2.000-2.000 1,-3.000-6.000-2,1.000-6.000-2,-1.000-6.000-5,1.000-6.000-2,-1.000-4.000-1,1.000 1.000 5,-1.000-1.000 5,1.000 1.000 3</inkml:trace>
</inkml:ink>
</file>

<file path=ppt/ink/ink44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2:58"/>
    </inkml:context>
    <inkml:brush xml:id="br0">
      <inkml:brushProperty name="width" value="0.0171443074941635" units="cm"/>
      <inkml:brushProperty name="height" value="0.0171443074941635" units="cm"/>
      <inkml:brushProperty name="color" value="#000000"/>
      <inkml:brushProperty name="ignorePressure" value="0"/>
    </inkml:brush>
  </inkml:definitions>
  <inkml:trace contextRef="#ctx0" brushRef="#br0">64300.000 18850.000 855,'-22.000'23.000'-27,"6.000"-3.000"5,7.000-3.000 6,6.000-2.000 6,3.000-3.000 4,0.000 1.000 7,0.000-1.000 4,0.000 1.000 7,0.000-1.000 1,0.000 1.000-2,0.000-1.000-1,0.000 1.000-2,1.000-3.000-3,4.000-2.000-1,3.000-3.000-4,3.000-3.000-2,1.000-2.000-2,1.000 0.000-1,-1.000 0.000-1,1.000 0.000 0,1.000 0.000-1,3.000 0.000-1,3.000 0.000 0,4.000 0.000 0,2.000 0.000 0,4.000 0.000 3,3.000 0.000 0,3.000 0.000 3,-1.000-2.000-1,-2.000-3.000-1,-3.000-3.000-2,-3.000-2.000-2,-2.000-1.000-1,0.000 3.000 2,0.000 3.000 0,0.000 4.000 1,-2.000 1.000 0,-3.000 0.000 0,-3.000 0.000 1,-2.000 0.000-2,-3.000 0.000 1,1.000 0.000 0,-1.000 0.000 1,1.000 0.000-1,-3.000 3.000 1,-2.000 6.000 1,-3.000 7.000 0,-3.000 6.000 1,-6.000 4.000 0,-5.000 4.000 1,-7.000 3.000 1,-5.000 3.000 0,-6.000 3.000 1,-3.000 3.000-1,-3.000 3.000 1,-2.000 4.000 0,-3.000 1.000 1,1.000 0.000 4,-1.000 0.000 2,1.000 0.000 3,-1.000-2.000 1,1.000-3.000 0,-1.000-3.000-1,1.000-2.000 0,-1.000-5.000-1,1.000-2.000 1,-1.000-3.000-1,1.000-3.000 2,1.000-2.000-2,3.000 0.000 1,3.000 0.000-2,4.000 0.000 0,5.000-7.000 4,10.000-11.000 7,10.000-14.000 7,9.000-11.000 8,6.000-7.000 0,3.000 0.000-7,3.000 0.000-7,4.000 0.000-7,2.000-2.000-5,4.000-3.000-1,3.000-3.000-1,3.000-2.000-1,1.000-1.000-4,1.000 3.000-3,-1.000 3.000-4,1.000 4.000-5,-1.000 1.000-1,1.000 0.000 2,-1.000 0.000 2,1.000 0.000 2,-1.000 0.000-1,1.000 0.000 0,-1.000 0.000-2,1.000 0.000-1,-4.000 3.000 0,-6.000 6.000 1,-6.000 7.000 2,-6.000 6.000 1,-2.000-1.000-5,3.000-5.000-9,3.000-7.000-9,4.000-5.000-10</inkml:trace>
</inkml:ink>
</file>

<file path=ppt/ink/ink44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2:58"/>
    </inkml:context>
    <inkml:brush xml:id="br0">
      <inkml:brushProperty name="width" value="0.0189774837344885" units="cm"/>
      <inkml:brushProperty name="height" value="0.0189774837344885" units="cm"/>
      <inkml:brushProperty name="color" value="#000000"/>
      <inkml:brushProperty name="ignorePressure" value="0"/>
    </inkml:brush>
  </inkml:definitions>
  <inkml:trace contextRef="#ctx0" brushRef="#br0">64350.000 17450.000 772,'-24.000'-46.000'-2,"4.000"10.000"-4,3.000 10.000-4,3.000 9.000-4,3.000 7.000 1,3.000 7.000 4,3.000 6.000 5,4.000 7.000 5,1.000 2.000 2,0.000 1.000 1,0.000-1.000 0,0.000 1.000 1,0.000 1.000 0,0.000 3.000-1,0.000 3.000 0,0.000 4.000-1,0.000 2.000 1,0.000 4.000 1,0.000 3.000 0,0.000 3.000 1,0.000 3.000 1,0.000 3.000-2,0.000 3.000 0,0.000 4.000 0,1.000 2.000-2,4.000 4.000 1,3.000 3.000 0,3.000 3.000 0,-1.000 6.000 0,-2.000 9.000 0,-3.000 10.000 1,-3.000 10.000-1,-1.000 5.000 1,4.000 4.000-1,3.000 3.000 1,3.000 3.000-1,-1.000 3.000 1,-2.000 3.000 0,-3.000 3.000 0,-3.000 4.000-1,-1.000 2.000 1,4.000 4.000 0,3.000 3.000-1,3.000 3.000 1,-1.000-1.000 0,-2.000-2.000-1,-3.000-3.000 1,-3.000-3.000 0,-2.000-9.000 0,0.000-11.000-1,0.000-14.000 1,0.000-11.000-1,1.000-9.000 0,4.000-3.000 0,3.000-3.000-1,3.000-2.000 0,3.000-9.000 0,3.000-12.000 1,3.000-13.000-1,4.000-12.000 1,2.000-10.000-1,4.000-6.000 1,3.000-6.000-1,3.000-6.000 0,3.000-7.000 0,3.000-6.000 1,3.000-6.000 0,4.000-6.000 0,2.000-6.000-1,4.000-2.000 1,3.000-3.000-1,3.000-3.000-1,-1.000-2.000 0,-2.000 0.000 1,-3.000 0.000 0,-3.000 0.000 0,-2.000 0.000 0,0.000 0.000-1,0.000 0.000-1,0.000 0.000 0,-4.000 1.000-2,-5.000 4.000 1,-7.000 3.000-1,-5.000 3.000 0,-4.000 1.000 0,0.000 1.000 0,0.000-1.000-1,0.000 1.000 0,-2.000 2.000-1,-3.000 7.000-3,-3.000 6.000-3,-2.000 7.000-3,-3.000 2.000-2,1.000 1.000-4,-1.000-1.000-3,1.000 1.000-4,-3.000-3.000-4,-2.000-2.000-6,-3.000-3.000-5,-3.000-3.000-6</inkml:trace>
</inkml:ink>
</file>

<file path=ppt/ink/ink44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2:58"/>
    </inkml:context>
    <inkml:brush xml:id="br0">
      <inkml:brushProperty name="width" value="0.0185438431799412" units="cm"/>
      <inkml:brushProperty name="height" value="0.0185438431799412" units="cm"/>
      <inkml:brushProperty name="color" value="#000000"/>
      <inkml:brushProperty name="ignorePressure" value="0"/>
    </inkml:brush>
  </inkml:definitions>
  <inkml:trace contextRef="#ctx0" brushRef="#br0">66200.000 18300.000 790,'-68.000'1.000'2,"17.000"4.000"1,15.000 3.000 2,16.000 3.000 2,7.000-1.000 3,1.000-2.000 4,-1.000-3.000 4,1.000-3.000 5,5.000-4.000 0,14.000-3.000-4,11.000-3.000-3,14.000-2.000-5,3.000-3.000-1,-2.000 1.000-2,-3.000-1.000 0,-3.000 1.000-1,-1.000-3.000 0,4.000-2.000-1,3.000-3.000-1,3.000-3.000 0,-1.000-2.000-3,-2.000 0.000-5,-3.000 0.000-6,-3.000 0.000-5,-1.000 0.000-2,4.000 0.000 2,3.000 0.000 4,3.000 0.000 2,-1.000 0.000-1,-2.000 0.000-4,-3.000 0.000-3,-3.000 0.000-5,-2.000 0.000-2,0.000 0.000 0,0.000 0.000 1,0.000 0.000-1,0.000 1.000 1,0.000 4.000 1,0.000 3.000 1,0.000 3.000 2,-2.000 1.000 0,-3.000 1.000 3,-3.000-1.000 0,-2.000 1.000 3</inkml:trace>
</inkml:ink>
</file>

<file path=ppt/ink/ink45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2:59"/>
    </inkml:context>
    <inkml:brush xml:id="br0">
      <inkml:brushProperty name="width" value="0.0151102030649781" units="cm"/>
      <inkml:brushProperty name="height" value="0.0151102030649781" units="cm"/>
      <inkml:brushProperty name="color" value="#000000"/>
      <inkml:brushProperty name="ignorePressure" value="0"/>
    </inkml:brush>
  </inkml:definitions>
  <inkml:trace contextRef="#ctx0" brushRef="#br0">66450.000 17550.000 970,'0.000'-29.000'-5,"0.000"-5.000"-10,0.000-7.000-11,0.000-5.000-10,0.000-1.000 3,0.000 6.000 14,0.000 7.000 14,0.000 6.000 15,0.000 4.000 7,0.000 4.000-2,0.000 3.000-1,0.000 3.000-1,0.000 1.000-2,0.000 1.000 0,0.000-1.000-2,0.000 1.000 0,1.000 1.000-1,4.000 3.000-1,3.000 3.000 0,3.000 4.000-1,-1.000 2.000-1,-2.000 4.000 0,-3.000 3.000-1,-3.000 3.000-1,-1.000 4.000 0,4.000 7.000-1,3.000 6.000 0,3.000 7.000 0,1.000 5.000-2,1.000 7.000-1,-1.000 6.000-2,1.000 7.000-2,-1.000 5.000 0,1.000 7.000 3,-1.000 6.000 1,1.000 7.000 4,-1.000 2.000-1,1.000 1.000-3,-1.000-1.000-1,1.000 1.000-3,-1.000-1.000 0,1.000 1.000 1,-1.000-1.000 2,1.000 1.000 2,-3.000 1.000 0,-2.000 3.000 1,-3.000 3.000 0,-3.000 4.000 1,-1.000-1.000 0,4.000-3.000-1,3.000-3.000 0,3.000-2.000 0,-1.000-5.000 1,-2.000-2.000 0,-3.000-3.000 2,-3.000-3.000 0,-2.000-4.000 0,0.000-3.000 0,0.000-3.000-1,0.000-2.000-1,-2.000-5.000 0,-3.000-2.000-1,-3.000-3.000-2,-2.000-3.000-1,-3.000-6.000 0,1.000-5.000-1,-1.000-7.000-1,1.000-5.000 0,-1.000-4.000-1,1.000 0.000 0,-1.000 0.000-1,1.000 0.000 1,-1.000-2.000-1,1.000-3.000 0,-1.000-3.000 0,1.000-2.000-1,-1.000-5.000-1,1.000-2.000-3,-1.000-3.000-4,1.000-3.000-3,1.000-4.000-1,3.000-3.000 3,3.000-3.000 1,4.000-2.000 2,-1.000-5.000 2,-3.000-2.000-2,-3.000-3.000 1,-2.000-3.000-1</inkml:trace>
</inkml:ink>
</file>

<file path=ppt/ink/ink45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2:59"/>
    </inkml:context>
    <inkml:brush xml:id="br0">
      <inkml:brushProperty name="width" value="0.0160520970821381" units="cm"/>
      <inkml:brushProperty name="height" value="0.0160520970821381" units="cm"/>
      <inkml:brushProperty name="color" value="#000000"/>
      <inkml:brushProperty name="ignorePressure" value="0"/>
    </inkml:brush>
  </inkml:definitions>
  <inkml:trace contextRef="#ctx0" brushRef="#br0">66350.000 18800.000 913,'0.000'23.000'9,"0.000"-3.000"0,0.000-3.000 0,0.000-2.000 0,-2.000-1.000 0,-3.000 3.000 0,-3.000 3.000 0,-2.000 4.000 1,-5.000 1.000-1,-2.000 0.000-5,-3.000 0.000-4,-3.000 0.000-3,-1.000 1.000-2,4.000 4.000-1,3.000 3.000 0,3.000 3.000-1,-1.000-1.000 0,-2.000-2.000 0,-3.000-3.000-1,-3.000-3.000 0,-1.000-1.000 0,4.000 4.000 0,3.000 3.000 1,3.000 3.000 0,1.000-2.000 0,1.000-6.000-1,-1.000-6.000 0,1.000-6.000-1,1.000-2.000 1,3.000 3.000-1,3.000 3.000 1,4.000 4.000 0,2.000-6.000-2,4.000-11.000-5,3.000-14.000-5,3.000-11.000-6</inkml:trace>
</inkml:ink>
</file>

<file path=ppt/ink/ink45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2:59"/>
    </inkml:context>
    <inkml:brush xml:id="br0">
      <inkml:brushProperty name="width" value="0.0158735793083906" units="cm"/>
      <inkml:brushProperty name="height" value="0.0158735793083906" units="cm"/>
      <inkml:brushProperty name="color" value="#000000"/>
      <inkml:brushProperty name="ignorePressure" value="0"/>
    </inkml:brush>
  </inkml:definitions>
  <inkml:trace contextRef="#ctx0" brushRef="#br0">66200.000 19250.000 923,'68.000'-69.000'-2,"-11.000"13.000"-7,-14.000 12.000-4,-11.000 13.000-7,-7.000 6.000-2,0.000 0.000 0,0.000 0.000 1,0.000 0.000 0,-2.000 1.000 4,-3.000 4.000 11,-3.000 3.000 8,-2.000 3.000 10,-1.000 1.000 5,3.000 1.000 0,3.000-1.000-1,4.000 1.000 0,-1.000 1.000 1,-3.000 3.000-1,-3.000 3.000 0,-2.000 4.000 0,-1.000 1.000 0,3.000 0.000-1,3.000 0.000-2,4.000 0.000 0,-1.000 1.000-3,-3.000 4.000-1,-3.000 3.000-4,-2.000 3.000-2,-1.000 3.000-3,3.000 3.000-2,3.000 3.000-2,4.000 4.000-3,1.000-1.000-1,0.000-3.000 0,0.000-3.000 2,0.000-2.000 0,-2.000-5.000 1,-3.000-2.000 1,-3.000-3.000 2,-2.000-3.000 0,-1.000-1.000-5,3.000 4.000-11,3.000 3.000-13,4.000 3.000-12</inkml:trace>
</inkml:ink>
</file>

<file path=ppt/ink/ink45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2:59"/>
    </inkml:context>
    <inkml:brush xml:id="br0">
      <inkml:brushProperty name="width" value="0.0159812811762094" units="cm"/>
      <inkml:brushProperty name="height" value="0.0159812811762094" units="cm"/>
      <inkml:brushProperty name="color" value="#000000"/>
      <inkml:brushProperty name="ignorePressure" value="0"/>
    </inkml:brush>
  </inkml:definitions>
  <inkml:trace contextRef="#ctx0" brushRef="#br0">67250.000 18100.000 917,'1.000'-27.000'0,"4.000"-3.000"-1,3.000-3.000 0,3.000-2.000-1,-1.000 0.000 0,-2.000 7.000 2,-3.000 6.000 0,-3.000 7.000 1,-2.000 2.000 2,0.000 1.000 2,0.000-1.000 2,0.000 1.000 3,1.000-1.000 0,4.000 1.000 1,3.000-1.000 0,3.000 1.000-1,3.000 1.000 0,3.000 3.000-4,3.000 3.000-2,4.000 4.000-4,-3.000 4.000-2,-5.000 6.000-3,-7.000 7.000-2,-5.000 6.000-3,-3.000 4.000-1,4.000 4.000 1,3.000 3.000 2,3.000 3.000 1,-1.000 3.000 1,-2.000 3.000 3,-3.000 3.000 2,-3.000 4.000 2,-2.000 2.000 0,0.000 4.000-1,0.000 3.000-2,0.000 3.000-1,0.000 1.000-1,0.000 1.000 1,0.000-1.000 2,0.000 1.000 0,0.000-1.000 1,0.000 1.000 1,0.000-1.000-1,0.000 1.000 1,-2.000 1.000-1,-3.000 3.000 0,-3.000 3.000-2,-2.000 4.000 0,-3.000-1.000 0,1.000-3.000 0,-1.000-3.000 1,1.000-2.000 1,-1.000-5.000 0,1.000-2.000-4,-1.000-3.000-1,1.000-3.000-4,-1.000-2.000 1,1.000 0.000 1,-1.000 0.000 2,1.000 0.000 2,-1.000-5.000 0,1.000-9.000-3,-1.000-10.000-1,1.000-8.000-2,-1.000-8.000-4,1.000-2.000-3,-1.000-3.000-4,1.000-3.000-4</inkml:trace>
</inkml:ink>
</file>

<file path=ppt/ink/ink45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00"/>
    </inkml:context>
    <inkml:brush xml:id="br0">
      <inkml:brushProperty name="width" value="0.0211826991289854" units="cm"/>
      <inkml:brushProperty name="height" value="0.0211826991289854" units="cm"/>
      <inkml:brushProperty name="color" value="#000000"/>
      <inkml:brushProperty name="ignorePressure" value="0"/>
    </inkml:brush>
  </inkml:definitions>
  <inkml:trace contextRef="#ctx0" brushRef="#br0">67850.000 17850.000 692,'-22.000'-41.000'2,"6.000"19.000"2,7.000 19.000 2,6.000 19.000 3,4.000 9.000 0,4.000 0.000-4,3.000 0.000-2,3.000 0.000-4,-1.000 1.000-2,-2.000 4.000 0,-3.000 3.000-1,-3.000 3.000 0,-2.000 1.000 0,0.000 1.000 0,0.000-1.000 0,0.000 1.000 2,1.000-1.000-1,4.000 1.000 1,3.000-1.000 1,3.000 1.000 0,-1.000-1.000 1,-2.000 1.000 1,-3.000-1.000 0,-3.000 1.000 1,-2.000 1.000 0,0.000 3.000 0,0.000 3.000 0,0.000 4.000-1,0.000-1.000-1,0.000-3.000 1,0.000-3.000-1,0.000-2.000 0,0.000-1.000 1,0.000 3.000 1,0.000 3.000 2,0.000 4.000 1,1.000 1.000 0,4.000 0.000-1,3.000 0.000 0,3.000 0.000-2,-1.000 0.000 1,-2.000 0.000 2,-3.000 0.000 2,-3.000 0.000 1,-2.000 0.000 2,0.000 0.000 0,0.000 0.000 0,0.000 0.000 2,1.000 0.000-1,4.000 0.000 0,3.000 0.000 0,3.000 0.000 0,1.000-4.000-1,1.000-5.000 0,-1.000-7.000-1,1.000-5.000-2,1.000-4.000 0,3.000 0.000 0,3.000 0.000 0,4.000 0.000 0,1.000-4.000-1,0.000-5.000-2,0.000-7.000 0,0.000-5.000-2,0.000-4.000 0,0.000 0.000 1,0.000 0.000 1,0.000 0.000 2,0.000-4.000-1,0.000-5.000 2,0.000-7.000-1,0.000-5.000 2,0.000-4.000-1,0.000 0.000 0,0.000 0.000 0,0.000 0.000-1,0.000 0.000 0,0.000 0.000-3,0.000 0.000-2,0.000 0.000-3,-2.000 0.000-2,-3.000 0.000-2,-3.000 0.000-2,-2.000 0.000-2,-3.000 0.000-1,1.000 0.000 1,-1.000 0.000 1,1.000 0.000 1,-1.000 0.000-2,1.000 0.000-3,-1.000 0.000-2,1.000 0.000-4,-3.000 0.000-1,-2.000 0.000 1,-3.000 0.000 0,-3.000 0.000 1,-2.000-2.000 1,0.000-3.000 2,0.000-3.000 0,0.000-2.000 2,1.000 0.000-2,4.000 7.000-7,3.000 6.000-6,3.000 7.000-7</inkml:trace>
</inkml:ink>
</file>

<file path=ppt/ink/ink45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04"/>
    </inkml:context>
    <inkml:brush xml:id="br0">
      <inkml:brushProperty name="width" value="0.0243183486163616" units="cm"/>
      <inkml:brushProperty name="height" value="0.0243183486163616" units="cm"/>
      <inkml:brushProperty name="color" value="#000000"/>
      <inkml:brushProperty name="ignorePressure" value="0"/>
    </inkml:brush>
  </inkml:definitions>
  <inkml:trace contextRef="#ctx0" brushRef="#br0">20410.000 30383.000 603,'0.000'-50.000'0,"0.000"-3.000"0,0.000-2.000 0,0.000-2.000 0,-2.000 4.000 0,0.000 10.000 0,-4.000 11.000 0,-1.000 10.000 0,0.000 5.000 0,2.000-3.000 3,2.000-2.000 0,1.000-2.000 3,2.000 1.000 0,0.000 1.000 0,0.000 2.000 1,0.000 2.000 1,0.000 2.000 2,0.000-1.000 2,0.000 1.000 5,0.000-1.000 3,0.000 6.000 4,0.000 10.000 7,0.000 10.000 6,0.000 11.000 6,0.000 6.000-1,0.000 2.000-7,0.000 2.000-8,0.000 2.000-8,0.000 2.000-6,0.000 2.000-4,0.000 3.000-3,0.000 1.000-4,0.000 3.000-1,0.000 1.000 0,0.000 3.000 1,0.000 2.000 0,0.000 4.000 1,0.000 6.000-2,0.000 6.000 0,0.000 7.000-2,2.000 4.000-1,1.000 5.000-1,2.000 4.000-3,2.000 4.000-1,1.000 4.000-1,-3.000 1.000 0,-3.000 3.000-1,0.000 1.000 1,-2.000 3.000-1,0.000 1.000 0,0.000 3.000 1,0.000 2.000-1,0.000 0.000 1,0.000-2.000 0,0.000-3.000 1,0.000-1.000 0,0.000-7.000 0,0.000-10.000-4,0.000-10.000-2,0.000-11.000-2,0.000-8.000-1,0.000-6.000 2,0.000-7.000 1,0.000-5.000 1,0.000-13.000-5,4.000-15.000-11,1.000-18.000-10,2.000-15.000-11,0.000-8.000-1,-1.000 6.000 9,-3.000 3.000 10,-2.000 4.000 9,-1.000 0.000 7,0.000-3.000 4,0.000-5.000 2,0.000-5.000 4</inkml:trace>
</inkml:ink>
</file>

<file path=ppt/ink/ink45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05"/>
    </inkml:context>
    <inkml:brush xml:id="br0">
      <inkml:brushProperty name="width" value="0.0186004284769297" units="cm"/>
      <inkml:brushProperty name="height" value="0.0186004284769297" units="cm"/>
      <inkml:brushProperty name="color" value="#000000"/>
      <inkml:brushProperty name="ignorePressure" value="0"/>
    </inkml:brush>
  </inkml:definitions>
  <inkml:trace contextRef="#ctx0" brushRef="#br0">20177.000 30151.000 788,'0.000'-18.000'0,"0.000"-1.000"0,0.000-3.000 0,0.000-2.000 0,-1.000 1.000 2,-2.000 5.000 3,-2.000 3.000 3,-2.000 5.000 3,-1.000 3.000 2,-1.000 1.000-1,1.000 3.000-1,0.000 2.000-1,-2.000 1.000 2,-1.000 0.000 3,-3.000 0.000 3,-1.000 0.000 2,-1.000 2.000 1,3.000 4.000-5,1.000 5.000-3,3.000 3.000-4,1.000 3.000-2,0.000 0.000-3,-1.000-1.000-1,1.000 1.000-1,-2.000 0.000-3,-1.000 3.000 1,-2.000 2.000-1,-3.000 2.000-1,1.000 2.000 0,1.000 2.000 0,3.000 2.000 1,1.000 2.000 0,1.000 0.000 1,-2.000-2.000 0,-3.000-2.000 0,-1.000-2.000 0,0.000-1.000-2,5.000 0.000-5,3.000 0.000-4,5.000 0.000-5,1.000-2.000-1,-2.000-1.000 2,-2.000-2.000 1,-2.000-2.000 2,0.000-2.000-4,5.000 1.000-12,4.000-1.000-10,5.000 1.000-12</inkml:trace>
</inkml:ink>
</file>

<file path=ppt/ink/ink45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05"/>
    </inkml:context>
    <inkml:brush xml:id="br0">
      <inkml:brushProperty name="width" value="0.0158828571438789" units="cm"/>
      <inkml:brushProperty name="height" value="0.0158828571438789" units="cm"/>
      <inkml:brushProperty name="color" value="#000000"/>
      <inkml:brushProperty name="ignorePressure" value="0"/>
    </inkml:brush>
  </inkml:definitions>
  <inkml:trace contextRef="#ctx0" brushRef="#br0">20476.000 29886.000 923,'15.000'30.000'2,"-5.000"-6.000"0,-4.000-7.000-1,-4.000-5.000-1,-1.000-4.000 3,3.000 0.000 5,0.000 0.000 4,4.000 1.000 5,0.000-1.000-1,0.000 0.000-5,1.000 1.000-6,-1.000-1.000-6,1.000 0.000-4,3.000 1.000-2,1.000-1.000-2,3.000 0.000-2,0.000 0.000-6,-3.000 1.000-9,-1.000-1.000-9,-4.000 0.000-9</inkml:trace>
</inkml:ink>
</file>

<file path=ppt/ink/ink45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05"/>
    </inkml:context>
    <inkml:brush xml:id="br0">
      <inkml:brushProperty name="width" value="0.0195173881947994" units="cm"/>
      <inkml:brushProperty name="height" value="0.0195173881947994" units="cm"/>
      <inkml:brushProperty name="color" value="#000000"/>
      <inkml:brushProperty name="ignorePressure" value="0"/>
    </inkml:brush>
  </inkml:definitions>
  <inkml:trace contextRef="#ctx0" brushRef="#br0">20576.000 28259.000 751,'-44.000'-60.000'3,"13.000"13.000"6,12.000 11.000 5,13.000 14.000 7,8.000 6.000 1,4.000 2.000 0,5.000 3.000-3,3.000 2.000-1,3.000-1.000-1,-1.000-1.000-1,1.000-2.000-2,0.000-3.000 0,1.000-1.000-2,5.000 1.000 0,4.000-1.000-2,4.000 1.000 1,1.000 0.000-3,-2.000 3.000-3,-2.000 1.000-4,-2.000 3.000-2,-1.000-1.000-4,0.000-1.000-1,0.000-2.000-4,0.000-3.000-1,0.000 0.000-2,0.000 3.000 2,0.000 2.000 0,0.000 1.000 2,-1.000 2.000-2,1.000 0.000-3,0.000-1.000-4,0.000 1.000-3,-2.000 0.000-2,-4.000-1.000 1,-5.000 1.000 2,-3.000 0.000 0,-3.000 1.000 1,0.000 1.000 0,1.000 3.000-1,-1.000 2.000 1,-1.000 0.000 0,-2.000-2.000 1,-2.000-2.000-1,-2.000-2.000 1</inkml:trace>
</inkml:ink>
</file>

<file path=ppt/ink/ink45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05"/>
    </inkml:context>
    <inkml:brush xml:id="br0">
      <inkml:brushProperty name="width" value="0.0160995814949274" units="cm"/>
      <inkml:brushProperty name="height" value="0.0160995814949274" units="cm"/>
      <inkml:brushProperty name="color" value="#000000"/>
      <inkml:brushProperty name="ignorePressure" value="0"/>
    </inkml:brush>
  </inkml:definitions>
  <inkml:trace contextRef="#ctx0" brushRef="#br0">20841.000 27430.000 910,'-28.000'-27.000'-70,"11.000"12.000"36,9.000 13.000 36,11.000 13.000 36,7.000 8.000 12,1.000 7.000-13,3.000 6.000-12,1.000 7.000-13,1.000 3.000-6,-3.000 3.000-1,-1.000 2.000 0,-3.000 1.000-1,0.000 3.000-1,3.000 2.000-2,1.000 2.000-2,3.000 2.000-2,-1.000 4.000 0,-2.000 7.000 0,-1.000 5.000 1,-2.000 7.000 1,-2.000 2.000 0,0.000-2.000 0,0.000-2.000 1,1.000-3.000 0,-1.000 0.000 1,0.000 0.000 0,1.000-1.000 1,-1.000 1.000 2,-1.000-2.000-1,-2.000-5.000-1,-1.000-4.000-1,-4.000-3.000 0,0.000-6.000-1,0.000-7.000 0,0.000-5.000 0,0.000-7.000 0,0.000-5.000 1,-4.000-4.000-1,-1.000-4.000 2,-2.000-4.000-1,-2.000-6.000 0,-3.000-6.000-1,-1.000-6.000-3,-3.000-6.000-2,0.000-4.000-3,3.000-3.000-4,2.000-1.000-4,1.000-3.000-4,2.000 0.000-1,0.000-1.000 2,-1.000 1.000 2,1.000-1.000 3,1.000 0.000 0,2.000 1.000-1,1.000-1.000 0,3.000 1.000-2,0.000-1.000 0,-2.000 1.000 0,-2.000-1.000 1,-2.000 0.000 0</inkml:trace>
</inkml:ink>
</file>

<file path=ppt/ink/ink46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05"/>
    </inkml:context>
    <inkml:brush xml:id="br0">
      <inkml:brushProperty name="width" value="0.0174003578722477" units="cm"/>
      <inkml:brushProperty name="height" value="0.0174003578722477" units="cm"/>
      <inkml:brushProperty name="color" value="#000000"/>
      <inkml:brushProperty name="ignorePressure" value="0"/>
    </inkml:brush>
  </inkml:definitions>
  <inkml:trace contextRef="#ctx0" brushRef="#br0">20708.000 28824.000 842,'-16.000'0.000'1,"-1.000"0.000"1,1.000 0.000 1,-1.000 0.000 1,1.000-1.000 2,3.000-3.000 0,1.000-1.000 3,3.000-2.000 0,3.000-1.000 3,4.000-1.000 2,4.000 1.000 3,4.000 0.000 3,3.000 0.000-1,3.000-1.000-4,1.000 1.000-4,3.000 0.000-4,2.000-3.000-5,1.000-3.000-5,3.000-5.000-5,2.000-4.000-7,2.000-2.000-2,2.000 1.000 1,2.000-1.000 0,2.000 0.000 0,-1.000 1.000-4,-4.000 2.000-7,-4.000 2.000-9,-4.000 3.000-8</inkml:trace>
</inkml:ink>
</file>

<file path=ppt/ink/ink46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05"/>
    </inkml:context>
    <inkml:brush xml:id="br0">
      <inkml:brushProperty name="width" value="0.0152970459312201" units="cm"/>
      <inkml:brushProperty name="height" value="0.0152970459312201" units="cm"/>
      <inkml:brushProperty name="color" value="#000000"/>
      <inkml:brushProperty name="ignorePressure" value="0"/>
    </inkml:brush>
  </inkml:definitions>
  <inkml:trace contextRef="#ctx0" brushRef="#br0">21837.000 27065.000 958,'-16.000'0.000'1,"3.000"0.000"2,1.000 0.000 1,3.000 0.000 1,2.000-1.000 1,2.000-2.000-2,1.000-3.000 0,3.000-1.000-2,1.000 1.000-1,0.000 4.000 2,0.000 4.000 0,0.000 4.000 2,0.000 2.000-5,0.000 1.000-8,0.000-1.000-8,0.000 0.000-10,1.000 0.000-1,3.000-3.000 3,1.000-2.000 6,2.000-2.000 3,1.000 0.000 1,0.000 2.000-2,1.000 2.000-3,-1.000 2.000-3</inkml:trace>
</inkml:ink>
</file>

<file path=ppt/ink/ink46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06"/>
    </inkml:context>
    <inkml:brush xml:id="br0">
      <inkml:brushProperty name="width" value="0.015086904168129" units="cm"/>
      <inkml:brushProperty name="height" value="0.015086904168129" units="cm"/>
      <inkml:brushProperty name="color" value="#000000"/>
      <inkml:brushProperty name="ignorePressure" value="0"/>
    </inkml:brush>
  </inkml:definitions>
  <inkml:trace contextRef="#ctx0" brushRef="#br0">21405.000 27596.000 972,'-30.000'30.000'-2,"6.000"-6.000"-2,7.000-7.000-4,5.000-5.000-2,5.000-3.000 0,2.000 2.000 5,2.000 3.000 3,2.000 1.000 4,1.000 1.000 4,0.000-3.000 2,0.000-1.000 2,0.000-3.000 2,0.000 1.000 0,0.000 1.000-3,0.000 2.000-3,0.000 3.000-3,0.000 0.000-3,0.000-3.000 0,0.000-2.000-1,0.000-1.000-1,1.000-3.000-4,2.000-2.000-4,2.000-2.000-6,2.000-2.000-5,1.000-1.000-1,1.000 0.000 2,-1.000 0.000 3,0.000 0.000 3,1.000 0.000 1,-1.000 0.000 1,0.000 0.000 0,1.000 0.000 1,-1.000 0.000 0,0.000 0.000 0,1.000 0.000-2,-1.000 0.000 1</inkml:trace>
</inkml:ink>
</file>

<file path=ppt/ink/ink46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06"/>
    </inkml:context>
    <inkml:brush xml:id="br0">
      <inkml:brushProperty name="width" value="0.0186637956649065" units="cm"/>
      <inkml:brushProperty name="height" value="0.0186637956649065" units="cm"/>
      <inkml:brushProperty name="color" value="#000000"/>
      <inkml:brushProperty name="ignorePressure" value="0"/>
    </inkml:brush>
  </inkml:definitions>
  <inkml:trace contextRef="#ctx0" brushRef="#br0">21638.000 27563.000 785,'16.000'-17.000'-4,"1.000"0.000"-8,-1.000 1.000-9,1.000-1.000-8,-2.000 2.000 3,-1.000 1.000 14,-3.000 3.000 16,-1.000 1.000 14,-2.000 3.000 7,0.000 2.000-1,1.000 2.000 0,-1.000 2.000-2,1.000 1.000 1,3.000 0.000 4,1.000 0.000 4,3.000 0.000 2,1.000 0.000-1,3.000 0.000-7,2.000 0.000-7,2.000 0.000-8,0.000 0.000-7,1.000 0.000-11,0.000 0.000-8,0.000 0.000-10</inkml:trace>
</inkml:ink>
</file>

<file path=ppt/ink/ink46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06"/>
    </inkml:context>
    <inkml:brush xml:id="br0">
      <inkml:brushProperty name="width" value="0.0184122193604708" units="cm"/>
      <inkml:brushProperty name="height" value="0.0184122193604708" units="cm"/>
      <inkml:brushProperty name="color" value="#000000"/>
      <inkml:brushProperty name="ignorePressure" value="0"/>
    </inkml:brush>
  </inkml:definitions>
  <inkml:trace contextRef="#ctx0" brushRef="#br0">21671.000 27795.000 796,'-16.000'0.000'2,"3.000"0.000"5,1.000 0.000 5,3.000 0.000 3,0.000 1.000 5,-3.000 2.000 3,-1.000 2.000 2,-3.000 2.000 3,1.000 2.000-1,1.000-1.000-7,3.000 0.000-6,1.000 1.000-5,2.000 1.000-7,0.000 4.000-7,-1.000 5.000-5,1.000 4.000-6,0.000 1.000-1,-1.000-2.000 2,2.000-3.000 3,-2.000-1.000 2,2.000-1.000 0,1.000-1.000-4,3.000 1.000-4,3.000-1.000-4,-2.000 1.000-1,-1.000 0.000 1,-2.000-1.000 2,-2.000 1.000 2,-1.000-2.000 0,4.000-1.000 0,1.000-3.000 1,1.000-2.000 0,2.000 0.000 1,0.000-1.000 1,0.000 0.000 1,0.000 1.000 1,0.000-1.000 2,0.000 0.000 2,0.000 1.000 3,0.000-1.000 2</inkml:trace>
</inkml:ink>
</file>

<file path=ppt/ink/ink46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06"/>
    </inkml:context>
    <inkml:brush xml:id="br0">
      <inkml:brushProperty name="width" value="0.0158175565302372" units="cm"/>
      <inkml:brushProperty name="height" value="0.0158175565302372" units="cm"/>
      <inkml:brushProperty name="color" value="#000000"/>
      <inkml:brushProperty name="ignorePressure" value="0"/>
    </inkml:brush>
  </inkml:definitions>
  <inkml:trace contextRef="#ctx0" brushRef="#br0">21870.000 27894.000 927,'30.000'-14.000'-37,"-6.000"3.000"15,-6.000 5.000 17,-7.000 4.000 15,-3.000 2.000 9,1.000 0.000 2,-1.000 0.000 1,0.000 0.000 1,0.000 1.000-3,1.000 2.000-6,-1.000 3.000-7,0.000 1.000-6,1.000 2.000-12,-1.000 3.000-12,0.000 1.000-15,1.000 3.000-13</inkml:trace>
</inkml:ink>
</file>

<file path=ppt/ink/ink46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06"/>
    </inkml:context>
    <inkml:brush xml:id="br0">
      <inkml:brushProperty name="width" value="0.0210525635629892" units="cm"/>
      <inkml:brushProperty name="height" value="0.0210525635629892" units="cm"/>
      <inkml:brushProperty name="color" value="#000000"/>
      <inkml:brushProperty name="ignorePressure" value="0"/>
    </inkml:brush>
  </inkml:definitions>
  <inkml:trace contextRef="#ctx0" brushRef="#br0">21704.000 28392.000 696,'0.000'30.000'2,"0.000"-6.000"3,0.000-6.000 3,0.000-7.000 4,2.000-4.000 2,4.000-1.000 0,5.000-3.000-1,3.000-2.000 1,4.000-1.000-3,2.000 0.000-5,1.000 0.000-5,3.000 0.000-6,-1.000 1.000-5,-4.000 2.000-4,-5.000 2.000-5,-3.000 2.000-4,-4.000 3.000 0,-2.000 1.000 3,-2.000 3.000 4,-2.000 1.000 4,-2.000 2.000 3,-2.000-1.000 4,-2.000 1.000 3,-2.000 0.000 4,-3.000-1.000 2,-1.000 1.000 1,-3.000-1.000 1,-1.000 1.000 1,-2.000-1.000-1,0.000 1.000-1,1.000 0.000-1,-1.000-1.000-3,2.000 1.000 1,1.000-1.000 2,3.000 1.000 1,2.000 0.000 2,0.000-2.000 1,1.000-1.000 1,0.000-3.000-1,-1.000-2.000 1,1.000 1.000 0,0.000 1.000 2,0.000 3.000 1,-1.000 1.000 1,4.000 1.000 3,6.000-3.000 7,6.000-1.000 6,7.000-3.000 5,4.000-2.000 1,1.000-2.000-8,3.000-1.000-7,2.000-3.000-8,1.000-1.000-3,-1.000 0.000-2,1.000 0.000-1,0.000 0.000-1,0.000 0.000-3,0.000 0.000-5,0.000 0.000-5,0.000 0.000-5,0.000-1.000 0,0.000-3.000 2,0.000-1.000 2,0.000-2.000 3,0.000 0.000-3,4.000 2.000-7,0.000 1.000-7,4.000 3.000-7,-2.000 0.000-6,-4.000-2.000-5,-4.000-2.000-5,-5.000-2.000-4</inkml:trace>
</inkml:ink>
</file>

<file path=ppt/ink/ink46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10"/>
    </inkml:context>
    <inkml:brush xml:id="br0">
      <inkml:brushProperty name="width" value="0.0155067769810557" units="cm"/>
      <inkml:brushProperty name="height" value="0.0155067769810557" units="cm"/>
      <inkml:brushProperty name="color" value="#000000"/>
      <inkml:brushProperty name="ignorePressure" value="0"/>
    </inkml:brush>
  </inkml:definitions>
  <inkml:trace contextRef="#ctx0" brushRef="#br0">23098.000 27065.000 945,'-2.000'-19.000'2,"-4.000"-4.000"2,-5.000-4.000 3,-3.000-4.000 2,-1.000 3.000 1,5.000 11.000-2,3.000 9.000-3,6.000 11.000-1,1.000 7.000-2,0.000 1.000-1,0.000 3.000 0,0.000 1.000 0,0.000 3.000-1,0.000 1.000 0,0.000 3.000 0,0.000 2.000 0,0.000 1.000-1,0.000 0.000-3,0.000 0.000-2,0.000 0.000-2,0.000 1.000-2,0.000 2.000 0,0.000 2.000-1,0.000 2.000 0,0.000 2.000-2,0.000 2.000-1,0.000 3.000-2,0.000 1.000-2,-2.000 1.000 1,-5.000-3.000 1,-3.000-2.000 3,-5.000-1.000 1,0.000-2.000 0,1.000 0.000-1,3.000 0.000-1,1.000 0.000-2,2.000-1.000 2,0.000-2.000 3,-1.000-2.000 2,1.000-2.000 5,0.000-3.000 1,0.000-4.000 1,0.000-5.000 0,-1.000-3.000 1,1.000-3.000 0,0.000 0.000 1,-1.000 1.000 0,1.000-1.000-1</inkml:trace>
</inkml:ink>
</file>

<file path=ppt/ink/ink46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10"/>
    </inkml:context>
    <inkml:brush xml:id="br0">
      <inkml:brushProperty name="width" value="0.0206947531551123" units="cm"/>
      <inkml:brushProperty name="height" value="0.0206947531551123" units="cm"/>
      <inkml:brushProperty name="color" value="#000000"/>
      <inkml:brushProperty name="ignorePressure" value="0"/>
    </inkml:brush>
  </inkml:definitions>
  <inkml:trace contextRef="#ctx0" brushRef="#br0">22998.000 27496.000 708,'60.000'-75.000'0,"-16.000"17.000"0,-14.000 17.000 0,-14.000 16.000 0,-8.000 10.000 1,0.000 5.000 0,1.000 4.000 2,-1.000 4.000 0,0.000 2.000 2,1.000 0.000 1,-1.000 0.000 2,0.000 0.000 1,1.000 1.000 1,3.000 2.000 0,1.000 2.000 2,3.000 2.000 1,1.000 1.000-2,-1.000-3.000-6,1.000-2.000-6,-1.000-2.000-6,0.000 0.000-5,-3.000 2.000-2,-1.000 2.000-2,-3.000 3.000-4,-1.000-1.000 1,0.000-2.000 2,1.000-2.000 2,-1.000-2.000 3,-1.000 0.000-1,-2.000 2.000-1,-1.000 3.000-1,-3.000 1.000-3,-2.000 2.000 1,-2.000 3.000 3,-3.000 1.000 2,-1.000 3.000 3,-1.000 0.000 2,-1.000 1.000 1,1.000-1.000 2,0.000 1.000 2,-1.000 1.000 1,-3.000 1.000 0,-1.000 3.000 0,-3.000 2.000 0,-2.000 1.000 1,-5.000 0.000 0,-4.000 0.000 0,-4.000-1.000 0,-2.000 2.000 0,3.000 2.000 0,3.000 2.000 2,0.000 3.000-1,2.000-1.000 1,1.000-2.000-2,-1.000-2.000 0,0.000-2.000-1,-1.000 0.000 3,-2.000 2.000 5,-2.000 2.000 8,-2.000 2.000 5,0.000-1.000 2,6.000-4.000-2,3.000-4.000-2,4.000-4.000-4,2.000-4.000 2,1.000-1.000 3,0.000-3.000 4,-1.000-2.000 4,1.000 0.000 2,2.000-1.000-3,3.000 0.000-2,2.000 0.000-2,4.000 0.000-2,6.000-3.000-1,6.000-2.000-2,7.000-2.000-2,3.000-3.000-1,3.000-4.000-2,2.000-5.000-2,2.000-3.000-1,1.000-3.000-2,3.000 1.000-1,3.000-1.000-1,1.000 1.000 0,1.000-1.000-1,0.000 0.000 0,0.000 1.000-1,1.000-1.000 1,-1.000 0.000-3,0.000-3.000-7,0.000-2.000-5,0.000-2.000-7,1.000 0.000 0,-1.000 3.000 1,0.000 1.000 4,0.000 2.000 2,-1.000 2.000 0,-2.000-1.000-6,-2.000 0.000-4,-2.000 1.000-4,-1.000-1.000-2,0.000 1.000 3,0.000-1.000 4,0.000 0.000 2,-1.000 2.000 0,-3.000 1.000-3,-1.000 3.000-2,-2.000 2.000-4,-3.000 0.000 2,-1.000 1.000 3,-3.000 0.000 4,-1.000-1.000 3</inkml:trace>
</inkml:ink>
</file>

<file path=ppt/ink/ink46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11"/>
    </inkml:context>
    <inkml:brush xml:id="br0">
      <inkml:brushProperty name="width" value="0.0166277270764112" units="cm"/>
      <inkml:brushProperty name="height" value="0.0166277270764112" units="cm"/>
      <inkml:brushProperty name="color" value="#000000"/>
      <inkml:brushProperty name="ignorePressure" value="0"/>
    </inkml:brush>
  </inkml:definitions>
  <inkml:trace contextRef="#ctx0" brushRef="#br0">23231.000 27231.000 882,'0.000'-38.000'-4,"0.000"-7.000"-8,0.000-9.000-8,0.000-8.000-8,0.000 2.000-1,0.000 16.000 3,0.000 14.000 3,0.000 14.000 5,0.000 10.000 10,0.000 4.000 17,0.000 4.000 19,0.000 4.000 17,1.000 6.000 4,2.000 5.000-10,2.000 7.000-8,2.000 6.000-11,1.000 4.000-5,-3.000 3.000-2,-2.000 1.000-2,-2.000 2.000-1,0.000 4.000-3,2.000 4.000-2,2.000 4.000-2,2.000 4.000-2,1.000 2.000-3,-3.000 0.000 0,-2.000 0.000 0,-2.000 0.000-1,0.000 0.000-1,2.000 0.000-1,3.000 0.000 0,1.000 0.000 0,0.000 0.000-1,-2.000 0.000 1,-2.000 0.000 1,-2.000 1.000 0,-1.000-1.000 1,0.000 0.000 1,0.000 0.000 0,0.000 0.000 1,0.000 0.000 0,0.000 0.000 0,0.000 0.000-1,0.000 0.000 0,-1.000-2.000-4,-2.000-4.000-8,-2.000-4.000-8,-2.000-5.000-9,-2.000-1.000-2,1.000-1.000 3,0.000 1.000 4,-1.000-1.000 3,0.000-1.000 4,-2.000-5.000 2,-3.000-4.000 4,-1.000-4.000 2</inkml:trace>
</inkml:ink>
</file>

<file path=ppt/ink/ink47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11"/>
    </inkml:context>
    <inkml:brush xml:id="br0">
      <inkml:brushProperty name="width" value="0.0157301723957062" units="cm"/>
      <inkml:brushProperty name="height" value="0.0157301723957062" units="cm"/>
      <inkml:brushProperty name="color" value="#000000"/>
      <inkml:brushProperty name="ignorePressure" value="0"/>
    </inkml:brush>
  </inkml:definitions>
  <inkml:trace contextRef="#ctx0" brushRef="#br0">22998.000 28591.000 932,'0.000'-30.000'0,"0.000"6.000"0,0.000 7.000 0,0.000 5.000 0,0.000 3.000 0,0.000-2.000-2,0.000-3.000 1,0.000-1.000-2,2.000 0.000 3,1.000 5.000 5,2.000 3.000 6,2.000 5.000 5,2.000 2.000 1,3.000 0.000-4,1.000 0.000-5,3.000 0.000-5,1.000-1.000-2,-1.000-2.000-4,0.000-2.000-2,1.000-2.000-2,-1.000-2.000-2,-3.000 1.000 1,-2.000 0.000-1,-1.000 0.000 0,-1.000-1.000 1,3.000 1.000-1,1.000 0.000 0,3.000-1.000-1,-1.000 1.000 1,-1.000 0.000 0,-3.000 0.000 1,-2.000-1.000 0,0.000 2.000 1,-1.000 2.000 1,0.000 2.000 1,1.000 2.000 1,-1.000 0.000 1,0.000-3.000 0,1.000-1.000 0,-1.000-2.000 2,0.000 0.000-1,1.000 2.000 0,-2.000 1.000 0,2.000 3.000 0,-1.000 0.000-1,0.000-2.000 1,1.000-2.000-1,-1.000-2.000-1,0.000 0.000 0,1.000 1.000-3,-1.000 3.000-1,0.000 2.000-3,1.000 1.000 1,-1.000 0.000 1,0.000 0.000 3,1.000 0.000 1,-1.000-1.000 0,0.000-2.000-1,0.000-2.000-2,1.000-2.000-2,-1.000-1.000 0,0.000 3.000 2,1.000 2.000 3,-1.000 2.000 1,0.000 1.000 2,0.000 0.000 1,1.000 0.000 0,-1.000 0.000 0,-1.000 1.000 1,-1.000 2.000-1,-3.000 2.000 1,-2.000 3.000 0,-1.000 0.000 0,0.000 0.000 1,0.000 1.000 1,0.000-1.000 1,0.000 0.000-1,0.000 0.000-1,0.000 1.000 0,0.000-1.000-2,0.000 0.000 2,0.000 1.000 3,0.000-1.000 4,0.000 0.000 3,0.000 1.000 1,0.000-1.000 0,0.000 0.000-1,0.000 0.000-1,1.000-1.000-3,2.000-5.000-5,2.000-4.000-6,2.000-5.000-4,2.000-2.000-3,-1.000-2.000 0,0.000-3.000 2,1.000-1.000 0,-2.000-1.000 1,-2.000 3.000 2,-2.000 1.000 1,-2.000 3.000 1,0.000 0.000 2,2.000-3.000-1,2.000-1.000 2,3.000-3.000-1</inkml:trace>
</inkml:ink>
</file>

<file path=ppt/ink/ink47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11"/>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23828.000 27662.000 1000,'2.000'-36.000'-5,"4.000"-7.000"-8,5.000-5.000-10,3.000-7.000-8,2.000 1.000-2,-3.000 8.000 6,-1.000 9.000 4,-3.000 8.000 5,-2.000 5.000 5,-2.000 2.000 3,-2.000 2.000 3,-1.000 3.000 3,-1.000 1.000 2,2.000 3.000 0,2.000 1.000 0,2.000 3.000 0,1.000 2.000 0,1.000 1.000 1,-1.000 3.000 1,0.000 2.000 0,1.000 1.000 0,-1.000 0.000 0,0.000 0.000 0,0.000 0.000 0,0.000 2.000 0,-3.000 5.000 0,-2.000 3.000 1,-2.000 4.000-1,-1.000 4.000 1,0.000 2.000 2,0.000 2.000 1,0.000 1.000 0,0.000 2.000 2,0.000 0.000-2,0.000 0.000-1,0.000 0.000 0,0.000 0.000-1,0.000 0.000 2,0.000 0.000 1,0.000 0.000 1,0.000-1.000 1,0.000 1.000-2,0.000 0.000-1,0.000 0.000-2,-1.000 0.000-1,-2.000 0.000-2,-2.000 0.000-1,-3.000 0.000-2,1.000-3.000 0,2.000-3.000 1,2.000-4.000 1,2.000-5.000 1,0.000-2.000-1,-2.000 1.000-3,-2.000-1.000-4,-3.000 0.000-4</inkml:trace>
</inkml:ink>
</file>

<file path=ppt/ink/ink47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11"/>
    </inkml:context>
    <inkml:brush xml:id="br0">
      <inkml:brushProperty name="width" value="0.0155310677364469" units="cm"/>
      <inkml:brushProperty name="height" value="0.0155310677364469" units="cm"/>
      <inkml:brushProperty name="color" value="#000000"/>
      <inkml:brushProperty name="ignorePressure" value="0"/>
    </inkml:brush>
  </inkml:definitions>
  <inkml:trace contextRef="#ctx0" brushRef="#br0">24193.000 26135.000 944,'-16.000'-2.000'-1,"3.000"-4.000"0,2.000-4.000-1,1.000-5.000-2,2.000 1.000 0,0.000 3.000 1,-1.000 5.000-1,1.000 4.000 1,1.000 4.000 0,2.000 4.000 3,2.000 5.000 1,2.000 3.000 3,1.000 4.000 0,0.000 2.000 1,0.000 1.000-1,0.000 3.000 0,1.000 2.000-1,2.000 2.000-2,2.000 2.000-3,2.000 2.000-2,0.000 3.000-1,-1.000 1.000 2,-3.000 2.000 2,-2.000 3.000 1,1.000 2.000 0,4.000 5.000-1,4.000 4.000-1,5.000 4.000-2,0.000 3.000-1,-1.000 2.000 3,-3.000 2.000 0,-1.000 3.000 1,-1.000 2.000 0,2.000 5.000-2,3.000 4.000-3,1.000 3.000-3,1.000 2.000 1,-3.000-2.000 2,-1.000-2.000 2,-3.000-2.000 3,-1.000-1.000 1,1.000 3.000 0,-1.000 2.000-1,0.000 2.000 0,0.000 2.000 1,-3.000 2.000 2,-2.000 2.000 2,-2.000 2.000 2,-1.000-1.000 1,0.000-7.000 1,0.000-7.000 0,0.000-5.000 1,0.000-5.000 1,0.000-2.000 0,0.000-1.000 1,0.000-3.000 1,0.000-3.000-1,0.000-4.000-1,0.000-5.000-2,0.000-3.000-2,0.000-6.000-2,0.000-6.000-3,0.000-6.000-4,0.000-6.000-3,-1.000-6.000-1,-2.000-3.000 3,-2.000-5.000 3,-3.000-4.000 1,1.000-4.000-1,2.000-4.000-6,2.000-5.000-5,2.000-3.000-7,1.000-3.000-5,0.000 1.000-3,0.000-1.000-4,0.000 1.000-3</inkml:trace>
</inkml:ink>
</file>

<file path=ppt/ink/ink47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12"/>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24691.000 26766.000 1000,'-16.000'1.000'-1,"-1.000"2.000"0,0.000 2.000-1,1.000 3.000-1,1.000 1.000 1,5.000 2.000 1,3.000 3.000 1,5.000 1.000 3,2.000 1.000-1,0.000-3.000-1,0.000-1.000-1,0.000-3.000-2,0.000 1.000 0,0.000 1.000-1,0.000 2.000 1,0.000 3.000 1,0.000 1.000-2,0.000-1.000-4,0.000 1.000-3,0.000-1.000-4,1.000 0.000-3,2.000-3.000-5,3.000-1.000-4,1.000-3.000-5</inkml:trace>
</inkml:ink>
</file>

<file path=ppt/ink/ink47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12"/>
    </inkml:context>
    <inkml:brush xml:id="br0">
      <inkml:brushProperty name="width" value="0.0152220679447055" units="cm"/>
      <inkml:brushProperty name="height" value="0.0152220679447055" units="cm"/>
      <inkml:brushProperty name="color" value="#000000"/>
      <inkml:brushProperty name="ignorePressure" value="0"/>
    </inkml:brush>
  </inkml:definitions>
  <inkml:trace contextRef="#ctx0" brushRef="#br0">24791.000 26567.000 963,'0.000'-16.000'1,"0.000"3.000"4,0.000 1.000 2,0.000 3.000 3,1.000 2.000-1,2.000 2.000-5,2.000 2.000-4,2.000 2.000-6,1.000 2.000-1,1.000 2.000 0,-1.000 2.000 2,0.000 2.000 0,0.000 1.000 0,1.000 1.000 1,-1.000-1.000-1,0.000 0.000 1,1.000 0.000-2,-1.000-3.000-2,0.000-2.000-3,1.000-2.000-2,0.000 0.000-1,2.000 2.000 0,3.000 2.000 0,1.000 2.000 2,0.000 2.000-2,-5.000-1.000 0,-4.000 0.000-1,-4.000 1.000-1,0.000-1.000 1,1.000 0.000 4,2.000 1.000 3,2.000-1.000 4,0.000 1.000 3,-1.000 3.000-1,-4.000 1.000 1,0.000 3.000 1,-4.000-1.000 0,-1.000-1.000 0,-2.000-3.000 1,-2.000-2.000 0,0.000 1.000 0,1.000 1.000 1,4.000 3.000 0,0.000 1.000 0,2.000 1.000 1,-4.000-3.000-2,-1.000-1.000 0,-2.000-3.000-1,-1.000-1.000-2,-1.000 1.000-2,1.000-1.000-1,0.000 0.000-2</inkml:trace>
</inkml:ink>
</file>

<file path=ppt/ink/ink47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12"/>
    </inkml:context>
    <inkml:brush xml:id="br0">
      <inkml:brushProperty name="width" value="0.0166621822863817" units="cm"/>
      <inkml:brushProperty name="height" value="0.0166621822863817" units="cm"/>
      <inkml:brushProperty name="color" value="#000000"/>
      <inkml:brushProperty name="ignorePressure" value="0"/>
    </inkml:brush>
  </inkml:definitions>
  <inkml:trace contextRef="#ctx0" brushRef="#br0">25421.000 26268.000 880,'-45.000'0.000'2,"11.000"0.000"5,10.000 0.000 4,11.000 0.000 4,5.000 1.000 3,-1.000 2.000-2,1.000 3.000 1,0.000 1.000-1,0.000 2.000-4,3.000 3.000-7,2.000 1.000-6,2.000 3.000-7,2.000 0.000-5,2.000 1.000 1,2.000-1.000-2,3.000 1.000 0,1.000-3.000-2,2.000-3.000-3,3.000-5.000-3,1.000-4.000-4,1.000-1.000 0,-3.000 2.000 3,-1.000 2.000 2,-3.000 3.000 3,0.000 0.000 2,-1.000 0.000 0,0.000 1.000 2,0.000-1.000 0</inkml:trace>
</inkml:ink>
</file>

<file path=ppt/ink/ink47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12"/>
    </inkml:context>
    <inkml:brush xml:id="br0">
      <inkml:brushProperty name="width" value="0.018524793908" units="cm"/>
      <inkml:brushProperty name="height" value="0.018524793908" units="cm"/>
      <inkml:brushProperty name="color" value="#000000"/>
      <inkml:brushProperty name="ignorePressure" value="0"/>
    </inkml:brush>
  </inkml:definitions>
  <inkml:trace contextRef="#ctx0" brushRef="#br0">24857.000 27297.000 791,'-20.000'18.000'-3,"-6.000"1.000"-8,-6.000 3.000-7,-6.000 2.000-7,-1.000-1.000 1,7.000-5.000 10,6.000-3.000 8,7.000-5.000 10,3.000-1.000 6,3.000-1.000 3,1.000 0.000 4,3.000 1.000 3,1.000-1.000 1,3.000 0.000-1,2.000 0.000 0,2.000 1.000-2,5.000-2.000 2,9.000-2.000 2,8.000-2.000 3,8.000-2.000 2,3.000-2.000-1,-2.000-2.000-8,-2.000-2.000-7,-2.000-2.000-7,0.000-3.000-3,2.000-1.000 2,2.000-2.000 0,2.000-3.000 1,1.000-2.000-1,0.000-1.000-4,1.000-3.000-3,-2.000-2.000-4,2.000 0.000-3,-1.000 2.000-3,0.000 3.000-3,0.000 1.000-3,-1.000 1.000-2,-1.000 1.000 1,-4.000-1.000 0,0.000 1.000 0,-3.000-1.000 0,1.000 0.000-1,0.000 1.000-1,0.000-1.000-1,-1.000 2.000 0,-2.000 1.000 1,-3.000 3.000 1,-1.000 1.000 1</inkml:trace>
</inkml:ink>
</file>

<file path=ppt/ink/ink47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12"/>
    </inkml:context>
    <inkml:brush xml:id="br0">
      <inkml:brushProperty name="width" value="0.016017634421587" units="cm"/>
      <inkml:brushProperty name="height" value="0.016017634421587" units="cm"/>
      <inkml:brushProperty name="color" value="#000000"/>
      <inkml:brushProperty name="ignorePressure" value="0"/>
    </inkml:brush>
  </inkml:definitions>
  <inkml:trace contextRef="#ctx0" brushRef="#br0">25222.000 27164.000 915,'-16.000'-30.000'0,"2.000"6.000"-2,4.000 7.000 0,0.000 5.000-1,3.000 4.000 2,2.000 0.000 6,2.000-1.000 5,1.000 1.000 5,1.000 1.000 1,-2.000 2.000-1,-2.000 2.000-4,-2.000 2.000-2,-1.000 3.000-3,-1.000 4.000-2,1.000 4.000-3,0.000 5.000-1,0.000 2.000-3,3.000 3.000 0,2.000 2.000-1,2.000 2.000 0,-1.000 1.000-1,-4.000-1.000-2,-5.000 1.000-2,-3.000 0.000-1,-2.000 0.000-1,3.000 0.000 3,1.000 0.000 1,3.000 0.000 1,0.000 1.000 1,-3.000 2.000-1,-1.000 2.000-1,-3.000 2.000-1,-1.000 1.000-1,-3.000 0.000 1,-2.000 1.000 1,-2.000-1.000 0,1.000 0.000 1,1.000 0.000 0,2.000 0.000 0,3.000 0.000 1,0.000 0.000 0,0.000-3.000 0,1.000-2.000 0,-1.000-2.000 0,1.000-2.000 0,3.000 1.000 0,1.000 0.000 1,3.000 0.000 0,1.000-2.000-1,-1.000-4.000-1,2.000-5.000-2,-2.000-3.000-2,3.000-5.000 0,4.000-4.000-1,4.000-4.000-1,4.000-4.000 0</inkml:trace>
</inkml:ink>
</file>

<file path=ppt/ink/ink47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13"/>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25122.000 27629.000 1000,'1.000'-15.000'-72,"2.000"5.000"17,3.000 4.000 16,1.000 4.000 17,0.000 1.000 15,-2.000-2.000 14,-2.000-3.000 12,-2.000-1.000 14,1.000 0.000 4,1.000 2.000-5,2.000 2.000-6,2.000 2.000-4,1.000 1.000-9,1.000 0.000-13,-1.000 0.000-12,0.000 0.000-13,1.000-2.000-6,-1.000-1.000 2,0.000-2.000 0,1.000-2.000 1</inkml:trace>
</inkml:ink>
</file>

<file path=ppt/ink/ink47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13"/>
    </inkml:context>
    <inkml:brush xml:id="br0">
      <inkml:brushProperty name="width" value="0.0149891944602132" units="cm"/>
      <inkml:brushProperty name="height" value="0.0149891944602132" units="cm"/>
      <inkml:brushProperty name="color" value="#000000"/>
      <inkml:brushProperty name="ignorePressure" value="0"/>
    </inkml:brush>
  </inkml:definitions>
  <inkml:trace contextRef="#ctx0" brushRef="#br0">25388.000 26766.000 978,'-30.000'0.000'-46,"6.000"0.000"9,6.000 0.000 9,7.000 0.000 10,4.000 1.000 12,1.000 2.000 16,3.000 2.000 16,2.000 3.000 15,1.000 0.000 1,0.000 0.000-15,0.000 1.000-17,0.000-1.000-14,0.000 0.000-8,0.000 0.000 3,0.000 1.000 1,0.000-1.000 2,0.000 1.000-4,0.000 3.000-9,0.000 1.000-9,0.000 3.000-9</inkml:trace>
</inkml:ink>
</file>

<file path=ppt/ink/ink48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13"/>
    </inkml:context>
    <inkml:brush xml:id="br0">
      <inkml:brushProperty name="width" value="0.0156281739473343" units="cm"/>
      <inkml:brushProperty name="height" value="0.0156281739473343" units="cm"/>
      <inkml:brushProperty name="color" value="#000000"/>
      <inkml:brushProperty name="ignorePressure" value="0"/>
    </inkml:brush>
  </inkml:definitions>
  <inkml:trace contextRef="#ctx0" brushRef="#br0">24558.000 28160.000 938,'15.000'-1.000'0,"-5.000"-2.000"2,-4.000-2.000 4,-4.000-3.000 2,-1.000 1.000 2,2.000 2.000 0,3.000 2.000 0,1.000 2.000 1,1.000 2.000-6,1.000 2.000-12,-1.000 2.000-10,0.000 2.000-11,-1.000 2.000-3,-2.000-1.000 2,-1.000 0.000 4,-3.000 0.000 4,-1.000 1.000 2,0.000-1.000 1,0.000 0.000 3,0.000 1.000 1,1.000-1.000 1,2.000 0.000 2,2.000 1.000 1,2.000-1.000 2,1.000 0.000 1,-3.000 0.000 1,-2.000 1.000 2,-2.000-1.000 2</inkml:trace>
</inkml:ink>
</file>

<file path=ppt/ink/ink48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13"/>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25056.000 27894.000 1000,'15.000'15.000'-12,"-1.000"-5.000"-1,-3.000-4.000-1,-1.000-3.000-3,-2.000-3.000-1,0.000 0.000-2,1.000 0.000-1,-1.000 0.000-2,0.000 0.000 0,1.000 0.000 4,-1.000 0.000 3,0.000 0.000 3,0.000 0.000 3,1.000 0.000 2,-1.000 0.000 2,0.000 0.000 3,1.000 0.000 1,-1.000 0.000 0,0.000 0.000 1,1.000 0.000 0,-1.000-1.000 1,0.000-3.000 0,1.000-1.000-1,-1.000-2.000 1,0.000-1.000 0,1.000-1.000 0,-2.000 1.000 0,2.000 0.000 0,-1.000-1.000 0,0.000 1.000 0,1.000 0.000 0,-1.000 0.000 0,0.000-1.000 0,1.000 1.000 1,-1.000 0.000 0,0.000-1.000 1,1.000 1.000 0,-1.000 0.000-1,0.000 0.000 0,0.000-1.000 0,1.000 1.000 3,-1.000 0.000 6,0.000-1.000 6,0.000 1.000 7,0.000 2.000 1,-3.000 4.000-3,-2.000 4.000-3,-2.000 4.000-3,-1.000 2.000-2,0.000 1.000-1,0.000-1.000-3,0.000 0.000-1,0.000 1.000-1,0.000-1.000-2,0.000 0.000 0,0.000 0.000-2,0.000 2.000 1,0.000 1.000 0,0.000 3.000 0,0.000 1.000 2,-1.000 1.000-2,-2.000-3.000-2,-2.000-1.000-3,-3.000-3.000-3,1.000-1.000 0,2.000 1.000 1,2.000-1.000 2,2.000 0.000 1,1.000 0.000 0,0.000 1.000-3,0.000-1.000-4,0.000 0.000-2,-1.000 1.000-4,-2.000-1.000-7,-2.000 0.000-5,-3.000 1.000-7</inkml:trace>
</inkml:ink>
</file>

<file path=ppt/ink/ink48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1"/>
    </inkml:context>
    <inkml:brush xml:id="br0">
      <inkml:brushProperty name="width" value="0.0183755625039339" units="cm"/>
      <inkml:brushProperty name="height" value="0.0183755625039339" units="cm"/>
      <inkml:brushProperty name="color" value="#000000"/>
      <inkml:brushProperty name="ignorePressure" value="0"/>
    </inkml:brush>
  </inkml:definitions>
  <inkml:trace contextRef="#ctx0" brushRef="#br0">32939.000 29110.000 798,'-18.000'0.000'-53,"4.000"0.000"11,3.000 0.000 10,4.000 0.000 12,3.000 0.000 12,1.000 2.000 15,1.000 1.000 15,2.000 2.000 15,0.000 1.000 3,0.000 5.000-9,0.000 3.000-10,0.000 5.000-9,0.000 2.000-5,0.000 3.000-2,0.000 2.000-1,0.000 3.000-2,0.000 3.000 0,0.000 5.000-1,0.000 6.000-1,0.000 4.000 0,0.000 6.000-1,2.000 4.000 1,1.000 6.000-1,1.000 5.000 0,1.000 4.000-1,1.000 6.000 1,-1.000 4.000-1,0.000 5.000-1,-1.000 5.000 1,1.000 2.000-1,1.000 2.000 1,-1.000 3.000 0,0.000 2.000 0,-1.000 5.000 2,1.000 3.000 1,1.000 5.000 1,-1.000-1.000 0,0.000-1.000 1,-1.000-4.000-2,1.000-2.000 1,0.000-1.000-1,-2.000-2.000 0,-1.000-1.000 1,-1.000-1.000-1,-1.000-2.000 1,0.000-1.000 4,0.000-1.000 3,0.000-2.000 4,0.000-2.000 0,0.000-5.000 1,0.000-6.000-1,0.000-5.000 0,0.000-3.000-1,0.000-2.000 0,0.000-4.000 0,0.000-1.000-1,-1.000-6.000-1,-1.000-7.000-2,-1.000-8.000-2,-2.000-7.000-2,0.000-6.000-1,1.000-1.000 0,-1.000-4.000 0,0.000-2.000 0,0.000-2.000-2,2.000-2.000-1,1.000-4.000-2,1.000-1.000-2,1.000-8.000-5,0.000-8.000-8,0.000-12.000-7,0.000-9.000-9,0.000-5.000-4,0.000 0.000-3,0.000 0.000-3,0.000 0.000-2</inkml:trace>
</inkml:ink>
</file>

<file path=ppt/ink/ink48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1"/>
    </inkml:context>
    <inkml:brush xml:id="br0">
      <inkml:brushProperty name="width" value="0.0174213238060474" units="cm"/>
      <inkml:brushProperty name="height" value="0.0174213238060474" units="cm"/>
      <inkml:brushProperty name="color" value="#000000"/>
      <inkml:brushProperty name="ignorePressure" value="0"/>
    </inkml:brush>
  </inkml:definitions>
  <inkml:trace contextRef="#ctx0" brushRef="#br0">32780.000 29389.000 841,'-18.000'-26.000'0,"3.000"8.000"0,4.000 6.000 0,5.000 8.000 0,1.000 4.000 0,0.000-2.000 3,-1.000-1.000 3,2.000-1.000 2,-1.000-1.000 1,0.000 2.000-1,-1.000 1.000-1,1.000 2.000 0,-1.000 1.000 1,-2.000 3.000 1,-3.000 2.000 3,-3.000 2.000 1,-1.000 3.000 1,2.000 1.000 0,1.000 1.000-2,2.000 1.000 0,0.000 2.000-3,0.000 1.000-4,0.000 1.000-2,0.000 2.000-5,-2.000 1.000-2,-1.000 5.000-1,-4.000 3.000-2,-1.000 5.000-1,-2.000 1.000 0,2.000-1.000 2,1.000 1.000 2,2.000 1.000 2,-1.000-1.000-1,-1.000 0.000-2,-1.000-1.000-3,-1.000 1.000-3,-1.000 1.000-1,2.000-2.000 2,1.000 2.000 1,1.000-2.000 1,2.000 0.000 1,1.000-5.000 0,1.000-3.000-2,1.000-5.000 0,3.000-2.000-2,2.000-5.000-3,2.000-3.000-2,2.000-5.000-3,3.000-2.000-2,1.000-2.000 0,1.000-4.000-1,2.000-2.000-2</inkml:trace>
</inkml:ink>
</file>

<file path=ppt/ink/ink48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1"/>
    </inkml:context>
    <inkml:brush xml:id="br0">
      <inkml:brushProperty name="width" value="0.0172481909394264" units="cm"/>
      <inkml:brushProperty name="height" value="0.0172481909394264" units="cm"/>
      <inkml:brushProperty name="color" value="#000000"/>
      <inkml:brushProperty name="ignorePressure" value="0"/>
    </inkml:brush>
  </inkml:definitions>
  <inkml:trace contextRef="#ctx0" brushRef="#br0">32819.000 29270.000 850,'18.000'-1.000'0,"-3.000"-1.000"0,-4.000-1.000 0,-5.000-1.000 0,0.000-1.000 0,1.000 2.000 0,1.000 1.000 0,2.000 2.000 1,0.000 1.000-1,2.000 2.000 1,1.000 4.000 1,2.000 2.000 0,0.000 1.000 3,0.000 2.000 5,0.000 1.000 4,0.000 2.000 5,1.000 0.000 1,2.000 2.000-1,4.000 1.000-1,1.000 1.000-2,2.000 3.000-3,0.000 2.000-5,0.000 2.000-7,0.000 2.000-4,1.000 2.000-3,1.000 1.000 2,1.000-2.000 1,2.000 2.000 1,-3.000-4.000-1,-4.000-4.000-5,-6.000-6.000-4,-4.000-5.000-6,-3.000-1.000-5,2.000-2.000-9,1.000 2.000-7,2.000-2.000-9</inkml:trace>
</inkml:ink>
</file>

<file path=ppt/ink/ink48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2"/>
    </inkml:context>
    <inkml:brush xml:id="br0">
      <inkml:brushProperty name="width" value="0.0146944271400571" units="cm"/>
      <inkml:brushProperty name="height" value="0.0146944271400571" units="cm"/>
      <inkml:brushProperty name="color" value="#000000"/>
      <inkml:brushProperty name="ignorePressure" value="0"/>
    </inkml:brush>
  </inkml:definitions>
  <inkml:trace contextRef="#ctx0" brushRef="#br0">31160.000 26989.000 998,'-12.000'-21.000'-2,"-1.000"-2.000"-2,-4.000-4.000-4,-1.000-2.000-2,0.000 2.000-2,3.000 4.000 1,5.000 6.000 1,3.000 5.000 1,2.000 2.000 1,2.000 2.000 2,1.000 1.000 0,1.000 1.000 2,2.000 3.000 3,1.000 4.000 5,1.000 3.000 6,2.000 4.000 5,0.000 3.000 1,0.000-2.000-3,-1.000 2.000-3,1.000-2.000-4,1.000 3.000-1,-2.000 4.000-1,2.000 3.000-1,-2.000 5.000 0,1.000 0.000-1,1.000-1.000-1,-1.000-1.000-1,0.000-2.000-1,-1.000 1.000-1,1.000 1.000-1,1.000 1.000-1,-1.000 1.000-1,-1.000 2.000-1,-1.000 1.000 0,-1.000 1.000-1,-2.000 1.000 0,0.000 1.000-1,0.000-2.000-2,0.000-1.000-2,0.000-1.000-1,0.000-2.000 0,0.000-1.000 1,0.000-1.000 1,0.000-2.000 1,0.000 0.000 0,0.000-2.000-1,0.000-1.000-2,0.000-1.000 0,0.000-3.000-1,0.000-1.000 2,0.000-4.000 2,0.000-1.000 2</inkml:trace>
</inkml:ink>
</file>

<file path=ppt/ink/ink48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2"/>
    </inkml:context>
    <inkml:brush xml:id="br0">
      <inkml:brushProperty name="width" value="0.0174417532980442" units="cm"/>
      <inkml:brushProperty name="height" value="0.0174417532980442" units="cm"/>
      <inkml:brushProperty name="color" value="#000000"/>
      <inkml:brushProperty name="ignorePressure" value="0"/>
    </inkml:brush>
  </inkml:definitions>
  <inkml:trace contextRef="#ctx0" brushRef="#br0">31200.000 26470.000 840,'-1.000'-10.000'0,"-1.000"2.000"-3,-1.000 1.000-1,-2.000 1.000-3,1.000 2.000 0,1.000-2.000 0,1.000 2.000-1,2.000-1.000 0,0.000 0.000 1,2.000 2.000 1,1.000 1.000 4,1.000 2.000 1,2.000 0.000 1,1.000 0.000 1,1.000 0.000-1,1.000 0.000 1,2.000 0.000 1,1.000 2.000 3,1.000 1.000 3,1.000 2.000 2,2.000 0.000 2,1.000-1.000-3,1.000 1.000-1,1.000 0.000-2,2.000 0.000-1,1.000-2.000-2,1.000-1.000-1,2.000-1.000-2,0.000-1.000 0,0.000 0.000 1,0.000 0.000 1,0.000 0.000 0,0.000-1.000-1,0.000-1.000 0,0.000-1.000-2,0.000-2.000-1,0.000 0.000-1,0.000-2.000 2,0.000-1.000 0,0.000-1.000 2,-2.000-2.000 0,-1.000-1.000 0,-4.000-1.000 1,-1.000-1.000 0,-2.000-1.000 0,-1.000 2.000 0,1.000 1.000 1,0.000 2.000 1,0.000 0.000-1,-2.000 2.000 0,-1.000 1.000 0,-2.000 1.000-1,-1.000 3.000 1,-2.000 2.000 1,-4.000 2.000 1,-2.000 2.000 2,-1.000 5.000 0,-2.000 5.000 2,-1.000 4.000 0,-1.000 5.000 2,-1.000 5.000-1,0.000 1.000-1,-1.000 4.000-2,2.000 2.000-1,-2.000 1.000-1,-1.000 2.000-1,-1.000 1.000 0,-1.000 2.000-1,-1.000 0.000-1,2.000 2.000 0,1.000 1.000 0,2.000 1.000-1,-1.000 2.000 0,1.000-1.000 1,1.000 0.000 0,-1.000 0.000 1,0.000-1.000-1,2.000-1.000-4,1.000-1.000-4,1.000-2.000-3,1.000 0.000 0,-2.000-2.000 0,-1.000-1.000 2,-1.000-2.000 1,-1.000-1.000-2,2.000-2.000-6,1.000-4.000-5,2.000-1.000-7,0.000-4.000 1,0.000-4.000 3,0.000-3.000 4,0.000-4.000 4,-1.000-2.000 0,-1.000-1.000-4,-1.000 2.000-5,-2.000-1.000-4</inkml:trace>
</inkml:ink>
</file>

<file path=ppt/ink/ink48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2"/>
    </inkml:context>
    <inkml:brush xml:id="br0">
      <inkml:brushProperty name="width" value="0.0159697141498327" units="cm"/>
      <inkml:brushProperty name="height" value="0.0159697141498327" units="cm"/>
      <inkml:brushProperty name="color" value="#000000"/>
      <inkml:brushProperty name="ignorePressure" value="0"/>
    </inkml:brush>
  </inkml:definitions>
  <inkml:trace contextRef="#ctx0" brushRef="#br0">31339.000 27070.000 918,'-25.000'0.000'1,"8.000"0.000"4,9.000 0.000 3,8.000 0.000 3,6.000 0.000 1,1.000 0.000-1,1.000 0.000-2,1.000 0.000-1,2.000-1.000-2,1.000-1.000-5,1.000-1.000-4,1.000-1.000-4,1.000-1.000-2,1.000 0.000 3,-1.000-1.000 1,0.000 1.000 2,-1.000 1.000-1,2.000-2.000-2,-1.000 2.000-2,-1.000-1.000-2,1.000 0.000-1,0.000 0.000-1,1.000-1.000 0,-1.000 2.000 0,-1.000-1.000 0,-1.000 2.000 0,-1.000 1.000 2,-1.000 1.000 0,-2.000 1.000 1,-1.000 0.000-1,-1.000 0.000 0,-1.000 0.000-1,-2.000 2.000 0,-1.000 4.000 2,-1.000 3.000 1,-2.000 5.000 0,-1.000 1.000 2,-3.000 2.000 0,-2.000 1.000 0,-3.000 1.000 1,-1.000 2.000 1,1.000 1.000 4,-1.000 1.000 3,0.000 1.000 4,-1.000 1.000 0,-1.000-2.000 0,-1.000-1.000-2,-1.000-1.000 0,-1.000-1.000 1,0.000 0.000 2,-1.000-1.000 4,1.000 2.000 2,1.000-2.000 3,1.000 1.000-1,1.000 0.000 1,1.000 0.000-1,2.000-1.000 1,1.000-5.000-1,1.000-3.000 0,1.000-5.000-1,2.000-1.000-2,1.000 0.000-2,1.000 1.000-4,2.000-1.000-2,0.000-1.000-1,2.000-1.000 0,1.000-1.000 2,1.000-1.000 0,3.000-3.000-1,2.000-1.000-6,2.000-4.000-3,3.000-2.000-6,0.000-1.000 0,2.000-2.000 1,-1.000-1.000 1,-1.000-2.000 3,2.000 0.000-1,1.000-2.000-2,1.000-1.000-1,2.000-1.000-3,0.000-1.000 0,0.000-1.000 0,-1.000 1.000 2,1.000 0.000 0,-1.000 1.000-2,-2.000 1.000-6,-3.000 1.000-6,-3.000 2.000-5</inkml:trace>
</inkml:ink>
</file>

<file path=ppt/ink/ink48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3"/>
    </inkml:context>
    <inkml:brush xml:id="br0">
      <inkml:brushProperty name="width" value="0.0154767986387014" units="cm"/>
      <inkml:brushProperty name="height" value="0.0154767986387014" units="cm"/>
      <inkml:brushProperty name="color" value="#000000"/>
      <inkml:brushProperty name="ignorePressure" value="0"/>
    </inkml:brush>
  </inkml:definitions>
  <inkml:trace contextRef="#ctx0" brushRef="#br0">31480.000 25970.000 947,'-11.000'-10.000'-4,"2.000"0.000"-7,-1.000-1.000-7,-1.000 1.000-9,3.000 3.000 1,2.000 5.000 6,2.000 4.000 6,2.000 5.000 7,2.000 5.000 4,0.000 1.000 4,0.000 4.000 3,0.000 1.000 3,0.000 3.000 1,-2.000-2.000-2,-1.000 2.000-1,-1.000-1.000-1,-1.000 0.000 0,2.000 2.000 0,1.000 1.000 0,2.000 2.000 1,0.000 0.000 0,0.000 0.000 0,0.000 0.000 0,0.000 0.000-1,0.000 1.000 1,0.000 5.000 0,0.000 3.000 0,0.000 4.000 1,0.000 2.000 0,0.000 1.000 0,0.000-1.000-2,0.000 0.000 1,0.000 1.000-1,2.000 2.000 1,1.000 4.000 1,2.000 1.000 1,-1.000 4.000 0,1.000 4.000-1,1.000 3.000 1,-1.000 5.000-1,0.000 0.000-1,-1.000-1.000-2,1.000-1.000-1,1.000-1.000-1,-1.000-2.000-1,2.000-1.000 1,1.000-1.000 0,2.000-2.000 2,-1.000 0.000-1,-1.000-2.000 0,-1.000-1.000-1,-1.000-1.000-1,-1.000-5.000 0,2.000-5.000 0,1.000-7.000 0,1.000-5.000-1,2.000-6.000 0,-1.000-1.000 0,0.000-4.000 0,0.000-2.000 0,0.000-2.000-1,2.000-3.000 0,1.000-2.000-1,2.000-2.000 0,-1.000-3.000 0,-1.000-1.000 1,-1.000-1.000 0,-1.000-2.000 1,-1.000-1.000 1,0.000-2.000-1,-1.000-4.000-1,1.000-1.000-1,1.000-4.000 1,1.000-1.000 0,1.000-4.000 0,1.000-1.000 1,1.000-2.000-1,-2.000 0.000-2,-1.000 0.000-3,-2.000 0.000-1,1.000-1.000-2,1.000-1.000 3,1.000-1.000 2,1.000-2.000 1,1.000 1.000 0,1.000 1.000-3,-1.000 1.000-3,0.000 1.000-2,-1.000 2.000-2,2.000 1.000 0,-1.000 1.000 0,-1.000 2.000 0,0.000 1.000 1,-3.000 3.000 1,-2.000 2.000 1,-2.000 2.000 1,-2.000 2.000 1,2.000-2.000 0,1.000-1.000-1,2.000-1.000 1</inkml:trace>
</inkml:ink>
</file>

<file path=ppt/ink/ink48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3"/>
    </inkml:context>
    <inkml:brush xml:id="br0">
      <inkml:brushProperty name="width" value="0.018664663657546" units="cm"/>
      <inkml:brushProperty name="height" value="0.018664663657546" units="cm"/>
      <inkml:brushProperty name="color" value="#000000"/>
      <inkml:brushProperty name="ignorePressure" value="0"/>
    </inkml:brush>
  </inkml:definitions>
  <inkml:trace contextRef="#ctx0" brushRef="#br0">32280.000 26750.000 785,'-63.000'18.000'-54,"13.000"-1.000"22,15.000-4.000 23,13.000-1.000 24,7.000-3.000 10,2.000-1.000 0,1.000-1.000-3,2.000-2.000 0,2.000 0.000-1,6.000-2.000 2,4.000-1.000 1,6.000-1.000 1,3.000-1.000-2,3.000 0.000-4,2.000 0.000-4,2.000 0.000-4,3.000-2.000-3,1.000-4.000 0,1.000-3.000-1,2.000-4.000 0,0.000-3.000-2,2.000 1.000-2,1.000 1.000-1,1.000-1.000-3,2.000-1.000-1,-2.000-1.000 0,2.000-1.000 0,-2.000-2.000 0,1.000 1.000 0,1.000 1.000-2,-1.000 1.000 0,0.000 2.000-1,-1.000-1.000 0,-1.000 1.000 0,-1.000 1.000 0,-2.000-1.000 0,0.000 0.000 0,0.000 2.000-1,0.000 1.000-1,0.000 2.000-1,0.000 0.000 0,-2.000 2.000 0,-1.000 1.000 1,-1.000 1.000 0,-2.000 2.000 0,-1.000 1.000 0,-1.000 1.000-1,-1.000 2.000 0,-2.000 2.000-1,-1.000 6.000 2,-1.000 4.000 2,-1.000 6.000 0,-2.000 3.000 1,-1.000 2.000 0,-1.000 4.000 0,-1.000 2.000 1,-2.000 1.000-1,-1.000 2.000 1,-1.000 1.000 1,-2.000 1.000 0,-1.000 3.000 1,-3.000 1.000-1,-2.000 4.000 0,-2.000 2.000 0,-2.000 0.000 1,0.000 1.000 0,0.000 0.000 1,0.000 0.000 1,0.000 0.000-1,-1.000-2.000 1,1.000-1.000-1,0.000-1.000-1,0.000-2.000 0,1.000-1.000 0,-1.000-1.000 1,0.000-1.000 0,-1.000-2.000 0,2.000-1.000-1,-1.000-1.000 1,-1.000-2.000-1,1.000-1.000-1,0.000-5.000-2,1.000-3.000-1,-1.000-4.000-2,0.000-4.000-1,2.000-1.000 2,1.000-4.000 1,1.000-1.000 2,1.000-3.000-2,-2.000-1.000-2,-1.000-1.000-3,-2.000-1.000-3,1.000-3.000-1,1.000-1.000 2,1.000-4.000 1,2.000-1.000 2,0.000-3.000 0,0.000 1.000-2,-1.000 1.000-1,1.000-1.000-2</inkml:trace>
</inkml:ink>
</file>

<file path=ppt/ink/ink49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3"/>
    </inkml:context>
    <inkml:brush xml:id="br0">
      <inkml:brushProperty name="width" value="0.0166300255805254" units="cm"/>
      <inkml:brushProperty name="height" value="0.0166300255805254" units="cm"/>
      <inkml:brushProperty name="color" value="#000000"/>
      <inkml:brushProperty name="ignorePressure" value="0"/>
    </inkml:brush>
  </inkml:definitions>
  <inkml:trace contextRef="#ctx0" brushRef="#br0">32580.000 26170.000 881,'0.000'-10.000'-4,"0.000"0.000"-10,0.000-1.000-8,0.000 1.000-10,0.000 2.000 5,0.000 4.000 20,0.000 3.000 19,0.000 5.000 19,0.000 1.000 7,0.000 2.000-8,0.000 1.000-6,0.000 2.000-8,-1.000 1.000-3,-1.000 3.000-1,-1.000 2.000 0,-2.000 3.000-1,0.000 2.000-2,1.000 2.000-4,-1.000 4.000-4,0.000 2.000-3,-1.000 0.000-2,1.000 2.000 1,1.000-1.000 1,-1.000-1.000 2,0.000 2.000 2,0.000 1.000 1,-1.000 1.000 1,2.000 2.000 3,-1.000 0.000-2,0.000-1.000-5,-1.000 1.000-3,1.000 1.000-5,1.000-1.000-1,-1.000 0.000 2,0.000-1.000 1,-1.000 1.000 3,1.000 0.000-4,1.000-2.000-8,-1.000-1.000-8,0.000-1.000-7,0.000-3.000-2,2.000-1.000 4,1.000-4.000 4,1.000-1.000 4,1.000-4.000 3,-2.000-2.000 0,-1.000-2.000 0,-1.000-3.000 1</inkml:trace>
</inkml:ink>
</file>

<file path=ppt/ink/ink49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4"/>
    </inkml:context>
    <inkml:brush xml:id="br0">
      <inkml:brushProperty name="width" value="0.0149437161162496" units="cm"/>
      <inkml:brushProperty name="height" value="0.0149437161162496" units="cm"/>
      <inkml:brushProperty name="color" value="#000000"/>
      <inkml:brushProperty name="ignorePressure" value="0"/>
    </inkml:brush>
  </inkml:definitions>
  <inkml:trace contextRef="#ctx0" brushRef="#br0">33239.000 26370.000 981,'0.000'37.000'-11,"0.000"-5.000"5,0.000-4.000 6,0.000-6.000 5,0.000 0.000 2,0.000 2.000-2,0.000 2.000 0,0.000 2.000-2,1.000 2.000-1,1.000-2.000 0,1.000-1.000 0,2.000-1.000-2,-1.000-1.000 1,-1.000 0.000 0,-1.000 0.000 0,-1.000 0.000 0,-1.000-2.000-1,2.000-4.000-1,1.000-3.000-3,1.000-4.000-3,1.000-3.000 0,-2.000-1.000-1,-1.000-1.000-1,-1.000-1.000 0,-1.000-3.000-3,0.000-2.000-2,0.000-2.000-4,0.000-2.000-3,0.000-3.000-2,2.000-1.000 2,1.000-1.000 0,1.000-1.000 0</inkml:trace>
</inkml:ink>
</file>

<file path=ppt/ink/ink49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4"/>
    </inkml:context>
    <inkml:brush xml:id="br0">
      <inkml:brushProperty name="width" value="0.0168900433927774" units="cm"/>
      <inkml:brushProperty name="height" value="0.0168900433927774" units="cm"/>
      <inkml:brushProperty name="color" value="#000000"/>
      <inkml:brushProperty name="ignorePressure" value="0"/>
    </inkml:brush>
  </inkml:definitions>
  <inkml:trace contextRef="#ctx0" brushRef="#br0">33339.000 26170.000 868,'2.000'-10.000'0,"1.000"0.000"0,4.000-1.000 0,2.000 1.000 0,0.000 1.000 0,-1.000 1.000 2,-1.000 1.000 1,-2.000 2.000 0,0.000 0.000 3,1.000 2.000 0,-1.000 1.000 2,0.000 1.000 2,-1.000 1.000 0,1.000 0.000 0,1.000 0.000-1,-1.000 0.000 0,0.000 0.000 0,2.000 0.000-3,1.000 0.000 0,2.000 0.000-2,0.000 0.000-1,0.000 0.000-1,-1.000 0.000 1,2.000 0.000-1,-2.000 1.000 0,1.000 1.000 1,0.000 1.000-1,0.000 2.000 1,1.000 0.000-1,-1.000 0.000 1,0.000 0.000-1,0.000 0.000 0,0.000 0.000-1,2.000-1.000-1,1.000 1.000-3,2.000 0.000-2,-1.000 0.000 0,-1.000 1.000 1,-1.000-1.000 1,-1.000 0.000 2,-1.000-1.000-1,0.000 2.000-2,-1.000-1.000-3,1.000-1.000-3,1.000 1.000 0,-2.000 0.000 1,2.000 1.000 1,-1.000-1.000 2,-1.000 0.000 0,-1.000 2.000 0,-1.000 1.000-2,-2.000 1.000 1,0.000 1.000-1,-2.000 1.000 1,-1.000-1.000 2,-1.000 0.000 0,-1.000 1.000 0,0.000 3.000 0,0.000 2.000-1,0.000 2.000 0,-1.000 3.000 0,-1.000-1.000-1,-1.000 0.000 0,-2.000 0.000 0,-1.000 0.000 0,-2.000 0.000 1,-3.000-1.000 1,-3.000 1.000 0,-2.000 1.000 1,1.000 1.000-3,0.000 1.000-1,0.000 1.000-2,1.000 1.000 0,-1.000-2.000 1,0.000-1.000 2,0.000-1.000 1,0.000-2.000 0,0.000-1.000-1,-1.000-1.000-1,1.000-2.000-1,1.000 0.000 0,1.000-2.000 1,1.000-1.000 0,1.000-2.000 2</inkml:trace>
</inkml:ink>
</file>

<file path=ppt/ink/ink49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4"/>
    </inkml:context>
    <inkml:brush xml:id="br0">
      <inkml:brushProperty name="width" value="0.0163419842720032" units="cm"/>
      <inkml:brushProperty name="height" value="0.0163419842720032" units="cm"/>
      <inkml:brushProperty name="color" value="#000000"/>
      <inkml:brushProperty name="ignorePressure" value="0"/>
    </inkml:brush>
  </inkml:definitions>
  <inkml:trace contextRef="#ctx0" brushRef="#br0">33360.000 26470.000 897,'0.000'-9.000'25,"2.000"5.000"-6,1.000 3.000-5,1.000 5.000-5,2.000 0.000-3,-2.000 2.000 1,2.000-1.000 1,-2.000-1.000 0,2.000 1.000-2,1.000-2.000-6,1.000-1.000-7,1.000-2.000-6,2.000 0.000-3,-2.000 0.000-1,2.000 0.000 1,-1.000 0.000 0,0.000 0.000 1,0.000 0.000 0,-1.000 0.000 2,2.000 0.000 1,-2.000 0.000 1,-1.000 0.000 1,-1.000 0.000-1,-1.000 0.000 1,-1.000 1.000 0,2.000 1.000 0,1.000 1.000-1,2.000 2.000-1,-2.000 0.000 0,-1.000 0.000 1,-4.000 0.000 2,-1.000 0.000 0,-2.000 0.000 2,0.000 2.000 3,0.000 1.000 3,0.000 2.000 4,-2.000 0.000 0,-1.000 2.000-1,-4.000 1.000-2,-1.000 2.000-1,-3.000-1.000 1,-1.000 1.000 1,-1.000 1.000 2,-1.000-1.000 2,-1.000 0.000 2,0.000 2.000 1,-1.000 1.000 0,2.000 1.000 2,-1.000 1.000 0,2.000-2.000 0,1.000-1.000 0,2.000-1.000 0,0.000-2.000 1,0.000-1.000 0,0.000-1.000 2,0.000-1.000 0,1.000-2.000 0,2.000-1.000 1,4.000-1.000 0,1.000-2.000 1,2.000 0.000-2,0.000 0.000-4,0.000 1.000-3,0.000-1.000-4,1.000-1.000-2,1.000-1.000 0,1.000-1.000 0,2.000-1.000-1,1.000-3.000 1,2.000-1.000 1,4.000-4.000 2,1.000-2.000 2,2.000-1.000 0,-2.000 1.000 0,-1.000-1.000-1,-2.000 0.000 0,1.000-1.000-9,1.000 1.000-15,1.000 1.000-16,1.000-1.000-15</inkml:trace>
</inkml:ink>
</file>

<file path=ppt/ink/ink49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4"/>
    </inkml:context>
    <inkml:brush xml:id="br0">
      <inkml:brushProperty name="width" value="0.0163227804005146" units="cm"/>
      <inkml:brushProperty name="height" value="0.0163227804005146" units="cm"/>
      <inkml:brushProperty name="color" value="#000000"/>
      <inkml:brushProperty name="ignorePressure" value="0"/>
    </inkml:brush>
  </inkml:definitions>
  <inkml:trace contextRef="#ctx0" brushRef="#br0">33519.000 25530.000 898,'-27.000'-9.000'-1,"5.000"2.000"-4,4.000 4.000-2,5.000 2.000-4,5.000 2.000 0,2.000 3.000 1,2.000 2.000 1,2.000 3.000 1,2.000 3.000 4,-2.000 6.000 5,-1.000 4.000 6,-1.000 6.000 6,-1.000 3.000 1,2.000 5.000 0,1.000 3.000-1,2.000 5.000-2,0.000 2.000-1,2.000 2.000-4,1.000 4.000-2,2.000 2.000-3,-1.000 2.000-2,-1.000 3.000 1,-1.000 2.000-1,-2.000 3.000 1,0.000-1.000-1,0.000-1.000 2,0.000-4.000 0,0.000-2.000 1,0.000-1.000 0,0.000-2.000 0,0.000-1.000-1,0.000-1.000-1,0.000-2.000 1,0.000-1.000 0,0.000-1.000 0,0.000-2.000 1,0.000-1.000 1,0.000-5.000 2,0.000-3.000 0,0.000-5.000 2,2.000-3.000 0,2.000-5.000-1,2.000-6.000-1,2.000-4.000-1,3.000-4.000-1,1.000 1.000 0,1.000 1.000-1,1.000-1.000 0,2.000-2.000 0,1.000-1.000 0,1.000-4.000 1,2.000-2.000-1,0.000-2.000 0,2.000-2.000-3,1.000-4.000-3,2.000-1.000-1,0.000-4.000-2,0.000-4.000-1,0.000-3.000 1,0.000-5.000-1,0.000-1.000 0,0.000-2.000 0,0.000-1.000 1,0.000-2.000 1,-2.000 2.000 0,-2.000 2.000 1,-1.000 2.000 1,-4.000 2.000 2,-2.000 2.000-6,2.000 0.000-10,-1.000 1.000-12,-1.000-1.000-10</inkml:trace>
</inkml:ink>
</file>

<file path=ppt/ink/ink49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5"/>
    </inkml:context>
    <inkml:brush xml:id="br0">
      <inkml:brushProperty name="width" value="0.0172327347099781" units="cm"/>
      <inkml:brushProperty name="height" value="0.0172327347099781" units="cm"/>
      <inkml:brushProperty name="color" value="#000000"/>
      <inkml:brushProperty name="ignorePressure" value="0"/>
    </inkml:brush>
  </inkml:definitions>
  <inkml:trace contextRef="#ctx0" brushRef="#br0">34180.000 25629.000 851,'-27.000'1.000'14,"9.000"1.000"-2,6.000 1.000-3,8.000 1.000-4,4.000 1.000-1,0.000 1.000-2,0.000-1.000-2,0.000 0.000-1,1.000-1.000-2,1.000 2.000 0,1.000-1.000-2,2.000-1.000-1,0.000 1.000 0,2.000 0.000 0,1.000 1.000 2,2.000-1.000 1,0.000 0.000 0,2.000 0.000-2,1.000 0.000-2,2.000 0.000-1,0.000-1.000 0,-1.000-1.000 1,1.000-1.000 1,0.000-2.000 1,0.000 0.000 0,1.000 0.000-2,-1.000 0.000-3,0.000 0.000-1,-1.000 0.000-1,2.000 0.000 2,-1.000 0.000 2,-1.000 0.000 1,1.000 0.000 1,0.000 0.000 1,1.000 0.000 1,-1.000 0.000 0,-2.000 1.000 0,-1.000 1.000 2,-4.000 1.000 0,-2.000 1.000 0,-1.000 1.000 2,1.000 1.000-1,-1.000-1.000 0,0.000 0.000 1,-1.000 1.000 0,1.000 3.000 2,1.000 2.000 0,-1.000 3.000 2,-1.000 1.000 1,-1.000 2.000 0,-1.000 1.000 2,-2.000 2.000-1,0.000 1.000 2,-2.000 3.000 2,-1.000 2.000 1,-1.000 3.000 2,-1.000 1.000-1,0.000-1.000 1,-1.000 1.000-2,2.000 0.000 0,-1.000 0.000-1,0.000 1.000 1,-1.000-1.000 0,1.000 0.000 1,1.000-1.000-1,1.000 2.000 0,1.000-1.000 0,2.000-1.000 0,0.000 1.000-1,0.000 0.000 0,0.000 1.000-1,0.000-1.000-1,0.000 0.000 0,0.000 0.000-2,0.000 0.000-1,0.000 0.000-2,0.000 0.000-1,2.000-1.000-1,1.000 1.000 1,1.000 0.000-1,1.000 0.000 0,1.000 1.000 2,-1.000-1.000 0,0.000 0.000 2,-1.000-2.000-2,-1.000-2.000-1,-1.000-2.000-4,-2.000-2.000-2,1.000-2.000-2,1.000 0.000 0,1.000-1.000-1,2.000 1.000 0,-1.000 0.000-1,-1.000-2.000 1,-1.000-1.000 0,-2.000-1.000-1,-1.000-2.000 2,-3.000-1.000-1,-2.000-1.000 1,-3.000-1.000 0,-1.000-2.000 1,1.000-1.000 0,-1.000-1.000 1,0.000-2.000 1,-1.000 0.000 0,2.000 1.000-3,-1.000-1.000 0,-1.000 0.000-3,1.000-1.000 1,-2.000-1.000 1,-1.000-1.000 1,-2.000-1.000 1,1.000-2.000-1,-1.000-1.000-2,0.000-1.000-3,0.000-1.000-2,0.000-2.000-2,0.000-1.000-1,-1.000-1.000-2,1.000-2.000 0,1.000 1.000 0,1.000-1.000 2,1.000 0.000 1,1.000-1.000 3</inkml:trace>
</inkml:ink>
</file>

<file path=ppt/ink/ink49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5"/>
    </inkml:context>
    <inkml:brush xml:id="br0">
      <inkml:brushProperty name="width" value="0.0170538183301687" units="cm"/>
      <inkml:brushProperty name="height" value="0.0170538183301687" units="cm"/>
      <inkml:brushProperty name="color" value="#000000"/>
      <inkml:brushProperty name="ignorePressure" value="0"/>
    </inkml:brush>
  </inkml:definitions>
  <inkml:trace contextRef="#ctx0" brushRef="#br0">34060.000 26650.000 860,'18.000'-27.000'0,"-2.000"6.000"0,-2.000 7.000 0,-3.000 5.000 0,0.000 5.000 0,1.000-1.000 0,1.000 0.000 0,1.000 0.000 0,2.000 0.000 2,1.000 0.000 4,1.000-1.000 5,1.000 1.000 5,3.000 1.000 1,2.000-2.000 1,2.000 2.000-2,2.000-1.000 1,4.000-2.000-3,2.000-2.000-3,2.000-2.000-4,3.000-3.000-2,-2.000 0.000-12,-4.000 1.000-18,-6.000 1.000-18,-4.000 1.000-19</inkml:trace>
</inkml:ink>
</file>

<file path=ppt/ink/ink49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5"/>
    </inkml:context>
    <inkml:brush xml:id="br0">
      <inkml:brushProperty name="width" value="0.0160067789256573" units="cm"/>
      <inkml:brushProperty name="height" value="0.0160067789256573" units="cm"/>
      <inkml:brushProperty name="color" value="#000000"/>
      <inkml:brushProperty name="ignorePressure" value="0"/>
    </inkml:brush>
  </inkml:definitions>
  <inkml:trace contextRef="#ctx0" brushRef="#br0">35019.000 26070.000 916,'-20.000'-2.000'0,"-2.000"-1.000"0,-1.000-4.000 0,-1.000-1.000 0,2.000-2.000 1,6.000 2.000 3,7.000 1.000 2,6.000 2.000 3,3.000 0.000 1,2.000 0.000-1,1.000-1.000-1,1.000 2.000-1,3.000-2.000-1,4.000 1.000 1,3.000 0.000 0,4.000 0.000-1,3.000 0.000-3,-1.000-2.000-7,0.000-1.000-7,-1.000-1.000-8,1.000-2.000-1,1.000 1.000 2,-1.000 1.000 3,0.000-1.000 3,0.000-1.000 1,2.000-1.000-2,1.000-1.000-1,1.000-1.000-1,0.000-1.000-1,-3.000 2.000 3,-2.000 1.000 2,-3.000 2.000 1,0.000 0.000 2,1.000 0.000-3,1.000-1.000 0,1.000 2.000-3,0.000-1.000 1,-2.000 2.000 2,-3.000 1.000 2,-3.000 1.000 2</inkml:trace>
</inkml:ink>
</file>

<file path=ppt/ink/ink49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5"/>
    </inkml:context>
    <inkml:brush xml:id="br0">
      <inkml:brushProperty name="width" value="0.0160190500319004" units="cm"/>
      <inkml:brushProperty name="height" value="0.0160190500319004" units="cm"/>
      <inkml:brushProperty name="color" value="#000000"/>
      <inkml:brushProperty name="ignorePressure" value="0"/>
    </inkml:brush>
  </inkml:definitions>
  <inkml:trace contextRef="#ctx0" brushRef="#br0">35260.000 25589.000 915,'-10.000'-8.000'-2,"2.000"2.000"-2,1.000 2.000-4,2.000 2.000-3,0.000 2.000 0,0.000 0.000 3,-1.000 0.000 3,2.000 0.000 3,-1.000 1.000 3,2.000 1.000 3,1.000 1.000 1,2.000 2.000 3,0.000 0.000-1,0.000 2.000-1,0.000 1.000-2,0.000 2.000-2,0.000 1.000-1,0.000 2.000 0,0.000 4.000 1,0.000 2.000 1,0.000 1.000-2,0.000 2.000-3,0.000 1.000-2,0.000 2.000-4,-1.000 0.000 0,-1.000 2.000 1,-1.000 1.000 1,-2.000 2.000 1,0.000-1.000 0,-2.000-1.000-2,-1.000-1.000-1,-1.000-2.000-2,-1.000 1.000 1,-1.000 1.000 0,1.000 1.000 1,0.000 1.000 2,0.000 1.000 1,1.000-2.000 1,-1.000-1.000 2,0.000-1.000 0,-1.000-2.000 3,-1.000-1.000 0,-1.000-1.000 2,-1.000-2.000 1,-1.000 0.000 1,0.000-2.000 0,-1.000-1.000 0,1.000-1.000 1,1.000-2.000 0,1.000-1.000 1,1.000-1.000 1,1.000-1.000 1,2.000-2.000 1,1.000-1.000 0,1.000-1.000 1,1.000-2.000-1,3.000 0.000 2,2.000-2.000 2,2.000-1.000 1,2.000-1.000 1,4.000-2.000-1,2.000-1.000-5,2.000-1.000-4,3.000-2.000-4,1.000 0.000-1,2.000-2.000 1,1.000-1.000 1,2.000-1.000 2,0.000-2.000-2,2.000-1.000-2,1.000-1.000-5,1.000-1.000-2,1.000-2.000-2,0.000-1.000 1,0.000-1.000 1,0.000-2.000 1,1.000 0.000-2,1.000 1.000-5,1.000-1.000-6,2.000 0.000-4,-1.000-1.000-2,-1.000 2.000 0,-1.000-1.000 1,-1.000-1.000 1,-3.000 2.000 1,-4.000 1.000 1,-3.000 1.000 3,-4.000 2.000 1</inkml:trace>
</inkml:ink>
</file>

<file path=ppt/ink/ink49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5"/>
    </inkml:context>
    <inkml:brush xml:id="br0">
      <inkml:brushProperty name="width" value="0.0155131239444017" units="cm"/>
      <inkml:brushProperty name="height" value="0.0155131239444017" units="cm"/>
      <inkml:brushProperty name="color" value="#000000"/>
      <inkml:brushProperty name="ignorePressure" value="0"/>
    </inkml:brush>
  </inkml:definitions>
  <inkml:trace contextRef="#ctx0" brushRef="#br0">35400.000 26029.000 945,'-28.000'19.000'3,"6.000"-5.000"1,4.000-3.000 1,5.000-5.000 0,4.000-1.000 1,1.000-2.000-3,1.000-1.000-1,1.000-2.000-2,2.000 1.000 1,1.000 1.000 2,1.000 1.000 2,2.000 2.000 2,0.000 0.000 0,0.000 0.000-4,0.000 0.000-3,0.000 0.000-5,0.000 1.000-1,2.000 3.000-1,1.000 2.000 1,1.000 3.000 0,1.000 2.000 1,1.000 3.000 0,-1.000 2.000 2,0.000 2.000 0,-1.000 4.000 1,1.000 1.000-1,1.000 4.000 0,-1.000 2.000-1,0.000 2.000 1,-1.000 2.000-1,1.000 4.000 2,1.000 2.000 0,-1.000 1.000 0,0.000 2.000 0,-1.000 1.000-1,1.000 2.000 0,0.000-2.000 1,-2.000-1.000-1,-1.000-4.000 2,-1.000-2.000 0,-1.000-1.000 0,0.000 1.000-2,0.000-1.000-3,0.000 0.000-2,0.000-2.000 0,0.000-4.000 2,0.000-3.000 1,0.000-5.000 2,-1.000-2.000 0,-1.000-5.000-2,-1.000-3.000 0,-2.000-4.000-2,0.000-4.000-1,1.000-1.000 0,-1.000-4.000-2,0.000-1.000 0,-1.000-2.000-1,1.000 0.000 1,1.000 0.000 2,-1.000 0.000 0,-1.000 0.000 0,-1.000 0.000-1,-1.000 0.000 0,-1.000 0.000 0</inkml:trace>
</inkml:ink>
</file>

<file path=ppt/ink/ink50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6"/>
    </inkml:context>
    <inkml:brush xml:id="br0">
      <inkml:brushProperty name="width" value="0.0155839035287499" units="cm"/>
      <inkml:brushProperty name="height" value="0.0155839035287499" units="cm"/>
      <inkml:brushProperty name="color" value="#000000"/>
      <inkml:brushProperty name="ignorePressure" value="0"/>
    </inkml:brush>
  </inkml:definitions>
  <inkml:trace contextRef="#ctx0" brushRef="#br0">35039.000 26970.000 941,'0.000'-10.000'0,"0.000"2.000"0,0.000 1.000 0,0.000 1.000 0,0.000 2.000-1,0.000-2.000-1,0.000 2.000-1,0.000-1.000-1,1.000 0.000 0,1.000 0.000 0,1.000-1.000 2,2.000 2.000 0,0.000-2.000 3,2.000 1.000 3,1.000 0.000 5,2.000 0.000 3,1.000 0.000 1,2.000-2.000-1,4.000-1.000 0,1.000-1.000-2,3.000-2.000-3,-1.000-1.000-6,0.000-1.000-7,-1.000-1.000-5,3.000-3.000-3,2.000-1.000 2,2.000-4.000 1,2.000-1.000 2,1.000-1.000 0,-5.000 3.000-4,-3.000 2.000-2,-4.000 2.000-2,-2.000 3.000-3,-1.000-2.000-2,1.000 2.000-2,0.000-2.000-1</inkml:trace>
</inkml:ink>
</file>

<file path=ppt/ink/ink50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6"/>
    </inkml:context>
    <inkml:brush xml:id="br0">
      <inkml:brushProperty name="width" value="0.016579058021307" units="cm"/>
      <inkml:brushProperty name="height" value="0.016579058021307" units="cm"/>
      <inkml:brushProperty name="color" value="#000000"/>
      <inkml:brushProperty name="ignorePressure" value="0"/>
    </inkml:brush>
  </inkml:definitions>
  <inkml:trace contextRef="#ctx0" brushRef="#br0">35719.000 25970.000 884,'-10.000'-2.000'1,"-2.000"-4.000"3,-1.000-3.000 3,-2.000-5.000 2,2.000 1.000 1,4.000 1.000 0,3.000 4.000 1,4.000 2.000-1,2.000 0.000 0,0.000-1.000-3,0.000-1.000-1,0.000-1.000-3,2.000-1.000 0,4.000 2.000 1,3.000 1.000 3,4.000 1.000 1,2.000 2.000-2,1.000-2.000-8,-1.000 2.000-7,0.000-1.000-6,0.000 0.000-5,2.000 0.000 0,1.000-1.000-1,2.000 2.000-1,-1.000-2.000 1,1.000-1.000 1,1.000-1.000 1,-1.000-1.000 2,-1.000 0.000 1,-1.000 2.000 1,-1.000 4.000 0,-1.000 2.000 0,-3.000 1.000 3,-1.000 0.000 0,-4.000 0.000 3,-2.000 0.000 2,0.000-1.000 0,1.000-1.000 1,1.000-1.000 0,1.000-2.000 0</inkml:trace>
</inkml:ink>
</file>

<file path=ppt/ink/ink50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6"/>
    </inkml:context>
    <inkml:brush xml:id="br0">
      <inkml:brushProperty name="width" value="0.0177397262305021" units="cm"/>
      <inkml:brushProperty name="height" value="0.0177397262305021" units="cm"/>
      <inkml:brushProperty name="color" value="#000000"/>
      <inkml:brushProperty name="ignorePressure" value="0"/>
    </inkml:brush>
  </inkml:definitions>
  <inkml:trace contextRef="#ctx0" brushRef="#br0">35780.000 26110.000 826,'-55.000'62.000'-58,"12.000"-14.000"22,11.000-16.000 24,12.000-14.000 21,5.000-9.000 13,2.000 1.000-2,1.000 1.000 1,2.000-1.000-1,3.000-2.000 1,6.000-1.000 0,7.000-4.000 1,5.000-2.000 2,4.000-2.000-2,0.000-2.000-2,1.000-4.000-3,-1.000-1.000-3,0.000-3.000-3,2.000-1.000-4,1.000-1.000-3,1.000-1.000-4,2.000-1.000-1,1.000-1.000 2,1.000 1.000 0,2.000 1.000 2,-1.000-2.000-3,-1.000-1.000-7,-1.000-1.000-7,-1.000-2.000-7,-2.000 0.000-5,1.000 0.000 1,1.000 1.000-1,-1.000-1.000-1,0.000 0.000 1,0.000 0.000 1,-1.000 0.000 0,2.000 0.000 1,-3.000 1.000 1,-2.000 3.000 2,-2.000 2.000 2,-3.000 3.000 2</inkml:trace>
</inkml:ink>
</file>

<file path=ppt/ink/ink50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6"/>
    </inkml:context>
    <inkml:brush xml:id="br0">
      <inkml:brushProperty name="width" value="0.016916012391448" units="cm"/>
      <inkml:brushProperty name="height" value="0.016916012391448" units="cm"/>
      <inkml:brushProperty name="color" value="#000000"/>
      <inkml:brushProperty name="ignorePressure" value="0"/>
    </inkml:brush>
  </inkml:definitions>
  <inkml:trace contextRef="#ctx0" brushRef="#br0">35839.000 25430.000 867,'10.000'0.000'-2,"-2.000"0.000"-1,-1.000 0.000-3,-2.000 0.000-3,0.000 0.000 0,-2.000 2.000 0,-1.000 1.000 1,-1.000 1.000 0,-1.000 2.000 2,0.000 1.000 3,0.000 1.000 3,0.000 1.000 2,0.000 3.000 1,0.000 4.000-2,0.000 3.000-1,0.000 4.000-2,0.000 4.000 0,0.000 1.000 2,0.000 4.000 0,0.000 2.000 3,-1.000 1.000-1,-1.000 2.000 1,-1.000 1.000-1,-2.000 2.000 0,0.000 0.000-1,1.000 0.000 2,-1.000-1.000-1,0.000 2.000 2,-1.000-1.000-2,1.000 0.000-3,1.000-1.000-1,-1.000 1.000-4,0.000 0.000-1,2.000-2.000-1,1.000-1.000 0,1.000-2.000-1,1.000 0.000-1,0.000-2.000 0,0.000-1.000 1,0.000-1.000 0,0.000-3.000 0,0.000-2.000 2,0.000-2.000 0,0.000-2.000 1,0.000-4.000 1,0.000-1.000-1,0.000-4.000 0,0.000-1.000 0,1.000-3.000 0,1.000-1.000 2,1.000-1.000 2,2.000-1.000 1,0.000-2.000 0,2.000-1.000 0,1.000-1.000 0,2.000-1.000-1,-1.000-2.000-1,-1.000-1.000 1,-1.000-1.000 1,-2.000-1.000 0,0.000-2.000 1,1.000-1.000-1,-1.000-1.000-1,0.000-1.000 1,-1.000-1.000 0,1.000 2.000 2,1.000 1.000 2,-1.000 1.000 3,0.000 1.000 1,-1.000-2.000 1,1.000-1.000 1,1.000-1.000 2,-1.000 0.000 0,0.000 3.000 0,-1.000 2.000 0,1.000 2.000 1,1.000 2.000 0,-2.000 0.000 2,2.000 0.000 3,-2.000 0.000 2,1.000 1.000 0,-2.000 1.000-3,-1.000 1.000-3,-1.000 2.000-3,-1.000 1.000-2,0.000 2.000 0,0.000 4.000-1,0.000 1.000 0,0.000 2.000-1,0.000 1.000-1,0.000-1.000-1,0.000 0.000-2,-1.000-1.000 0,-1.000 1.000 0,-1.000 1.000 2,-2.000-1.000 0,1.000 0.000 1,-1.000 0.000-1,0.000-1.000 0,-1.000 2.000 0,1.000-1.000 0,-2.000 0.000-1,-1.000-1.000 2,-2.000 1.000-1,0.000 1.000 1,0.000-1.000-1,1.000 0.000 1,-1.000-1.000-1,0.000 1.000-1,2.000-2.000-1,1.000-1.000-1,1.000-2.000-2,1.000 1.000 0,1.000-2.000 2,-1.000 2.000 0,0.000-2.000 1,-1.000 1.000 0,1.000-2.000-1,1.000-1.000-3,-1.000-1.000 0,1.000-2.000-1,5.000 2.000 0,3.000-1.000 2,4.000-1.000-1,3.000 1.000 2,-1.000-2.000-2,0.000-1.000 0,0.000-2.000 0,0.000 0.000-1,2.000 0.000 0,1.000 0.000 0,2.000 0.000 0,0.000 0.000-1,2.000 0.000 2,1.000 0.000 0,2.000 0.000 1,-1.000 0.000-2,-1.000-2.000-3,-1.000-1.000-3,-2.000-2.000-4,1.000 1.000 0,1.000 1.000 1,1.000 1.000 1,1.000 2.000 1,1.000-1.000 1,-2.000-1.000-3,-1.000-1.000-1,-1.000-1.000-2,-1.000-1.000-1,-1.000 0.000 2,1.000-1.000 1,0.000 1.000 1,0.000 1.000 0,-2.000-2.000-3,-1.000 2.000-2,-2.000-1.000-2</inkml:trace>
</inkml:ink>
</file>

<file path=ppt/ink/ink50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7"/>
    </inkml:context>
    <inkml:brush xml:id="br0">
      <inkml:brushProperty name="width" value="0.0179525073617697" units="cm"/>
      <inkml:brushProperty name="height" value="0.0179525073617697" units="cm"/>
      <inkml:brushProperty name="color" value="#000000"/>
      <inkml:brushProperty name="ignorePressure" value="0"/>
    </inkml:brush>
  </inkml:definitions>
  <inkml:trace contextRef="#ctx0" brushRef="#br0">36419.000 25810.000 816,'-53.000'18.000'2,"14.000"-4.000"3,13.000-3.000 3,14.000-4.000 4,9.000-3.000 2,2.000-1.000 2,2.000-1.000 1,2.000-1.000 2,4.000-2.000 0,4.000-1.000-3,3.000-1.000-1,4.000-1.000-2,3.000-2.000-2,1.000-1.000-3,1.000-1.000-3,2.000-2.000-2,0.000 0.000-3,2.000-2.000-2,1.000-1.000-2,1.000-2.000-4,1.000 0.000-1,-2.000 1.000 1,-1.000-1.000-1,-1.000 0.000 0,-1.000-1.000-2,0.000-1.000-4,0.000-1.000-4,0.000-1.000-3,-1.000 0.000-2,-1.000 2.000 4,-1.000 4.000 3,-2.000 1.000 3,0.000 2.000 2,-2.000-2.000 0,-1.000-1.000 1,-1.000-2.000-1,-1.000 1.000 0,-1.000 1.000 0,1.000 1.000 0,0.000 1.000 0,-2.000 1.000-1,-3.000 0.000 0,-4.000 1.000 0,-4.000-1.000-1</inkml:trace>
</inkml:ink>
</file>

<file path=ppt/ink/ink50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7"/>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36700.000 25369.000 1000,'-11.000'-1.000'0,"-1.000"-3.000"0,-1.000-2.000 0,-1.000-2.000 0,0.000-1.000-2,3.000 2.000-4,2.000 4.000-3,3.000 2.000-4,1.000 1.000 0,2.000 2.000 1,1.000 1.000 1,2.000 1.000 3,0.000 3.000 2,2.000 4.000 5,1.000 3.000 4,2.000 4.000 6,0.000 4.000-1,2.000 2.000-1,1.000 2.000-4,1.000 2.000-2,2.000 4.000-1,1.000 4.000 0,1.000 3.000 1,1.000 4.000 0,1.000 4.000 0,0.000 4.000-2,1.000 3.000-2,-1.000 5.000-2,-1.000 1.000 0,-1.000 0.000 1,-1.000-1.000 2,-1.000 1.000 1,-2.000 0.000 0,1.000-2.000-2,0.000-1.000-1,0.000-1.000-2,0.000-1.000 0,-2.000-1.000 1,-1.000 1.000 1,-2.000 0.000 2,0.000-1.000 1,-2.000-5.000 0,-1.000-3.000-1,-1.000-5.000 1,-2.000-2.000 0,-1.000-3.000-1,-1.000-2.000 0,-2.000-2.000 0,0.000-4.000 0,-2.000-1.000 2,-1.000-4.000 0,-2.000-1.000 2,0.000-4.000 1,-2.000-2.000 0,-1.000-2.000 1,-2.000-3.000 1,1.000-2.000-1,-1.000-2.000 0,0.000-4.000-2,0.000-1.000-1,0.000-2.000 0,0.000 0.000-1,-1.000 0.000 0,1.000 0.000 0,0.000-1.000-1,-2.000-1.000 1,-1.000-1.000 0,-1.000-2.000 1,-1.000-1.000-2,2.000-2.000-3,1.000-4.000-3,2.000-1.000-4,-1.000-2.000 0,-1.000 0.000 2,-1.000-1.000 3,-1.000 1.000 2,-1.000 1.000 1,2.000-2.000 0,1.000 2.000-1,1.000-2.000-1,3.000 1.000 1,1.000-2.000 0,4.000-1.000 1,2.000-1.000-1,0.000-2.000 1,1.000 2.000 0,1.000-1.000 1,-1.000-1.000-1,0.000 1.000 2,2.000-2.000 0,1.000-1.000 1,1.000-2.000 2,2.000 0.000-1,1.000 0.000-1,1.000 0.000 0,2.000 0.000-2,0.000 0.000 1,2.000-2.000 0,1.000-1.000 1,2.000-2.000 1,1.000 1.000 0,5.000-1.000 0,4.000 0.000-1,3.000 0.000 0,2.000-1.000-1,0.000-1.000 1,0.000-1.000 0,0.000-2.000 0,1.000 1.000-1,3.000 1.000 1,2.000 1.000 0,3.000 2.000 0,-1.000 1.000-2,-4.000 5.000-2,-3.000 3.000-4,-4.000 5.000-3</inkml:trace>
</inkml:ink>
</file>

<file path=ppt/ink/ink50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7"/>
    </inkml:context>
    <inkml:brush xml:id="br0">
      <inkml:brushProperty name="width" value="0.015580277889967" units="cm"/>
      <inkml:brushProperty name="height" value="0.015580277889967" units="cm"/>
      <inkml:brushProperty name="color" value="#000000"/>
      <inkml:brushProperty name="ignorePressure" value="0"/>
    </inkml:brush>
  </inkml:definitions>
  <inkml:trace contextRef="#ctx0" brushRef="#br0">37219.000 25389.000 941,'-11.000'0.000'1,"-2.000"0.000"2,-4.000 0.000 2,-1.000 0.000 2,-1.000 0.000 1,5.000 0.000 1,3.000 0.000 0,5.000 0.000 2,1.000 2.000-5,2.000 1.000-11,1.000 4.000-9,2.000 2.000-10,0.000 1.000-3,0.000 0.000 6,0.000-1.000 6,0.000 2.000 5,0.000-1.000 3,0.000 2.000 0,0.000 1.000 1,0.000 2.000-1,0.000-1.000 2,0.000-1.000-1,0.000-1.000 0,0.000-1.000 1,-1.000-1.000-1,-1.000 2.000 0,-1.000 1.000 0,-2.000 2.000 0,1.000-1.000 0,-1.000-1.000 1,0.000-1.000 1,-1.000-1.000 1,2.000-1.000-1,1.000 0.000-1,1.000-1.000-2,2.000 1.000-1,0.000 0.000-1,2.000-2.000 0,1.000-1.000 1,1.000-1.000 0,2.000-2.000 2,-2.000-1.000 0,2.000-1.000 2,-2.000-2.000 2</inkml:trace>
</inkml:ink>
</file>

<file path=ppt/ink/ink50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8"/>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37219.000 25629.000 1000,'36.000'-18.000'-5,"-9.000"4.000"-9,-9.000 3.000-8,-8.000 5.000-10,-5.000 1.000-2,2.000 0.000 4,1.000 0.000 5,1.000 0.000 3,1.000 0.000 7,-2.000 2.000 8,-1.000 1.000 8,-2.000 2.000 9,0.000-1.000 3,-2.000-1.000 0,-1.000-1.000-1,-1.000-2.000 0,-1.000 1.000-2,2.000 1.000 0,1.000 1.000-2,1.000 2.000-2,1.000 0.000-1,-2.000 2.000-4,-1.000 1.000-1,-1.000 1.000-4,-1.000 1.000-1,0.000 1.000-2,0.000-1.000 0,0.000 0.000-2,-1.000 0.000 1,-1.000 2.000 2,-1.000 1.000 3,-2.000 1.000 2,0.000 2.000-1,-2.000-2.000-2,-1.000 2.000-3,-1.000-2.000-3,-1.000 2.000-1,2.000 1.000 0,1.000 1.000 2,2.000 1.000 1,-1.000 1.000 1,-1.000-2.000 1,-1.000-1.000 2,-1.000-2.000 1,-1.000 1.000 1,0.000 1.000 1,0.000 1.000 0,0.000 1.000 0,-1.000 1.000 1,-1.000-2.000 0,-1.000-1.000-1,-1.000-2.000 1,-1.000 0.000 1,2.000 1.000 0,1.000-1.000 1,2.000 0.000 0,-1.000 0.000 1,-1.000 2.000 0,-1.000 1.000 1,-1.000 2.000-1,-1.000-1.000 0,2.000-1.000 1,1.000-1.000 1,2.000-1.000 1,0.000-2.000-1,-1.000 1.000 0,1.000 1.000-1,0.000-1.000 0,1.000 0.000 0,1.000-1.000 4,1.000 1.000 2,1.000 1.000 3,3.000-3.000 1,4.000-1.000-1,4.000-4.000-1,3.000-1.000-2,2.000-4.000-1,2.000-1.000-3,1.000-4.000-1,2.000-1.000-3,0.000-3.000-2,2.000 1.000-1,1.000 1.000-2,1.000-1.000-1,1.000-1.000-1,1.000-1.000-1,-1.000-1.000-1,0.000-1.000 0,-1.000-1.000-1,-1.000 2.000 1,-1.000 1.000 1,-2.000 2.000 0,1.000 0.000 1,1.000 0.000 1,1.000-1.000 0,1.000 2.000 1,0.000-1.000 1,-2.000 2.000-1,-3.000 1.000 1,-3.000 1.000 0,-2.000 2.000 0,1.000 1.000 0,0.000 1.000 0,0.000 1.000-1,0.000 1.000 2,-2.000 0.000 3,-1.000 0.000 2,-2.000 0.000 3,0.000 1.000 0,-2.000 1.000-1,-1.000 1.000-3,-1.000 1.000-1,-1.000 3.000 0,0.000 1.000 0,0.000 4.000 1,0.000 1.000 2,-1.000 3.000-2,-1.000-1.000-1,-1.000 0.000-2,-2.000-1.000-3,0.000 1.000 1,-2.000 1.000 0,-1.000-1.000 1,-2.000 0.000 1,0.000-1.000 0,0.000-1.000-3,1.000-1.000-1,-1.000-1.000-2,0.000-1.000-1,0.000 2.000 2,0.000 1.000 1,0.000 2.000 2,0.000-1.000 0,-1.000-1.000 0,1.000-1.000 0,0.000-1.000-1,0.000-1.000 1,-2.000 2.000 0,-1.000 1.000 0,-2.000 2.000 0,1.000-1.000 0,1.000-1.000 0,1.000-1.000 0,1.000-1.000 1,1.000-1.000 0,-2.000 2.000 1,-1.000 1.000 1,-2.000 2.000 0,1.000-1.000 1,1.000 1.000 0,1.000 1.000 1,1.000-1.000 0,2.000 0.000 0,1.000 0.000 0,1.000-1.000 1,1.000 2.000 1,2.000-1.000-1,-1.000 0.000 2,0.000-1.000 0,-1.000 1.000 0,2.000-1.000 1,1.000-3.000-1,1.000-2.000 0,2.000-2.000 0,0.000-2.000 0,0.000-1.000-1,0.000 1.000 0,0.000 0.000-1,1.000 0.000-1,5.000-2.000-1,3.000-1.000-1,4.000-1.000-1,2.000-2.000 1,0.000-1.000 0,1.000-1.000 0,-1.000-2.000 1,0.000-1.000 0,0.000-2.000-1,0.000-4.000 0,0.000-1.000-1,1.000-2.000 0,2.000 0.000-1,4.000-1.000 0,1.000 1.000-1,1.000 1.000 0,-3.000 1.000 0,-2.000 1.000 2,-3.000 1.000-1,0.000 1.000 1,1.000-2.000-1,1.000-1.000-2,1.000-2.000 0,2.000 1.000-1,-1.000 1.000 0,0.000 1.000-1,-1.000 1.000 0,1.000 2.000-2,-2.000 1.000-1,-1.000 1.000-1,-2.000 2.000-1,0.000 0.000-1,-2.000 0.000 2,-1.000-1.000 3,-2.000 1.000 1,0.000 1.000 0,-2.000-2.000-1,-1.000 2.000-2,-2.000-1.000-2</inkml:trace>
</inkml:ink>
</file>

<file path=ppt/ink/ink50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8"/>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37480.000 26210.000 1000,'-11.000'0.000'-2,"-1.000"2.000"-4,-1.000 1.000-4,-1.000 2.000-4,0.000-1.000 0,2.000-1.000 4,4.000-1.000 2,1.000-2.000 3,3.000 1.000 3,1.000 1.000 3,1.000 1.000 1,2.000 1.000 3,-1.000 1.000 1,-1.000 1.000-2,-1.000-1.000-1,-2.000 0.000 0,1.000 0.000-2,1.000 2.000 1,1.000 1.000 0,2.000 1.000-1,0.000 2.000-1,0.000-2.000-2,0.000 2.000-1,0.000-2.000-3,0.000 2.000-1,0.000 1.000 3,0.000 1.000 0,0.000 1.000 2,0.000 2.000 0,0.000-1.000-1,0.000 0.000-2,0.000-1.000 0,-1.000 1.000 0,-1.000 1.000 1,-1.000-1.000 0,-1.000 0.000 2,-2.000-1.000-1,1.000 1.000-2,1.000 1.000-1,-1.000-1.000-2,-1.000 0.000-2,-1.000 2.000 0,-1.000 1.000 0,-1.000 1.000-1,-1.000 1.000 0,2.000-2.000 0,1.000-1.000-1,1.000-1.000 0,1.000-2.000 2,1.000-1.000 2,-1.000-1.000 2,0.000-1.000 2</inkml:trace>
</inkml:ink>
</file>

<file path=ppt/ink/ink50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8"/>
    </inkml:context>
    <inkml:brush xml:id="br0">
      <inkml:brushProperty name="width" value="0.014755979180336" units="cm"/>
      <inkml:brushProperty name="height" value="0.014755979180336" units="cm"/>
      <inkml:brushProperty name="color" value="#000000"/>
      <inkml:brushProperty name="ignorePressure" value="0"/>
    </inkml:brush>
  </inkml:definitions>
  <inkml:trace contextRef="#ctx0" brushRef="#br0">37600.000 26570.000 993,'11.000'0.000'0,"5.000"0.000"0,3.000 0.000 0,4.000 0.000 0,0.000 1.000 0,-3.000 3.000 0,-4.000 2.000-1,-5.000 2.000 0,0.000 3.000 0,-1.000 1.000 3,0.000 1.000 1,0.000 1.000 2,0.000 1.000-7,0.000-2.000-14,-1.000-1.000-14,1.000-2.000-14</inkml:trace>
</inkml:ink>
</file>

<file path=ppt/ink/ink51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8"/>
    </inkml:context>
    <inkml:brush xml:id="br0">
      <inkml:brushProperty name="width" value="0.0148802706971765" units="cm"/>
      <inkml:brushProperty name="height" value="0.0148802706971765" units="cm"/>
      <inkml:brushProperty name="color" value="#000000"/>
      <inkml:brushProperty name="ignorePressure" value="0"/>
    </inkml:brush>
  </inkml:definitions>
  <inkml:trace contextRef="#ctx0" brushRef="#br0">37819.000 25469.000 985,'-10.000'-19.000'0,"1.000"1.000"-2,-1.000 1.000-1,0.000 2.000 0,1.000 1.000-1,2.000 3.000 1,4.000 2.000 2,2.000 3.000 1,1.000 1.000 2,2.000 2.000 2,1.000 1.000 2,1.000 2.000 3,2.000 0.000-2,-2.000 0.000-4,2.000 0.000-6,-2.000 0.000-3,1.000 0.000-2,1.000 2.000 1,-1.000 1.000 2,0.000 2.000 2,0.000 0.000 1,2.000-1.000-3,1.000 2.000 0,1.000-1.000-2,1.000 0.000 0,-2.000 2.000 2,-1.000 1.000 1,-2.000 2.000 1,1.000 0.000 1,-2.000 0.000 0,2.000-1.000-1,-2.000 2.000 1,1.000-2.000 0,1.000 2.000-2,-1.000-2.000 0,0.000 1.000-2,-1.000 0.000 0,1.000-2.000-2,1.000-1.000 0,-1.000-2.000-2,-1.000 1.000 0,-1.000-2.000-1,-1.000 1.000-1,-2.000 0.000 0,1.000 0.000-1,1.000 1.000 1,1.000-1.000 0,2.000 0.000 1</inkml:trace>
</inkml:ink>
</file>

<file path=ppt/ink/ink51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9"/>
    </inkml:context>
    <inkml:brush xml:id="br0">
      <inkml:brushProperty name="width" value="0.0146896727383137" units="cm"/>
      <inkml:brushProperty name="height" value="0.0146896727383137" units="cm"/>
      <inkml:brushProperty name="color" value="#000000"/>
      <inkml:brushProperty name="ignorePressure" value="0"/>
    </inkml:brush>
  </inkml:definitions>
  <inkml:trace contextRef="#ctx0" brushRef="#br0">38039.000 25230.000 998,'0.000'-11.000'0,"0.000"2.000"0,0.000-1.000-1,0.000-1.000 1,0.000 2.000 0,0.000 1.000 0,0.000 1.000 1,0.000 2.000 0,1.000 0.000 0,1.000 2.000-2,1.000 1.000-2,2.000 2.000-1,0.000 0.000-1,0.000 0.000 0,-1.000 0.000 1,1.000 0.000-1,1.000 0.000 1,-2.000 2.000-1,2.000 1.000 0,-2.000 2.000-1,1.000 0.000 0,-2.000-1.000-2,-1.000 2.000-1,-1.000-1.000-2,-1.000-1.000 1,2.000 1.000 2,1.000 0.000 4,2.000 1.000 2,-1.000-1.000 1,1.000 2.000-3,1.000 1.000-1,-1.000 2.000-2,0.000-1.000-1,-1.000-1.000 2,1.000-1.000 0,1.000-1.000 1,-2.000-1.000 1,-1.000-1.000-1,-1.000 2.000 0,-1.000-1.000-1,-1.000-1.000-1,2.000 1.000 0,1.000 0.000-1,1.000 1.000-1,1.000-1.000 0,-2.000 0.000 1,-1.000 0.000 1,-1.000-1.000 1</inkml:trace>
</inkml:ink>
</file>

<file path=ppt/ink/ink51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9"/>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38380.000 25050.000 1000,'10.000'0.000'0,"0.000"0.000"0,-1.000 0.000 0,1.000 0.000 0,1.000 0.000-2,-2.000 0.000-3,2.000 0.000-3,-1.000 0.000-3,-1.000 0.000-1,-1.000 0.000 0,-1.000 0.000 1,-2.000 0.000 1,0.000 0.000 1,1.000 0.000 0,-1.000 0.000 1,0.000 0.000 1,-1.000 0.000 0,1.000 0.000 1,1.000 0.000 2,-1.000 0.000 1,0.000 0.000 1,-1.000 0.000 1,1.000 0.000 1,1.000 0.000 1,-2.000 0.000 1,-1.000 2.000-3,-1.000 1.000-1,-1.000 2.000-1,-1.000 0.000 0,2.000-1.000 0,1.000 2.000 2,1.000-1.000 2,1.000 0.000-1,-2.000 2.000 0,-1.000 1.000-1,-1.000 2.000-1,-2.000-1.000 0,-1.000-1.000 0,-1.000-1.000 2,-2.000-2.000 0,1.000 0.000-1,1.000 1.000-1,1.000-1.000-3,2.000 0.000-2,-1.000 0.000-2,-1.000 2.000-2,-1.000 1.000 0,-1.000 1.000-2</inkml:trace>
</inkml:ink>
</file>

<file path=ppt/ink/ink51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9"/>
    </inkml:context>
    <inkml:brush xml:id="br0">
      <inkml:brushProperty name="width" value="0.0156235275790095" units="cm"/>
      <inkml:brushProperty name="height" value="0.0156235275790095" units="cm"/>
      <inkml:brushProperty name="color" value="#000000"/>
      <inkml:brushProperty name="ignorePressure" value="0"/>
    </inkml:brush>
  </inkml:definitions>
  <inkml:trace contextRef="#ctx0" brushRef="#br0">38000.000 25829.000 938,'-10.000'10.000'-1,"0.000"1.000"-2,0.000-1.000-2,0.000 0.000-2,2.000-2.000 0,6.000-1.000 2,4.000-4.000 2,6.000-2.000 2,3.000-1.000 3,3.000-2.000 4,2.000-1.000 3,2.000-2.000 4,2.000 0.000 2,1.000-2.000-2,-1.000-1.000-1,0.000-1.000-1,-1.000-2.000-3,1.000-1.000-4,1.000-1.000-4,-1.000-1.000-3,0.000-1.000-4,0.000 0.000-1,-1.000-1.000-2,2.000 1.000-2,-1.000 1.000-1,2.000 1.000 1,1.000 1.000-1,2.000 1.000 1,-2.000 1.000-1,-2.000-2.000 0,-1.000-1.000-2,-4.000-2.000-1,-2.000 2.000 0,-1.000 1.000 2,-1.000 4.000 2,-1.000 2.000 0,-2.000 0.000 1,-1.000 1.000-1,-1.000 0.000 0,-1.000 1.000-1</inkml:trace>
</inkml:ink>
</file>

<file path=ppt/ink/ink51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9"/>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38319.000 25569.000 1000,'-9.000'2.000'-2,"1.000"2.000"-2,1.000 2.000-2,1.000 2.000-2,2.000 3.000-2,-1.000 1.000 0,0.000 1.000 0,-1.000 1.000 1,1.000 2.000 0,-2.000 1.000 1,-1.000 1.000 1,-2.000 2.000 1,0.000 0.000 2,0.000 2.000 0,1.000 1.000 0,-1.000 2.000 2,-1.000 0.000 0,-1.000 2.000 1,-1.000 1.000 1,-1.000 2.000 0,-2.000-1.000 1,-1.000 2.000-1,-1.000-1.000 0,-1.000-1.000-1,-1.000 1.000 1,2.000-2.000-1,1.000-1.000 1,2.000-2.000 0,0.000-1.000 0,2.000-3.000 1,1.000-2.000 1,2.000-2.000 1,0.000-3.000-1,2.000-1.000 0,1.000-1.000-1,2.000-1.000 0,0.000-2.000-1,2.000-1.000 1,1.000-1.000 0,1.000-1.000 0,3.000-3.000-3,4.000-2.000-3,3.000-2.000-5,5.000-2.000-4,1.000-4.000-1,0.000-1.000 1,0.000-4.000 2,0.000-1.000 1,0.000-2.000 2,2.000 2.000 1,1.000 1.000 1,2.000 2.000 2,0.000-1.000 0,2.000-1.000 1,1.000-1.000 0,1.000-1.000 1,1.000-1.000 0,-2.000 2.000 0,-1.000 1.000-1,-1.000 2.000 1,-2.000 0.000 0,-1.000 2.000 1,-1.000 1.000 0,-1.000 1.000 1,-2.000 2.000 0,2.000-1.000 1,-1.000 0.000 0,-1.000 0.000-1,1.000 0.000 2,0.000 0.000-1,1.000-1.000 2,-1.000 1.000-1,-1.000 1.000 1,-1.000 1.000 1,-1.000 1.000-1,-1.000 1.000 1,-2.000 1.000-1,-1.000-2.000-2,-1.000-1.000-1,-1.000-1.000-2</inkml:trace>
</inkml:ink>
</file>

<file path=ppt/ink/ink51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39"/>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38519.000 25430.000 1000,'-9.000'1.000'-37,"4.000"3.000"5,1.000 2.000 6,3.000 3.000 5,1.000 0.000 4,0.000-1.000 3,0.000-1.000 4,0.000-1.000 2,1.000-2.000 1,3.000 1.000-1,1.000 0.000-3,4.000 1.000-1</inkml:trace>
</inkml:ink>
</file>

<file path=ppt/ink/ink51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40"/>
    </inkml:context>
    <inkml:brush xml:id="br0">
      <inkml:brushProperty name="width" value="0.0147541500627995" units="cm"/>
      <inkml:brushProperty name="height" value="0.0147541500627995" units="cm"/>
      <inkml:brushProperty name="color" value="#000000"/>
      <inkml:brushProperty name="ignorePressure" value="0"/>
    </inkml:brush>
  </inkml:definitions>
  <inkml:trace contextRef="#ctx0" brushRef="#br0">38019.000 26450.000 994,'-11.000'11.000'0,"-2.000"3.000"0,-4.000 2.000 1,-1.000 3.000 1,0.000-1.000-1,6.000-4.000 0,4.000-3.000-1,5.000-4.000 0,3.000-3.000-1,0.000 2.000 1,0.000-1.000 1,0.000-1.000-1,0.000 1.000 0,0.000 0.000-4,0.000 1.000-2,0.000-1.000-4,1.000-1.000-4,1.000-1.000-6,1.000-1.000-6,2.000-1.000-6,-1.000-2.000 1,-1.000-1.000 6,-1.000-1.000 7,-2.000-1.000 7,1.000-2.000 4,1.000-1.000 1,1.000-1.000 3,2.000-1.000 1,0.000-1.000 0,0.000 2.000 0,-1.000 1.000-1,1.000 1.000-1,1.000 1.000 1,1.000-2.000 0,1.000-1.000 1,2.000-1.000 1,-1.000-1.000 1,-1.000 0.000-1,-1.000-1.000 0,-1.000 2.000-1,-1.000-1.000 0,2.000 0.000 1,1.000-1.000 1,2.000 1.000 0,-1.000 1.000 0,-1.000 1.000 1,-1.000 1.000-1,-2.000 2.000 0,1.000-1.000 1,1.000 1.000 2,1.000 0.000 1,1.000 0.000 3,1.000 1.000 0,-2.000-1.000-1,-1.000 0.000-2,-1.000 0.000-1,-1.000 0.000 0,0.000 2.000 2,-1.000 1.000 1,1.000 2.000 3,1.000 0.000 0,-2.000 0.000-1,2.000 0.000-3,-2.000 0.000 0,1.000 0.000-2,1.000 0.000 0,-1.000 0.000 1,0.000 0.000-1,-1.000 0.000 0,1.000 2.000-1,1.000 1.000-2,-1.000 2.000-1,-1.000-1.000-1,-1.000 2.000 0,-1.000-1.000 0,-2.000-1.000 0,1.000 2.000-1,1.000 1.000-2,1.000 1.000 0,2.000 2.000-2,-1.000-1.000 0,-1.000-1.000 2,-1.000-1.000 2,-1.000-2.000 1,-1.000 0.000 0,0.000 1.000-3,0.000-1.000-3,0.000 0.000-3</inkml:trace>
</inkml:ink>
</file>

<file path=ppt/ink/ink51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40"/>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38500.000 26270.000 1000,'9.000'9.000'-2,"1.000"1.000"-2,0.000 1.000-3,0.000-1.000-3,-1.000-1.000 0,-2.000-1.000 3,-4.000-1.000 2,-1.000-2.000 4,-2.000 0.000 1,2.000 1.000 2,1.000-1.000 1,1.000 0.000 1,0.000-2.000-2,-2.000-2.000-5,-4.000-2.000-5,-2.000-2.000-6,0.000-3.000 0,1.000-1.000 3,1.000-1.000 5,2.000-2.000 3,0.000 0.000 2,0.000-2.000-1,0.000-1.000 0,0.000-2.000-1,0.000 1.000 0,0.000 1.000 1,0.000 1.000 0,0.000 1.000 1,0.000 1.000 1,0.000-2.000-1,0.000-1.000 0,0.000-2.000 1,0.000 1.000 0,2.000 1.000 0,1.000 1.000 0,1.000 1.000 0,2.000 2.000 0,-2.000-1.000 1,2.000 0.000 0,-2.000-1.000 0,1.000 2.000 1,1.000 1.000 2,-1.000 1.000 1,0.000 2.000 1,0.000 0.000 0,2.000 2.000-1,1.000 1.000-2,1.000 2.000 0,2.000 0.000-1,-1.000 0.000-1,0.000 0.000-1,0.000 0.000-1,0.000 1.000 0,2.000 5.000 1,1.000 3.000 1,2.000 4.000 0,-2.000 2.000-2,-1.000-2.000-3,-4.000-1.000-3,-2.000-2.000-4,0.000 1.000-4,1.000 1.000-2,1.000 1.000-3,2.000 1.000-3</inkml:trace>
</inkml:ink>
</file>

<file path=ppt/ink/ink51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44"/>
    </inkml:context>
    <inkml:brush xml:id="br0">
      <inkml:brushProperty name="width" value="0.021218279376626" units="cm"/>
      <inkml:brushProperty name="height" value="0.021218279376626" units="cm"/>
      <inkml:brushProperty name="color" value="#000000"/>
      <inkml:brushProperty name="ignorePressure" value="0"/>
    </inkml:brush>
  </inkml:definitions>
  <inkml:trace contextRef="#ctx0" brushRef="#br0">39819.000 50429.000 691,'0.000'-20.000'0,"-2.000"0.000"0,-1.000 1.000 0,-1.000-1.000 0,-1.000 1.000 0,2.000 5.000 0,1.000 3.000 0,2.000 5.000 0,1.000 0.000 3,5.000 2.000 6,4.000-2.000 7,3.000 1.000 6,2.000 1.000 2,2.000 1.000-2,1.000 1.000-1,2.000 2.000-3,-1.000 1.000-1,1.000 3.000-2,1.000 2.000-2,-1.000 2.000-2,1.000 4.000-2,3.000 1.000 0,2.000 4.000-1,3.000 2.000-1,1.000 2.000-1,-1.000 3.000 1,1.000 2.000 0,1.000 3.000 0,-1.000 2.000 0,2.000 5.000-1,1.000 3.000 0,2.000 5.000-2,-1.000 1.000 1,-1.000 2.000 1,-1.000 1.000 0,-1.000 1.000 1,-2.000 2.000-1,1.000 1.000-2,1.000 1.000-4,-1.000 2.000-1,-1.000 0.000-2,-1.000-1.000 0,-1.000 2.000 1,-2.000-1.000 0,1.000-2.000 0,1.000-1.000 2,1.000-4.000 2,2.000-1.000 1,-1.000-4.000-1,-1.000-4.000-4,-1.000-3.000-3,-1.000-4.000-4,-2.000-4.000-2,-1.000-1.000 2,-1.000-4.000-1,-1.000-1.000 2,-3.000-4.000 0,-1.000-4.000-3,-4.000-3.000 0,-1.000-4.000-3,-2.000-2.000 0,2.000 2.000-2,1.000 1.000-1,2.000 2.000-1,-2.000-1.000-1,-1.000-1.000-2,-4.000-1.000-2,-1.000-2.000-2,-2.000 0.000 1,0.000-2.000 3,-1.000-1.000 4,1.000-1.000 3,0.000 0.000 0,-2.000 3.000-3,-1.000 2.000-2,-1.000 2.000-3</inkml:trace>
</inkml:ink>
</file>

<file path=ppt/ink/ink51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44"/>
    </inkml:context>
    <inkml:brush xml:id="br0">
      <inkml:brushProperty name="width" value="0.0180347207933664" units="cm"/>
      <inkml:brushProperty name="height" value="0.0180347207933664" units="cm"/>
      <inkml:brushProperty name="color" value="#000000"/>
      <inkml:brushProperty name="ignorePressure" value="0"/>
    </inkml:brush>
  </inkml:definitions>
  <inkml:trace contextRef="#ctx0" brushRef="#br0">40400.000 51709.000 813,'-10.000'-9.000'0,"0.000"-1.000"-1,0.000 0.000 1,0.000 0.000 0,1.000 0.000 1,5.000 2.000 3,3.000 1.000 4,5.000 2.000 4,1.000 0.000 0,2.000 2.000-2,1.000 1.000-1,2.000 1.000-3,0.000 2.000 1,2.000 1.000 3,1.000 1.000 3,2.000 2.000 2,0.000 0.000 0,2.000 2.000-1,1.000 1.000-2,2.000 2.000-2,-1.000-1.000-2,-1.000 2.000-2,-1.000-1.000-1,-2.000-1.000-1,1.000 3.000-1,1.000 1.000-1,1.000 4.000-1,1.000 2.000-1,2.000 1.000 0,-1.000-1.000 0,0.000 1.000 0,-1.000 1.000-1,1.000-3.000-3,1.000-2.000-8,-1.000-2.000-6,0.000-3.000-9,-1.000-1.000-6,-1.000 0.000-5,-1.000 1.000-6,-2.000-1.000-5</inkml:trace>
</inkml:ink>
</file>

<file path=ppt/ink/ink52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44"/>
    </inkml:context>
    <inkml:brush xml:id="br0">
      <inkml:brushProperty name="width" value="0.019241651520133" units="cm"/>
      <inkml:brushProperty name="height" value="0.019241651520133" units="cm"/>
      <inkml:brushProperty name="color" value="#000000"/>
      <inkml:brushProperty name="ignorePressure" value="0"/>
    </inkml:brush>
  </inkml:definitions>
  <inkml:trace contextRef="#ctx0" brushRef="#br0">41360.000 51050.000 762,'0.000'-20.000'1,"0.000"-1.000"2,0.000 2.000 1,0.000-1.000 3,0.000 4.000 4,0.000 9.000 8,0.000 9.000 6,0.000 9.000 7,-1.000 5.000 1,-1.000 3.000-7,-1.000 2.000-6,-1.000 2.000-6,-2.000 3.000-4,-1.000 1.000 0,-1.000 1.000-2,-2.000 2.000 0,1.000 1.000-3,1.000 3.000-3,1.000 2.000-4,1.000 3.000-4,1.000 0.000-1,-2.000-1.000 2,-1.000-1.000 0,-1.000-1.000 2,-1.000-1.000-1,-1.000 2.000-6,1.000 1.000-5,0.000 2.000-4,1.000 0.000-4,1.000 0.000-2,1.000-1.000-2,1.000 2.000-2,2.000-2.000-1,1.000-1.000 2,1.000-1.000 0,2.000-1.000 2,0.000-4.000 2,0.000-5.000 4,0.000-4.000 3,0.000-5.000 5,0.000-3.000 2,0.000 2.000 1,0.000 1.000 1,0.000 2.000 0</inkml:trace>
</inkml:ink>
</file>

<file path=ppt/ink/ink52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45"/>
    </inkml:context>
    <inkml:brush xml:id="br0">
      <inkml:brushProperty name="width" value="0.0165887791663408" units="cm"/>
      <inkml:brushProperty name="height" value="0.0165887791663408" units="cm"/>
      <inkml:brushProperty name="color" value="#000000"/>
      <inkml:brushProperty name="ignorePressure" value="0"/>
    </inkml:brush>
  </inkml:definitions>
  <inkml:trace contextRef="#ctx0" brushRef="#br0">42200.000 51390.000 884,'-10.000'-21.000'0,"0.000"-1.000"0,0.000-1.000 0,0.000-1.000 0,1.000 1.000 2,2.000 5.000 5,4.000 6.000 5,1.000 5.000 5,4.000 3.000 1,1.000 2.000-3,4.000 4.000-2,2.000 2.000-3,0.000 1.000-2,-1.000 0.000-2,-1.000-1.000-2,-2.000 1.000 0,0.000 1.000-11,1.000-1.000-17,-1.000 0.000-17,0.000-1.000-17</inkml:trace>
</inkml:ink>
</file>

<file path=ppt/ink/ink52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45"/>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42260.000 51750.000 1000,'-10.000'0.000'-1,"-1.000"0.000"-2,1.000 0.000-1,0.000 0.000-2,1.000 0.000 0,4.000 2.000-1,1.000 1.000 0,3.000 1.000 1,1.000 2.000 0,0.000-1.000 0,0.000 0.000 2,0.000-1.000 1,0.000 3.000 0,2.000 2.000-1,1.000 2.000 0,2.000 3.000-1,-1.000 0.000-3,1.000-1.000-7,1.000-1.000-7,-1.000-1.000-6</inkml:trace>
</inkml:ink>
</file>

<file path=ppt/ink/ink52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45"/>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42280.000 52470.000 1000,'-11.000'9.000'-3,"2.000"-1.000"-3,-1.000-1.000-4,-1.000-1.000-5,3.000-4.000 0,4.000-4.000 2,3.000-6.000 4,5.000-5.000 2,1.000-2.000 0,2.000-2.000-1,1.000-1.000-3,2.000-2.000-2,0.000 0.000-2,0.000-2.000-1,-1.000-1.000-2,2.000-1.000 0,-2.000 0.000 0,-1.000 3.000 4,-1.000 2.000 5,-1.000 3.000 3</inkml:trace>
</inkml:ink>
</file>

<file path=ppt/ink/ink52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46"/>
    </inkml:context>
    <inkml:brush xml:id="br0">
      <inkml:brushProperty name="width" value="0.0163825862109661" units="cm"/>
      <inkml:brushProperty name="height" value="0.0163825862109661" units="cm"/>
      <inkml:brushProperty name="color" value="#000000"/>
      <inkml:brushProperty name="ignorePressure" value="0"/>
    </inkml:brush>
  </inkml:definitions>
  <inkml:trace contextRef="#ctx0" brushRef="#br0">42660.000 51350.000 895,'8.000'-12.000'0,"-1.000"-4.000"0,-4.000-3.000 0,-1.000-5.000 0,-2.000 3.000 1,2.000 5.000 4,1.000 7.000 3,1.000 5.000 4,1.000 5.000 0,1.000 1.000 1,-1.000 1.000-1,0.000 2.000-1,-1.000 0.000-1,1.000 2.000-2,1.000 1.000-2,-1.000 2.000-3,-1.000 0.000-1,-1.000 2.000-1,-1.000 1.000-1,-2.000 2.000 0,1.000 1.000 0,1.000 2.000-2,1.000 4.000-1,2.000 2.000-1,-1.000 1.000-1,-1.000 0.000 0,-1.000 0.000 0,-1.000 0.000 0,-1.000-1.000-1,0.000-1.000-4,0.000-1.000-2,0.000-1.000-4,0.000-1.000 0,0.000 2.000 2,0.000 1.000 3,0.000 1.000 2,-1.000 1.000 1,-1.000-2.000-1,-1.000-1.000-1,-1.000-1.000-2,-2.000-3.000 0,1.000-2.000 1,1.000-2.000-1,-1.000-3.000 1,0.000-1.000 0,0.000 1.000-2,-1.000-1.000 0,2.000 0.000-2,-1.000-3.000 1,0.000-5.000 2,-1.000-4.000 3,1.000-5.000 1,1.000-5.000 3,1.000-2.000 0,1.000-2.000 2,2.000-3.000 1,0.000 0.000 1,0.000-1.000 0,0.000 0.000 1,0.000-1.000-1,1.000 1.000 1,3.000-2.000 0,2.000-1.000 0,3.000-1.000 0,0.000-1.000 0,1.000 2.000 0,0.000 1.000 0,0.000 2.000 0,0.000-1.000 0,-2.000 1.000 0,-1.000 1.000 0,-2.000-1.000 0,1.000 0.000 0,1.000 0.000 0,1.000-1.000 0,2.000 2.000 0,-1.000-1.000 0,-1.000 2.000 0,-1.000 1.000 0,-1.000 2.000 0,-1.000 1.000 1,-1.000 3.000 3,1.000 2.000 3,1.000 2.000 3,-1.000 3.000 1,0.000-2.000 0,-1.000 2.000 0,1.000-2.000 1,1.000 2.000 0,-2.000 1.000 0,2.000 1.000-1,-2.000 2.000 1,1.000 0.000 0,-2.000 2.000-1,-1.000 1.000 0,-1.000 1.000-1,-1.000 2.000-1,2.000-1.000-2,1.000 0.000-2,2.000-1.000-3,-1.000 2.000 0,1.000 1.000 1,1.000 1.000 1,-1.000 1.000 1,0.000 1.000-1,-1.000-2.000-4,1.000-1.000-2,1.000-1.000-3,-1.000-1.000-2,0.000 2.000 2,-1.000 1.000 1,1.000 2.000 1,1.000-1.000 1,-2.000 2.000-2,2.000-1.000-1,-2.000-1.000-1,1.000 1.000-1,1.000 0.000 1,-1.000 1.000 0,0.000-1.000 0,-1.000 0.000-2,-1.000 0.000-2,-1.000 0.000-4,-2.000 0.000-1,0.000 0.000-2,0.000 2.000 3,0.000 1.000 1,0.000 2.000 2,0.000 0.000 2,0.000 0.000 3,0.000-1.000 1,0.000 2.000 2,-1.000-2.000 1,-3.000 1.000 0,-2.000 0.000 1,-2.000 0.000 1,-2.000 1.000 0,2.000-1.000-1,1.000 0.000 1,1.000 0.000 0,1.000 0.000 1,-2.000 0.000 1,-1.000-1.000 3,-2.000 1.000 1,0.000 0.000 0,0.000-2.000-1,1.000-1.000-2,-1.000-2.000-1,0.000 0.000-1,0.000 1.000 3,0.000-1.000 2,0.000 0.000 1,0.000-1.000 2,2.000 2.000 0,1.000-1.000 1,2.000-1.000 0,0.000 1.000 0,0.000-2.000 0,-1.000-1.000 0,2.000-1.000 0,1.000-2.000 0,3.000-1.000-1,4.000-1.000-2,4.000-1.000-1,3.000-3.000 0,-2.000-1.000-1,2.000-4.000 0,-1.000-2.000 0,0.000 0.000-2,0.000-2.000-2,-1.000 2.000-2,2.000-1.000-3,-1.000 0.000-1,2.000 0.000 1,1.000-1.000 0,2.000 2.000 1,-1.000-1.000-1,-1.000 2.000-1,-1.000 1.000-3,-1.000 2.000-1,-2.000-1.000-1,1.000-1.000 1,0.000-1.000-1,0.000-1.000 0,1.000-1.000 1,-1.000 0.000 0,0.000-1.000 1,0.000 2.000 0,-1.000-1.000 0,-1.000 2.000 0,-1.000 1.000-1,-1.000 2.000 0,-1.000-1.000 0,2.000-1.000 2,1.000-1.000 2,1.000-1.000 3,1.000-1.000 0,-2.000 0.000 0,-1.000-1.000 1,-2.000 2.000 1,1.000-2.000 0,-2.000 1.000-1,2.000 0.000 1,-2.000 0.000 0,1.000 1.000 0,-2.000-1.000 0,-1.000 0.000 0,-1.000 0.000 0,-1.000 0.000 0,2.000 0.000 0,1.000-1.000 0,2.000 1.000 0,-1.000 0.000 0,1.000-2.000 0,1.000-1.000 0,-1.000-2.000 0,-1.000 0.000 0,-1.000 1.000 0,-1.000-1.000 0,-2.000 0.000 0,1.000-1.000 0,1.000 2.000 0,1.000-1.000 0,2.000-1.000 0,-1.000 2.000 0,-1.000 1.000 3,-1.000 1.000 0,-1.000 1.000 2,-1.000 2.000 1,0.000 1.000 0,0.000 1.000 1,0.000 1.000 1,0.000 2.000 0,2.000 1.000 1,1.000 1.000 1,1.000 2.000 0,1.000 0.000 1,-2.000 2.000-2,-1.000 1.000 0,-1.000 1.000 0,-1.000 3.000-2,0.000 2.000 0,0.000 2.000-1,0.000 3.000 0,0.000 1.000-2,0.000 0.000-1,0.000-1.000 0,0.000 1.000-2,0.000 1.000-1,0.000 1.000 0,0.000 1.000-2,0.000 2.000 1,0.000 0.000-2,0.000 0.000 1,0.000-1.000-2,0.000 1.000 1,0.000 1.000-1,0.000-2.000 1,0.000 2.000 0,0.000-2.000 0,0.000 1.000 0,0.000-2.000-1,0.000-1.000 0,0.000-2.000 0,-1.000 0.000-2,-1.000-2.000-1,-1.000-1.000-1,-2.000-2.000-2,0.000 0.000 0,1.000-2.000 2,-1.000-1.000 1,0.000-2.000 2,0.000-1.000 1,2.000-2.000-2,1.000-4.000 0,1.000-2.000-1,1.000-2.000 0,0.000-2.000 1,0.000-4.000 3,0.000-1.000 0,0.000-3.000 2,-2.000 2.000 0,-1.000-1.000 0,-1.000-1.000 1</inkml:trace>
</inkml:ink>
</file>

<file path=ppt/ink/ink52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46"/>
    </inkml:context>
    <inkml:brush xml:id="br0">
      <inkml:brushProperty name="width" value="0.0216015409678221" units="cm"/>
      <inkml:brushProperty name="height" value="0.0216015409678221" units="cm"/>
      <inkml:brushProperty name="color" value="#000000"/>
      <inkml:brushProperty name="ignorePressure" value="0"/>
    </inkml:brush>
  </inkml:definitions>
  <inkml:trace contextRef="#ctx0" brushRef="#br0">43500.000 50389.000 678,'1.000'-21.000'-3,"3.000"-5.000"-8,1.000-3.000-6,4.000-5.000-8,0.000 6.000 4,-2.000 12.000 13,-4.000 12.000 14,-2.000 12.000 14,0.000 9.000 5,1.000 2.000-3,1.000 2.000-3,2.000 3.000-3,-1.000 2.000-3,-1.000 3.000 0,-1.000 2.000-2,-1.000 2.000-1,-1.000 5.000-1,2.000 5.000-2,1.000 4.000-2,1.000 6.000-2,1.000 3.000 0,-2.000 3.000 1,-1.000 2.000 2,-1.000 3.000 1,-1.000 2.000 0,2.000 5.000-2,1.000 3.000-2,1.000 5.000-3,1.000 5.000 0,-2.000 9.000 1,-1.000 9.000 1,-1.000 9.000 0,-1.000 7.000 4,2.000 6.000 6,1.000 7.000 7,2.000 6.000 6,-1.000-1.000 1,-1.000-5.000-4,-1.000-7.000-4,-2.000-6.000-3,0.000-6.000-3,0.000-6.000-2,0.000-7.000-2,0.000-5.000-1,0.000-6.000-2,-2.000-2.000-2,-1.000-2.000-4,-1.000-3.000-1,-1.000-6.000-2,0.000-9.000 2,-1.000-11.000 2,1.000-10.000 1,1.000-7.000-3,-1.000-1.000-7,0.000-4.000-8,-1.000-1.000-8,1.000-4.000-1,1.000-4.000 4,-1.000-3.000 3,0.000-5.000 5,-1.000-2.000-4,1.000-3.000-14,1.000-2.000-12,-1.000-2.000-14</inkml:trace>
</inkml:ink>
</file>

<file path=ppt/ink/ink52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47"/>
    </inkml:context>
    <inkml:brush xml:id="br0">
      <inkml:brushProperty name="width" value="0.019985368475318" units="cm"/>
      <inkml:brushProperty name="height" value="0.019985368475318" units="cm"/>
      <inkml:brushProperty name="color" value="#000000"/>
      <inkml:brushProperty name="ignorePressure" value="0"/>
    </inkml:brush>
  </inkml:definitions>
  <inkml:trace contextRef="#ctx0" brushRef="#br0">44780.000 50929.000 733,'-11.000'0.000'0,"2.000"0.000"0,-1.000 0.000 0,-1.000 0.000 0,2.000 0.000 0,1.000 0.000-3,1.000 0.000-1,2.000 0.000-2,0.000 0.000 0,0.000 0.000 1,-1.000 0.000 1,1.000 0.000 0,1.000 0.000 2,-1.000 0.000 2,0.000 0.000 1,-1.000 0.000 1,1.000 0.000 2,1.000 0.000 1,-1.000 0.000 1,0.000 0.000 1,-1.000 0.000 1,1.000 0.000 3,1.000 0.000 2,-1.000 0.000 3,2.000-1.000 3,6.000-3.000 2,4.000-2.000 1,6.000-2.000 4,3.000-2.000-2,3.000 0.000-3,2.000 0.000-4,3.000 0.000-4,2.000-1.000-3,3.000-1.000 0,2.000-1.000-2,3.000-1.000 0,0.000-1.000-2,1.000-1.000 0,0.000 2.000 0,0.000-1.000-1,1.000-1.000-1,-1.000-1.000-3,0.000-1.000-1,0.000-2.000-3,0.000 2.000-1,2.000 1.000 0,1.000 4.000 0,2.000 1.000 0,-2.000 2.000-2,-1.000-2.000-3,-4.000-1.000-3,-2.000-2.000-3,-1.000 2.000 0,-2.000 2.000 1,-1.000 2.000 2,-1.000 2.000 2,-2.000 3.000 0,-1.000-2.000-2,-1.000 2.000-2,-2.000-1.000-2,-1.000 0.000-1,-2.000 2.000-2,-4.000 1.000-1,-1.000 2.000 0,-3.000 0.000-2,-1.000 0.000 2,-1.000 0.000 0,-1.000 0.000 1,-2.000 1.000 1,-1.000 5.000-1,-1.000 3.000 2,-2.000 4.000 0,0.000 2.000 1,-2.000-2.000 4,-1.000-1.000 4,-1.000-2.000 3,-2.000 1.000 2,-1.000-2.000 0,-1.000 1.000 2,-1.000 0.000 0</inkml:trace>
</inkml:ink>
</file>

<file path=ppt/ink/ink52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47"/>
    </inkml:context>
    <inkml:brush xml:id="br0">
      <inkml:brushProperty name="width" value="0.0163216292858124" units="cm"/>
      <inkml:brushProperty name="height" value="0.0163216292858124" units="cm"/>
      <inkml:brushProperty name="color" value="#000000"/>
      <inkml:brushProperty name="ignorePressure" value="0"/>
    </inkml:brush>
  </inkml:definitions>
  <inkml:trace contextRef="#ctx0" brushRef="#br0">44960.000 51390.000 898,'0.000'9.000'1,"2.000"-1.000"1,1.000-1.000 3,1.000-1.000 0,1.000-1.000 1,-2.000 0.000-4,-1.000-1.000-3,-1.000 2.000-3,-1.000-1.000-1,0.000 2.000 0,0.000 1.000 0,0.000 2.000 0,0.000-1.000 0,2.000-1.000-2,1.000-1.000-1,1.000-1.000-2,1.000-2.000 0,-2.000 1.000 0,-1.000 1.000 0,-1.000-1.000 0,-1.000-1.000-1,2.000-1.000 1,1.000-1.000-1,2.000-2.000 0,-1.000 1.000 1,1.000 1.000 1,1.000 1.000 2,-1.000 2.000 1,0.000-2.000 1,2.000-1.000 1,1.000-4.000 1,2.000-1.000 0,-1.000-3.000 1,-1.000-1.000-1,-1.000-1.000-2,-2.000-2.000 0,1.000 0.000 1,1.000-2.000 3,1.000-1.000 4,1.000-2.000 4,2.000 0.000 2,-2.000 0.000 2,2.000 1.000 2,-1.000-1.000 2,0.000 0.000 0,0.000 0.000-1,-1.000 0.000-1,2.000 0.000-1,-1.000 0.000 1,2.000 2.000-1,1.000 1.000 0,2.000 2.000 0,-1.000 0.000 1,-1.000 0.000-1,-1.000-1.000 0,-1.000 2.000 0,-2.000-1.000 0,1.000 2.000-2,0.000 1.000-2,0.000 2.000-1,1.000 0.000-1,1.000 2.000 1,1.000 1.000 0,1.000 1.000 1,1.000 1.000-1,-2.000 0.000-4,-1.000 0.000-2,-2.000 0.000-5,1.000 0.000 1,-1.000 0.000 1,0.000 0.000 3,0.000 0.000 1,-1.000 1.000 0,-1.000 1.000-4,-1.000 1.000-3,-1.000 2.000-3,-2.000 0.000-1,1.000 2.000 0,1.000 1.000 1,-1.000 2.000 1,-1.000 0.000-1,-1.000 0.000-1,-1.000 0.000-2,-2.000 0.000-2,0.000 0.000 0,0.000-1.000 1,0.000 1.000 1,0.000 0.000 1,0.000 0.000 2,0.000 1.000 0,0.000-1.000 2,0.000 0.000 1,-1.000 0.000 1,-3.000 2.000 3,-2.000 1.000 2,-3.000 2.000 3,-1.000-1.000 0,1.000-1.000-1,-1.000-1.000-2,0.000-1.000-1,-1.000-1.000 0,-1.000 2.000 2,-1.000 1.000 3,-1.000 2.000 2,-1.000-1.000 1,2.000-1.000-2,1.000-1.000 1,2.000-1.000-2,-1.000-2.000 0,2.000 2.000 0,-1.000-1.000 1,-1.000-1.000 0,1.000 1.000-1,0.000-2.000 1,1.000-1.000-2,-1.000-1.000 1,0.000-1.000-1,2.000 0.000-1,1.000-1.000-1,1.000 1.000 0,2.000-1.000-4,1.000-2.000-5,1.000-4.000-7,2.000-2.000-5,0.000-1.000-2,2.000 1.000-1,1.000-1.000 2,1.000 0.000 0,2.000-1.000 0,-2.000-1.000 1,2.000-1.000 1,-2.000-2.000-1</inkml:trace>
</inkml:ink>
</file>

<file path=ppt/ink/ink52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48"/>
    </inkml:context>
    <inkml:brush xml:id="br0">
      <inkml:brushProperty name="width" value="0.0149395223706961" units="cm"/>
      <inkml:brushProperty name="height" value="0.0149395223706961" units="cm"/>
      <inkml:brushProperty name="color" value="#000000"/>
      <inkml:brushProperty name="ignorePressure" value="0"/>
    </inkml:brush>
  </inkml:definitions>
  <inkml:trace contextRef="#ctx0" brushRef="#br0">45139.000 50210.000 981,'10.000'-21.000'0,"-2.000"2.000"0,-1.000-1.000 0,-2.000-1.000 0,1.000 3.000 0,-2.000 4.000-1,2.000 3.000-2,-2.000 4.000 0,1.000 4.000 1,1.000 4.000 1,-1.000 3.000 3,0.000 4.000 1,0.000 5.000 0,2.000 5.000-1,1.000 4.000-3,1.000 6.000 0,2.000 3.000-1,-1.000 5.000 1,0.000 3.000 2,0.000 5.000 2,0.000 1.000-1,0.000 2.000-2,-1.000 1.000-2,1.000 2.000-3,1.000 1.000 0,-2.000 5.000 1,2.000 3.000 1,-1.000 4.000 0,-1.000 4.000 1,-1.000 2.000 2,-1.000 2.000 2,-2.000 3.000 1,0.000 0.000 1,-2.000-1.000-2,-1.000-1.000-1,-1.000-2.000-1,-1.000 0.000-1,2.000 1.000 0,1.000-1.000 0,2.000 0.000-1,-1.000-1.000-1,1.000 1.000 0,1.000 1.000-2,-1.000-1.000 0,0.000-2.000-1,-1.000-2.000 3,1.000-2.000 0,1.000-3.000 2,-2.000-2.000 3,-1.000-2.000 2,-1.000-4.000 3,-1.000-1.000 3,-1.000-3.000 1,2.000-1.000-1,1.000-1.000-1,1.000-1.000-2,1.000-5.000-3,-2.000-7.000-7,-1.000-8.000-6,-1.000-8.000-7,-3.000-2.000-2,-1.000-1.000-1,-4.000 0.000 0,-1.000 0.000 1,-2.000-2.000-1,2.000-2.000 1,1.000-2.000 1,2.000-3.000 0,-1.000-1.000 0,-1.000-2.000 3,-1.000-1.000 2,-1.000-1.000 1,-2.000-2.000 2,-1.000-1.000 2,-1.000-1.000 2,-1.000-2.000 2,0.000 0.000 1,3.000 1.000 1,2.000-1.000 0,3.000 0.000 0,-1.000-1.000 1,-2.000-1.000 0,-2.000-1.000 0,-3.000-2.000-1</inkml:trace>
</inkml:ink>
</file>

<file path=ppt/ink/ink52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48"/>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45100.000 51929.000 1000,'9.000'-8.000'-2,"1.000"2.000"-4,0.000 2.000-3,0.000 2.000-3,-1.000 4.000-2,-2.000 1.000 2,-4.000 4.000 2,-1.000 1.000 1,-2.000 2.000 2,0.000 1.000-1,0.000-1.000 1,0.000 0.000 1,-1.000 0.000 0,-1.000 2.000 1,-1.000 1.000 0,-1.000 2.000 0,-2.000-1.000 1,1.000-1.000 0,1.000-1.000-1,-1.000-1.000 0,-1.000-1.000 1,-1.000 2.000 0,-1.000 1.000 0,-1.000 2.000 1,-1.000-1.000 0,2.000-1.000 1,1.000-1.000 1,1.000-1.000 1,1.000-2.000-1,1.000 2.000-2,-1.000-1.000-1,0.000-1.000-2,1.000 0.000-1,2.000-2.000-1,4.000-4.000-1,2.000-2.000-2</inkml:trace>
</inkml:ink>
</file>

<file path=ppt/ink/ink53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48"/>
    </inkml:context>
    <inkml:brush xml:id="br0">
      <inkml:brushProperty name="width" value="0.0154607770964503" units="cm"/>
      <inkml:brushProperty name="height" value="0.0154607770964503" units="cm"/>
      <inkml:brushProperty name="color" value="#000000"/>
      <inkml:brushProperty name="ignorePressure" value="0"/>
    </inkml:brush>
  </inkml:definitions>
  <inkml:trace contextRef="#ctx0" brushRef="#br0">45760.000 51870.000 948,'26.000'28.000'1,"-5.000"-1.000"0,-7.000-4.000 1,-5.000-1.000 0,-5.000-4.000 2,-1.000-2.000 2,-1.000-2.000 2,-2.000-3.000 2,0.000-1.000-1,0.000-2.000-3,0.000-1.000-4,0.000-2.000-3,0.000 1.000-2,0.000-1.000 0,0.000 0.000-1,0.000-1.000 0,0.000 1.000-2,-2.000 1.000-5,-1.000-1.000-4,-1.000 0.000-4,-2.000-2.000-3,-1.000-2.000-5,-1.000-2.000-2,-1.000-2.000-4</inkml:trace>
</inkml:ink>
</file>

<file path=ppt/ink/ink53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48"/>
    </inkml:context>
    <inkml:brush xml:id="br0">
      <inkml:brushProperty name="width" value="0.0153071228414774" units="cm"/>
      <inkml:brushProperty name="height" value="0.0153071228414774" units="cm"/>
      <inkml:brushProperty name="color" value="#000000"/>
      <inkml:brushProperty name="ignorePressure" value="0"/>
    </inkml:brush>
  </inkml:definitions>
  <inkml:trace contextRef="#ctx0" brushRef="#br0">44400.000 50610.000 958,'0.000'19.000'6,"0.000"-1.000"3,0.000-1.000 0,0.000-2.000 1,0.000 2.000-2,2.000 1.000-9,1.000 4.000-7,2.000 2.000-8,0.000 2.000-3,2.000 3.000 4,1.000 2.000 2,1.000 2.000 2,1.000 1.000-1,-2.000-5.000-7,-1.000-3.000-6,-2.000-5.000-6</inkml:trace>
</inkml:ink>
</file>

<file path=ppt/ink/ink53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3:49"/>
    </inkml:context>
    <inkml:brush xml:id="br0">
      <inkml:brushProperty name="width" value="0.0251528229564428" units="cm"/>
      <inkml:brushProperty name="height" value="0.0251528229564428" units="cm"/>
      <inkml:brushProperty name="color" value="#000000"/>
      <inkml:brushProperty name="ignorePressure" value="0"/>
    </inkml:brush>
  </inkml:definitions>
  <inkml:trace contextRef="#ctx0" brushRef="#br0">44600.000 51470.000 583,'0.000'20.000'-2,"0.000"2.000"-3,0.000 1.000-3,0.000 1.000-3,0.000 1.000 1,0.000-2.000 5,0.000-1.000 7,0.000-1.000 4,0.000-2.000 4,0.000-1.000-1,0.000-1.000 0,0.000-1.000 0,0.000-1.000-2,0.000 0.000-2,0.000-1.000-2,0.000 1.000-4,0.000 1.000 0,0.000 1.000 0,0.000 1.000 1,0.000 2.000-1,0.000-1.000 1,0.000-1.000 0,0.000-1.000 0,0.000-1.000 0,0.000-2.000-1,0.000-1.000 0,0.000-1.000-1,0.000-1.000-1,0.000-2.000-1,0.000 2.000 1,0.000-1.000-1,0.000-1.000 0,0.000 1.000 0,0.000 0.000 0,0.000 1.000 0,0.000-1.000 0,-1.000-1.000 0,-1.000-1.000 2,-1.000-1.000 0,-2.000-2.000 1,1.000 1.000 1,-1.000 1.000-1,0.000 1.000-1,-1.000 1.000 1,1.000 1.000-1,-2.000 0.000 0,-1.000 1.000 1,-2.000-1.000-1,0.000 0.000 1,0.000 0.000 2,1.000 0.000 0,-1.000 0.000 2,-2.000 0.000 0,-1.000 2.000-1,-4.000 1.000 0,-2.000 2.000-1,0.000 0.000-1,1.000 0.000 1,1.000-1.000 0,1.000 2.000 0,1.000-2.000 0,-2.000-1.000 1,-1.000-1.000-1,-1.000-1.000 0,-1.000-1.000 0,2.000 0.000 0,1.000 0.000 0,2.000 0.000 0,1.000 0.000 0,2.000-1.000 2,4.000 1.000 0,1.000 0.000 2,3.000 0.000 0,1.000-2.000 0,1.000-1.000 0,2.000-2.000 1,0.000 1.000 1,2.000-1.000 3,1.000 0.000 2,1.000-1.000 2,4.000 2.000 0,5.000 1.000 0,4.000 1.000-2,6.000 1.000-2,3.000 3.000 1,3.000 1.000 3,1.000 4.000 1,4.000 2.000 3,3.000 2.000 0,4.000 5.000-1,3.000 3.000-1,4.000 4.000-1,3.000 3.000 0,1.000 1.000 0,1.000 1.000 0,2.000 1.000 0,2.000 3.000 0,3.000 2.000-1,5.000 2.000-1,3.000 2.000-2,3.000 2.000 0,2.000 0.000-1,4.000 0.000 0,2.000 0.000-1,2.000-2.000-1,2.000-5.000-2,4.000-6.000-2,1.000-4.000-1,4.000-6.000-1,2.000-4.000 0,2.000-6.000 2,2.000-4.000-1,4.000-6.000-2,4.000-5.000-9,3.000-4.000-8,5.000-5.000-8,1.000-7.000-1,2.000-5.000 3,1.000-7.000 4,1.000-6.000 4,-6.000-2.000-6,-13.000-1.000-18,-15.000 0.000-18,-13.000 0.000-17</inkml:trace>
</inkml:ink>
</file>

<file path=ppt/ink/ink53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5:24"/>
    </inkml:context>
    <inkml:brush xml:id="br0">
      <inkml:brushProperty name="width" value="0.0254989992827177" units="cm"/>
      <inkml:brushProperty name="height" value="0.0254989992827177" units="cm"/>
      <inkml:brushProperty name="color" value="#000000"/>
      <inkml:brushProperty name="ignorePressure" value="0"/>
    </inkml:brush>
  </inkml:definitions>
  <inkml:trace contextRef="#ctx0" brushRef="#br0">30000.000 18250.000 575,'-24.000'-44.000'2,"4.000"13.000"5,3.000 12.000 4,3.000 13.000 5,1.000 4.000 3,1.000-3.000 0,-1.000-3.000 1,1.000-2.000 1,-3.000-1.000-1,-2.000 3.000 0,-3.000 3.000 0,-3.000 4.000-1,-4.000 1.000 0,-3.000 0.000 2,-3.000 0.000 1,-2.000 0.000 1,-1.000 1.000-2,3.000 4.000-2,3.000 3.000-3,4.000 3.000-3,1.000 1.000-3,0.000 1.000 0,0.000-1.000-2,0.000 1.000-1,-2.000 1.000 1,-3.000 3.000-1,-3.000 3.000 0,-2.000 4.000 1,-1.000 1.000-1,3.000 0.000-4,3.000 0.000-2,4.000 0.000-2,7.000-2.000-16,13.000-3.000-26,12.000-3.000-28,13.000-2.000-27</inkml:trace>
</inkml:ink>
</file>

<file path=ppt/ink/ink53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5:25"/>
    </inkml:context>
    <inkml:brush xml:id="br0">
      <inkml:brushProperty name="width" value="0.0292520895600319" units="cm"/>
      <inkml:brushProperty name="height" value="0.0292520895600319" units="cm"/>
      <inkml:brushProperty name="color" value="#000000"/>
      <inkml:brushProperty name="ignorePressure" value="0"/>
    </inkml:brush>
  </inkml:definitions>
  <inkml:trace contextRef="#ctx0" brushRef="#br0">32650.000 22050.000 501,'-4.000'-25.000'0,"-5.000"0.000"0,-7.000 0.000 0,-5.000 0.000 0,-3.000 3.000 3,4.000 6.000 5,3.000 7.000 6,3.000 6.000 6,-2.000 4.000 4,-6.000 4.000 1,-6.000 3.000 2,-6.000 3.000 2,-1.000 1.000-1,7.000 1.000-2,6.000-1.000-3,7.000 1.000-2,0.000-3.000-3,-2.000-2.000 1,-3.000-3.000-1,-3.000-3.000 1,-4.000-1.000-2,-3.000 4.000 0,-3.000 3.000-2,-2.000 3.000 0,-3.000 1.000-1,1.000 1.000 0,-1.000-1.000-1,1.000 1.000 1,1.000-1.000-2,3.000 1.000-2,3.000-1.000-1,4.000 1.000-4,1.000 1.000 0,0.000 3.000 0,0.000 3.000-1,0.000 4.000-1,-2.000 4.000 0,-3.000 6.000-1,-3.000 7.000-3,-2.000 6.000-1,-3.000 3.000-1,1.000 0.000 1,-1.000 0.000 1,1.000 0.000 0,1.000 1.000 1,3.000 4.000-2,3.000 3.000 0,4.000 3.000-1,2.000 1.000 1,4.000 1.000-1,3.000-1.000 1,3.000 1.000 1,3.000-3.000-1,3.000-2.000 0,3.000-3.000 0,4.000-3.000-1,1.000-2.000 0,0.000 0.000 0,0.000 0.000 0,0.000 0.000 0,3.000-2.000 0,6.000-3.000 1,7.000-3.000 0,6.000-2.000 1,4.000-5.000 0,4.000-2.000 0,3.000-3.000 1,3.000-3.000-1,3.000-4.000-1,3.000-3.000-1,3.000-3.000-3,4.000-2.000-3,1.000-5.000-1,0.000-2.000-2,0.000-3.000-3,0.000-3.000-1,0.000-4.000-1,0.000-3.000 1,0.000-3.000 3,0.000-2.000 1,1.000-6.000-1,4.000-6.000-5,3.000-6.000-3,3.000-6.000-4,-2.000-4.000-1,-6.000 1.000 4,-6.000-1.000 2,-6.000 1.000 4,-4.000-1.000-1,1.000 1.000-1,-1.000-1.000-2,1.000 1.000-3,-1.000-3.000 1,1.000-2.000 2,-1.000-3.000 1,1.000-3.000 3,-4.000 1.000 1,-6.000 6.000-1,-6.000 7.000-1,-6.000 6.000 0</inkml:trace>
</inkml:ink>
</file>

<file path=ppt/ink/ink53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5:25"/>
    </inkml:context>
    <inkml:brush xml:id="br0">
      <inkml:brushProperty name="width" value="0.0225260946899652" units="cm"/>
      <inkml:brushProperty name="height" value="0.0225260946899652" units="cm"/>
      <inkml:brushProperty name="color" value="#000000"/>
      <inkml:brushProperty name="ignorePressure" value="0"/>
    </inkml:brush>
  </inkml:definitions>
  <inkml:trace contextRef="#ctx0" brushRef="#br0">33350.000 20750.000 651,'-27.000'-27.000'2,"-3.000"-3.000"5,-3.000-3.000 4,-2.000-2.000 4,0.000 3.000 5,7.000 14.000 4,6.000 11.000 3,7.000 14.000 4,4.000 7.000 1,3.000 3.000-5,3.000 3.000-3,4.000 4.000-4,1.000 4.000-3,0.000 6.000-3,0.000 7.000-3,0.000 6.000-4,0.000 3.000-2,0.000 0.000 0,0.000 0.000 0,0.000 0.000-1,1.000 1.000-1,4.000 4.000 0,3.000 3.000-1,3.000 3.000-1,-1.000 4.000 1,-2.000 7.000 0,-3.000 6.000 3,-3.000 7.000 0,-2.000 5.000 1,0.000 7.000-3,0.000 6.000-3,0.000 7.000-1,0.000 2.000-2,0.000 1.000-1,0.000-1.000 1,0.000 1.000-1,-4.000 2.000 0,-5.000 7.000-1,-7.000 6.000 1,-5.000 7.000-1,-3.000-1.000 1,4.000-6.000 2,3.000-6.000 0,3.000-6.000 1,-1.000-7.000 2,-2.000-6.000 1,-3.000-6.000 1,-3.000-6.000 2,1.000-9.000 1,6.000-8.000-1,7.000-10.000 0,6.000-9.000 0,3.000-20.000-1,0.000-27.000 1,0.000-28.000-1,0.000-28.000 0,3.000-15.000-3,6.000 1.000-2,7.000-1.000-4,6.000 1.000-3,3.000-4.000-1,0.000-6.000 0,0.000-6.000 2,0.000-6.000 1,0.000-4.000-1,0.000 1.000-1,0.000-1.000-1,0.000 1.000-2,0.000-1.000 0,0.000 1.000 0,0.000-1.000 0,0.000 1.000 1,0.000 1.000 0,0.000 3.000 1,0.000 3.000-1,0.000 4.000 1,0.000 4.000 0,0.000 6.000 4,0.000 7.000 2,0.000 6.000 2,0.000 3.000 1,0.000 0.000-1,0.000 0.000-1,0.000 0.000-1,-2.000 4.000-1,-3.000 10.000 2,-3.000 10.000 2,-2.000 9.000 1,-1.000 7.000 1,3.000 7.000 1,3.000 6.000 2,4.000 7.000 2,-1.000 5.000 0,-3.000 7.000-1,-3.000 6.000 0,-2.000 7.000 0,-3.000 4.000 0,1.000 3.000 2,-1.000 3.000 2,1.000 4.000 2,-1.000 1.000 0,1.000 0.000 0,-1.000 0.000 0,1.000 0.000-1,-1.000 0.000 0,1.000 0.000-1,-1.000 0.000 0,1.000 0.000-1,-1.000 0.000-1,1.000 0.000-3,-1.000 0.000-3,1.000 0.000-3,-1.000 0.000 0,1.000 0.000 1,-1.000 0.000 2,1.000 0.000 1,-1.000-4.000-2,1.000-5.000-5,-1.000-7.000-5,1.000-5.000-5,-1.000-4.000-1,1.000 0.000 2,-1.000 0.000 2,1.000 0.000 1,-3.000-7.000-8,-2.000-11.000-18,-3.000-14.000-18,-3.000-11.000-18</inkml:trace>
</inkml:ink>
</file>

<file path=ppt/ink/ink53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5:25"/>
    </inkml:context>
    <inkml:brush xml:id="br0">
      <inkml:brushProperty name="width" value="0.0264852400869131" units="cm"/>
      <inkml:brushProperty name="height" value="0.0264852400869131" units="cm"/>
      <inkml:brushProperty name="color" value="#000000"/>
      <inkml:brushProperty name="ignorePressure" value="0"/>
    </inkml:brush>
  </inkml:definitions>
  <inkml:trace contextRef="#ctx0" brushRef="#br0">34550.000 22000.000 553,'-41.000'0.000'40,"19.000"0.000"2,19.000 0.000 2,19.000 0.000 2,9.000 0.000-6,0.000 0.000-12,0.000 0.000-13,0.000 0.000-13,0.000 0.000-7,0.000 0.000-1,0.000 0.000 0,0.000 0.000-2,0.000 1.000 0,0.000 4.000 1,0.000 3.000 1,0.000 3.000 1,0.000-1.000 0,0.000-2.000-1,0.000-3.000 0,0.000-3.000-1,-2.000-1.000-1,-3.000 4.000 1,-3.000 3.000 0,-2.000 3.000-1,-3.000 3.000 1,1.000 3.000 1,-1.000 3.000 1,1.000 4.000 2,-1.000 2.000 0,1.000 4.000-1,-1.000 3.000 0,1.000 3.000-1,-3.000 1.000 2,-2.000 1.000 2,-3.000-1.000 4,-3.000 1.000 3,-4.000 1.000 1,-3.000 3.000 0,-3.000 3.000-2,-2.000 4.000 0,-5.000 2.000 0,-2.000 4.000 2,-3.000 3.000 2,-3.000 3.000 1,-2.000-1.000 2,0.000-2.000-1,0.000-3.000-1,0.000-3.000 1,1.000-4.000-1,4.000-3.000 1,3.000-3.000-1,3.000-2.000 0,3.000-5.000 1,3.000-2.000 4,3.000-3.000 2,4.000-3.000 3,5.000-10.000 1,10.000-16.000 1,10.000-15.000 0,9.000-15.000 1,2.000-9.000-4,-2.000 1.000-7,-3.000-1.000-8,-3.000 1.000-6,-1.000 1.000-3,4.000 3.000 0,3.000 3.000 2,3.000 4.000 1,1.000 1.000-3,1.000 0.000-7,-1.000 0.000-7,1.000 0.000-8,-3.000 1.000-5,-2.000 4.000-5,-3.000 3.000-3,-3.000 3.000-5,-2.000 1.000-1,0.000 1.000 2,0.000-1.000 1,0.000 1.000 2,-2.000-1.000 3,-3.000 1.000 6,-3.000-1.000 6,-2.000 1.000 5</inkml:trace>
</inkml:ink>
</file>

<file path=ppt/ink/ink53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5:26"/>
    </inkml:context>
    <inkml:brush xml:id="br0">
      <inkml:brushProperty name="width" value="0.0232487060129642" units="cm"/>
      <inkml:brushProperty name="height" value="0.0232487060129642" units="cm"/>
      <inkml:brushProperty name="color" value="#000000"/>
      <inkml:brushProperty name="ignorePressure" value="0"/>
    </inkml:brush>
  </inkml:definitions>
  <inkml:trace contextRef="#ctx0" brushRef="#br0">32200.000 53000.000 630,'-30.000'-47.000'0,"-9.000"6.000"0,-10.000 7.000 0,-8.000 6.000 0,-1.000 6.000 4,9.000 6.000 6,10.000 7.000 6,10.000 6.000 8,4.000 3.000 1,0.000 0.000-1,0.000 0.000-3,0.000 0.000-2,-4.000 3.000-1,-5.000 6.000-2,-7.000 7.000 0,-5.000 6.000-2,-1.000 3.000-1,6.000 0.000-2,7.000 0.000-2,6.000 0.000-1,1.000 0.000-2,-3.000 0.000 1,-3.000 0.000 1,-2.000 0.000-1,-5.000 3.000 0,-2.000 6.000 0,-3.000 7.000-1,-3.000 6.000 0,1.000 1.000 0,6.000-3.000 0,7.000-3.000 0,6.000-2.000 1,1.000-1.000 0,-3.000 3.000-3,-3.000 3.000-1,-2.000 4.000-3,-1.000 1.000 0,3.000 0.000 1,3.000 0.000 0,4.000 0.000 1,2.000 0.000 0,4.000 0.000 1,3.000 0.000-1,3.000 0.000 1,3.000 0.000-1,3.000 0.000 1,3.000 0.000-1,4.000 0.000-1,1.000-2.000 1,0.000-3.000-1,0.000-3.000 0,0.000-2.000 0,4.000-3.000 0,10.000 1.000 0,10.000-1.000-2,9.000 1.000 1,7.000-4.000-1,7.000-6.000 0,6.000-6.000-1,7.000-6.000 1,2.000-4.000-2,1.000 1.000-1,-1.000-1.000-1,1.000 1.000-2,1.000-3.000 0,3.000-2.000 0,3.000-3.000 2,4.000-3.000 1,1.000-6.000-4,0.000-5.000-6,0.000-7.000-8,0.000-5.000-8,-2.000-4.000-1,-3.000 0.000 3,-3.000 0.000 3,-2.000 0.000 3,-6.000 0.000-3,-6.000 0.000-6,-6.000 0.000-9,-6.000 0.000-7</inkml:trace>
</inkml:ink>
</file>

<file path=ppt/ink/ink53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5:27"/>
    </inkml:context>
    <inkml:brush xml:id="br0">
      <inkml:brushProperty name="width" value="0.0226811897009611" units="cm"/>
      <inkml:brushProperty name="height" value="0.0226811897009611" units="cm"/>
      <inkml:brushProperty name="color" value="#000000"/>
      <inkml:brushProperty name="ignorePressure" value="0"/>
    </inkml:brush>
  </inkml:definitions>
  <inkml:trace contextRef="#ctx0" brushRef="#br0">32800.000 51500.000 646,'-4.000'-25.000'0,"-5.000"0.000"0,-7.000 0.000 0,-5.000 0.000 0,-1.000 4.000 4,6.000 10.000 8,7.000 10.000 8,6.000 9.000 9,3.000 6.000 1,0.000 3.000-5,0.000 3.000-5,0.000 4.000-4,0.000 4.000-5,0.000 6.000-2,0.000 7.000-3,0.000 6.000-3,1.000 3.000-1,4.000 0.000-2,3.000 0.000 0,3.000 0.000-1,-1.000 3.000 0,-2.000 6.000-1,-3.000 7.000-1,-3.000 6.000-1,-2.000 4.000 1,0.000 4.000 0,0.000 3.000 2,0.000 3.000 0,0.000 4.000 1,0.000 7.000-1,0.000 6.000-1,0.000 7.000 0,0.000 2.000-1,0.000 1.000 2,0.000-1.000 0,0.000 1.000 2,-2.000-1.000 0,-3.000 1.000 0,-3.000-1.000 1,-2.000 1.000 1,-5.000-4.000-1,-2.000-6.000 0,-3.000-6.000-1,-3.000-6.000 0,-1.000-7.000 1,4.000-6.000 2,3.000-6.000 2,3.000-6.000 2,3.000-9.000 1,3.000-8.000 0,3.000-10.000 0,4.000-9.000-1,1.000-13.000 0,0.000-16.000-2,0.000-15.000-2,0.000-15.000-2,1.000-11.000-1,4.000-2.000-2,3.000-3.000-2,3.000-3.000-1,3.000-4.000-2,3.000-3.000 2,3.000-3.000 0,4.000-2.000 1,1.000-3.000 0,0.000 1.000-1,0.000-1.000-1,0.000 1.000-1,0.000-1.000 0,0.000 1.000 1,0.000-1.000 0,0.000 1.000 1,0.000 1.000 0,0.000 3.000 0,0.000 3.000 1,0.000 4.000 0,0.000 2.000 0,0.000 4.000 1,0.000 3.000 1,0.000 3.000 0,-2.000 1.000 1,-3.000 1.000 1,-3.000-1.000 0,-2.000 1.000 1,-1.000 2.000 0,3.000 7.000 0,3.000 6.000 2,4.000 7.000-1,-1.000 2.000 2,-3.000 1.000 0,-3.000-1.000 0,-2.000 1.000 1,-3.000 2.000 0,1.000 7.000 1,-1.000 6.000 0,1.000 7.000 0,1.000 4.000 1,3.000 3.000-1,3.000 3.000-1,4.000 4.000 0,-1.000 2.000 0,-3.000 4.000 1,-3.000 3.000 1,-2.000 3.000 2,-3.000 3.000-1,1.000 3.000-1,-1.000 3.000-1,1.000 4.000-1,-3.000 1.000-1,-2.000 0.000 0,-3.000 0.000 0,-3.000 0.000 1,-1.000 0.000-2,4.000 0.000 0,3.000 0.000-1,3.000 0.000-1,-1.000 0.000 0,-2.000 0.000-1,-3.000 0.000 0,-3.000 0.000-1,-1.000-2.000 0,4.000-3.000-3,3.000-3.000-3,3.000-2.000-2,-1.000-1.000-1,-2.000 3.000 1,-3.000 3.000 1,-3.000 4.000 2,-2.000-3.000-2,0.000-5.000-5,0.000-7.000-4,0.000-5.000-5,0.000-4.000-1,0.000 0.000 3,0.000 0.000 2,0.000 0.000 3</inkml:trace>
</inkml:ink>
</file>

<file path=ppt/ink/ink53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5:27"/>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34300.000 53150.000 1000,'1.000'-66.000'-65,"4.000"19.000"17,3.000 19.000 17,3.000 19.000 17,-1.000 7.000 10,-2.000-3.000 3,-3.000-3.000 3,-3.000-2.000 5,-2.000-3.000-2,0.000 1.000-5,0.000-1.000-6,0.000 1.000-5,0.000 2.000-2,0.000 7.000 1,0.000 6.000 1,0.000 7.000 0</inkml:trace>
</inkml:ink>
</file>

<file path=ppt/ink/ink54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5:28"/>
    </inkml:context>
    <inkml:brush xml:id="br0">
      <inkml:brushProperty name="width" value="0.0204980056732893" units="cm"/>
      <inkml:brushProperty name="height" value="0.0204980056732893" units="cm"/>
      <inkml:brushProperty name="color" value="#000000"/>
      <inkml:brushProperty name="ignorePressure" value="0"/>
    </inkml:brush>
  </inkml:definitions>
  <inkml:trace contextRef="#ctx0" brushRef="#br0">34300.000 52900.000 715,'0.000'-94.000'0,"0.000"13.000"0,0.000 12.000 0,0.000 13.000 0,-2.000 12.000 2,-3.000 13.000 5,-3.000 12.000 4,-2.000 13.000 5,-1.000 9.000 4,3.000 6.000 2,3.000 7.000 2,4.000 6.000 2,2.000 1.000-2,4.000-3.000-7,3.000-3.000-7,3.000-2.000-7,-1.000-1.000-3,-2.000 3.000 0,-3.000 3.000 0,-3.000 4.000 0,-1.000 2.000 0,4.000 4.000-1,3.000 3.000-2,3.000 3.000-1,-1.000 1.000 1,-2.000 1.000 1,-3.000-1.000 2,-3.000 1.000 2,-2.000-3.000 0,0.000-2.000-4,0.000-3.000-3,0.000-3.000-4,0.000-1.000-1,0.000 4.000 0,0.000 3.000 1,0.000 3.000 0,0.000-1.000 1,0.000-2.000 0,0.000-3.000 1,0.000-3.000-1,0.000-2.000 2,0.000 0.000 1,0.000 0.000 2,0.000 0.000 2,1.000 0.000 1,4.000 0.000 0,3.000 0.000 1,3.000 0.000 0,1.000 0.000 2,1.000 0.000 6,-1.000 0.000 6,1.000 0.000 5,1.000-4.000 1,3.000-5.000-3,3.000-7.000-3,4.000-5.000-3,1.000-6.000-1,0.000-3.000-1,0.000-3.000 0,0.000-2.000 0,0.000-3.000-2,0.000 1.000 0,0.000-1.000-2,0.000 1.000-1,1.000 1.000 0,4.000 3.000 0,3.000 3.000 0,3.000 4.000 1,1.000-1.000-1,1.000-3.000-3,-1.000-3.000-2,1.000-2.000-2,-1.000-1.000-1,1.000 3.000 1,-1.000 3.000 0,1.000 4.000 1,-3.000 1.000 0,-2.000 0.000-2,-3.000 0.000-2,-3.000 0.000-2,-4.000 1.000-1,-3.000 4.000 2,-3.000 3.000 0,-2.000 3.000 1,-3.000 3.000 0,1.000 3.000-1,-1.000 3.000-1,1.000 4.000-1,-1.000 1.000 0,1.000 0.000 1,-1.000 0.000 2,1.000 0.000 1,-3.000 1.000 1,-2.000 4.000-1,-3.000 3.000 2,-3.000 3.000-1,-4.000 1.000 1,-3.000 1.000 1,-3.000-1.000 0,-2.000 1.000 1,-5.000-1.000 0,-2.000 1.000 0,-3.000-1.000 0,-3.000 1.000-2,-2.000-3.000 2,0.000-2.000 0,0.000-3.000 2,0.000-3.000 1,-2.000-2.000 1,-3.000 0.000-1,-3.000 0.000-2,-2.000 0.000 0,-3.000 0.000-1,1.000 0.000-1,-1.000 0.000-1,1.000 0.000-1,1.000-4.000-1,3.000-5.000 2,3.000-7.000 0,4.000-5.000 1,-3.000-3.000-2,-5.000 4.000-3,-7.000 3.000-4,-5.000 3.000-4,-1.000-1.000-2,6.000-2.000-1,7.000-3.000-2,6.000-3.000 0,3.000-6.000-1,0.000-5.000 1,0.000-7.000 1,0.000-5.000 1,0.000-6.000 0,0.000-3.000-1,0.000-3.000 0,0.000-2.000 0,1.000-3.000 1,4.000 1.000 2,3.000-1.000 1,3.000 1.000 3</inkml:trace>
</inkml:ink>
</file>

<file path=ppt/ink/ink54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5:28"/>
    </inkml:context>
    <inkml:brush xml:id="br0">
      <inkml:brushProperty name="width" value="0.0187389515340328" units="cm"/>
      <inkml:brushProperty name="height" value="0.0187389515340328" units="cm"/>
      <inkml:brushProperty name="color" value="#000000"/>
      <inkml:brushProperty name="ignorePressure" value="0"/>
    </inkml:brush>
  </inkml:definitions>
  <inkml:trace contextRef="#ctx0" brushRef="#br0">34850.000 52750.000 782,'3.000'-46.000'0,"6.000"10.000"0,7.000 10.000 0,6.000 9.000 0,3.000 4.000 5,0.000 1.000 9,0.000-1.000 9,0.000 1.000 9,0.000 1.000 3,0.000 3.000-3,0.000 3.000-4,0.000 4.000-3,3.000-3.000-8,6.000-5.000-11,7.000-7.000-11,6.000-5.000-11,-1.000-4.000-12,-5.000 0.000-12,-7.000 0.000-11,-5.000 0.000-11</inkml:trace>
</inkml:ink>
</file>

<file path=ppt/ink/ink54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5:32"/>
    </inkml:context>
    <inkml:brush xml:id="br0">
      <inkml:brushProperty name="width" value="0.0237146560102701" units="cm"/>
      <inkml:brushProperty name="height" value="0.0237146560102701" units="cm"/>
      <inkml:brushProperty name="color" value="#000000"/>
      <inkml:brushProperty name="ignorePressure" value="0"/>
    </inkml:brush>
  </inkml:definitions>
  <inkml:trace contextRef="#ctx0" brushRef="#br0">58598.000 27464.000 618,'-8.000'-22.000'0,"-16.000"1.000"0,-17.000-1.000 0,-15.000 1.000 0,-4.000 0.000 4,12.000 4.000 8,10.000 2.000 9,11.000 3.000 8,6.000 3.000 2,-1.000 2.000-4,1.000 3.000-2,-1.000 2.000-5,-1.000 2.000-1,-2.000 0.000-1,-4.000 0.000 0,-2.000 0.000 0,0.000 3.000-3,3.000 5.000-1,2.000 6.000-3,3.000 4.000-2,0.000 3.000-1,-2.000-4.000 0,-3.000-2.000 0,-3.000-3.000 0,-1.000 0.000-1,-1.000 3.000-1,1.000 3.000-1,0.000 2.000 0,1.000 3.000-1,2.000 2.000 2,4.000 4.000 0,2.000 1.000 1,1.000 4.000 0,1.000 2.000-3,-1.000 4.000-3,1.000 1.000-1,-2.000 2.000-2,-3.000 0.000 2,-2.000 1.000 0,-3.000-1.000 1,0.000 2.000 1,3.000 7.000-3,2.000 4.000-2,3.000 6.000-1,5.000 3.000-1,4.000-1.000 0,6.000 1.000 1,5.000 0.000 0,3.000-2.000 1,0.000-3.000-1,0.000-2.000 0,0.000-2.000-1,3.000-4.000 0,5.000-2.000-1,5.000-3.000-1,6.000-3.000-1,7.000-3.000-1,8.000-6.000 1,7.000-6.000 0,9.000-4.000 0,5.000-6.000-2,3.000-6.000-5,3.000-5.000-7,2.000-5.000-5,4.000-6.000-1,6.000-5.000 4,5.000-5.000 2,6.000-6.000 4,-1.000-7.000 0,-4.000-8.000-2,-7.000-7.000-2,-5.000-9.000-2,-3.000-5.000 0,-4.000-3.000 1,-2.000-3.000 3,-3.000-2.000 1,-4.000 2.000 3,-5.000 9.000 0,-5.000 7.000 2,-6.000 9.000 1</inkml:trace>
</inkml:ink>
</file>

<file path=ppt/ink/ink54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5:33"/>
    </inkml:context>
    <inkml:brush xml:id="br0">
      <inkml:brushProperty name="width" value="0.021180771291256" units="cm"/>
      <inkml:brushProperty name="height" value="0.021180771291256" units="cm"/>
      <inkml:brushProperty name="color" value="#000000"/>
      <inkml:brushProperty name="ignorePressure" value="0"/>
    </inkml:brush>
  </inkml:definitions>
  <inkml:trace contextRef="#ctx0" brushRef="#br0">59503.000 25870.000 692,'-22.000'-25.000'0,"1.000"-4.000"-2,-1.000-6.000 0,0.000-6.000 0,4.000 8.000 7,4.000 18.000 16,6.000 19.000 17,5.000 19.000 17,3.000 10.000 2,0.000 4.000-11,0.000 2.000-12,0.000 3.000-11,0.000 3.000-8,0.000 6.000-5,0.000 6.000-4,0.000 5.000-5,0.000 3.000-2,0.000-1.000 1,0.000 1.000-1,0.000-1.000 0,0.000 4.000 0,0.000 5.000-3,0.000 5.000-2,0.000 5.000-2,0.000 5.000 0,0.000 2.000 2,0.000 3.000 1,0.000 2.000 2,-1.000 2.000 0,-3.000 0.000-3,-3.000 0.000-1,-2.000 0.000-2,-3.000 1.000-1,-3.000 3.000 2,-3.000 3.000 0,-2.000 2.000 2,0.000-3.000-1,3.000-12.000 1,2.000-10.000 0,3.000-11.000 0,1.000-7.000 1,0.000-2.000 2,1.000-3.000 0,-1.000-3.000 3,0.000-5.000 0,0.000-8.000 0,0.000-9.000-1,0.000-7.000-1,2.000-10.000 0,2.000-11.000 0,3.000-10.000-1,3.000-11.000-1,2.000-8.000 1,3.000-6.000 0,3.000-5.000 1,2.000-5.000 1,3.000-3.000-1,3.000-1.000-1,3.000 1.000-1,2.000 0.000-1,2.000 0.000 0,-1.000 0.000 0,1.000 0.000 2,-1.000 0.000 0,0.000 0.000 0,1.000 0.000-1,0.000 0.000 0,-1.000 0.000-1,1.000 0.000-1,0.000-1.000 2,-1.000 1.000 0,1.000 0.000 1,-1.000 0.000 0,1.000 0.000 0,-1.000 0.000 0,1.000 0.000-1,-1.000 1.000 1,1.000 3.000 1,-1.000 3.000 2,1.000 2.000 0,-2.000 2.000 1,-3.000-1.000-1,-2.000 1.000-1,-3.000 0.000-1,0.000 0.000 1,3.000-1.000 3,3.000 1.000 3,2.000 0.000 2,2.000 2.000 1,-1.000 6.000-1,1.000 5.000-1,-1.000 5.000-1,1.000 6.000 0,0.000 6.000-1,-1.000 4.000 0,0.000 6.000-1,-2.000 5.000 1,-5.000 1.000 5,-6.000 4.000 5,-6.000 2.000 3,0.000 3.000 2,2.000 3.000-2,3.000 2.000-2,2.000 3.000-1,2.000 4.000-2,0.000 5.000 0,-1.000 6.000-1,1.000 5.000 0,-1.000 2.000-2,-4.000-4.000-1,-2.000-1.000-2,-2.000-4.000-2,-2.000-1.000-1,0.000 0.000 0,0.000 0.000-2,0.000 0.000 0,1.000-1.000-2,3.000-3.000-6,3.000-2.000-6,2.000-4.000-4,1.000-1.000-2,-4.000 1.000 3,-2.000-1.000 2,-2.000 0.000 4,-2.000 1.000-3,0.000-1.000-8,0.000 0.000-7,0.000 1.000-9,0.000-4.000-1,0.000-4.000 4,0.000-7.000 5,0.000-4.000 3,0.000-3.000 3,0.000-1.000 1,0.000 1.000 0,0.000 0.000 1</inkml:trace>
</inkml:ink>
</file>

<file path=ppt/ink/ink54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5:33"/>
    </inkml:context>
    <inkml:brush xml:id="br0">
      <inkml:brushProperty name="width" value="0.0221661720424891" units="cm"/>
      <inkml:brushProperty name="height" value="0.0221661720424891" units="cm"/>
      <inkml:brushProperty name="color" value="#000000"/>
      <inkml:brushProperty name="ignorePressure" value="0"/>
    </inkml:brush>
  </inkml:definitions>
  <inkml:trace contextRef="#ctx0" brushRef="#br0">60580.000 27636.000 661,'-77.000'-38.000'6,"19.000"11.000"-1,19.000 11.000-2,19.000 11.000-1,9.000 4.000 2,0.000-3.000 8,0.000-3.000 9,1.000-3.000 7,4.000 1.000 5,12.000 2.000 3,10.000 3.000 2,11.000 3.000 3,4.000 1.000-2,-3.000 0.000-9,-2.000 0.000-9,-3.000 0.000-8,-1.000 3.000-7,4.000 5.000-6,3.000 5.000-6,1.000 6.000-6,1.000 2.000-3,-3.000 1.000 2,-2.000 0.000 3,-3.000-1.000 1,-3.000 2.000-4,-2.000 3.000-10,-3.000 2.000-11,-3.000 3.000-10,-3.000 0.000-3,-2.000-3.000 8,-3.000-2.000 6,-3.000-3.000 7,-1.000-2.000 4,0.000 1.000 5,0.000-1.000 4,0.000 1.000 4,0.000-1.000 2,0.000 1.000 2,0.000-1.000 1,0.000 1.000 2,-3.000-1.000 1,-4.000 1.000-1,-7.000 0.000 1,-5.000-1.000-1,-2.000 2.000 1,-1.000 3.000-1,0.000 2.000 0,1.000 3.000 0,-1.000 0.000 1,1.000-3.000 4,-1.000-2.000 4,1.000-4.000 3,-1.000 0.000 1,1.000 0.000-1,-1.000-1.000-2,1.000 1.000-1,-1.000-1.000 0,1.000 1.000 2,-1.000-1.000 2,0.000 1.000 2,2.000-2.000 0,3.000-2.000-1,2.000-4.000-1,3.000-2.000-2,4.000-1.000 2,5.000 0.000 4,6.000 0.000 6,5.000 0.000 4,4.000-2.000 0,3.000-2.000-7,2.000-3.000-5,3.000-3.000-6,2.000-1.000-2,0.000 0.000-1,-1.000 0.000 1,1.000 0.000-1,-1.000-1.000 0,1.000-3.000-1,-1.000-3.000-3,1.000-2.000-1,1.000-1.000 0,2.000 3.000 1,4.000 3.000 1,1.000 3.000 2,1.000 1.000-1,-2.000 0.000-2,-4.000 0.000-2,-2.000 0.000-1,-2.000 1.000-1,-4.000 3.000 2,-2.000 3.000 0,-3.000 3.000 2,0.000 2.000 0,3.000 2.000 0,2.000 4.000 0,4.000 2.000 1,-2.000 2.000-1,-1.000-1.000 2,-3.000 1.000 0,-3.000-1.000 1,-3.000 2.000 1,-2.000 3.000-1,-3.000 2.000 1,-3.000 3.000-1,-1.000 1.000 2,0.000 1.000 1,0.000-1.000 1,0.000 0.000 1,-2.000 1.000 1,-6.000-1.000-1,-6.000 0.000-2,-5.000 1.000-1,-2.000-1.000 0,0.000 0.000 0,-1.000 1.000 1,1.000-1.000 0,-3.000 0.000 0,-1.000 0.000-1,-3.000 1.000-1,-3.000-1.000-1,-2.000 0.000 0,1.000 1.000-1,0.000-1.000 1,-1.000 0.000-2,1.000 1.000-1,0.000-1.000-2,0.000 0.000-4,-1.000 1.000-3,0.000-2.000-1,-4.000-3.000-1,-2.000-3.000 1,-3.000-2.000-1,1.000-1.000-3,1.000-1.000-6,4.000 1.000-7,3.000 0.000-6,1.000-2.000-5,4.000-3.000-5,2.000-2.000-5,4.000-3.000-4</inkml:trace>
</inkml:ink>
</file>

<file path=ppt/ink/ink54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23"/>
    </inkml:context>
    <inkml:brush xml:id="br0">
      <inkml:brushProperty name="width" value="0.0273339599370956" units="cm"/>
      <inkml:brushProperty name="height" value="0.0273339599370956" units="cm"/>
      <inkml:brushProperty name="color" value="#000000"/>
      <inkml:brushProperty name="ignorePressure" value="0"/>
    </inkml:brush>
  </inkml:definitions>
  <inkml:trace contextRef="#ctx0" brushRef="#br0">29150.000 9600.000 536,'-46.000'-44.000'2,"10.000"13.000"5,10.000 12.000 3,9.000 13.000 5,6.000 9.000 5,3.000 6.000 5,3.000 7.000 5,4.000 6.000 5,1.000 3.000 1,0.000 0.000-5,0.000 0.000-4,0.000 0.000-4,0.000 3.000-4,0.000 6.000-2,0.000 7.000-2,0.000 6.000-3,0.000 4.000-1,0.000 4.000-1,0.000 3.000-2,0.000 3.000-2,0.000 4.000 0,0.000 7.000 1,0.000 6.000 0,0.000 7.000 1,0.000 2.000-1,0.000 1.000 1,0.000-1.000-1,0.000 1.000 0,0.000 1.000-1,0.000 3.000 0,0.000 3.000-1,0.000 4.000-2,0.000 1.000 1,0.000 0.000 1,0.000 0.000 0,0.000 0.000 1,0.000-2.000-1,0.000-3.000-3,0.000-3.000-2,0.000-2.000-4,-2.000-5.000-1,-3.000-2.000 1,-3.000-3.000 1,-2.000-3.000 0,-3.000-6.000-1,1.000-5.000-5,-1.000-7.000-4,1.000-5.000-5,-1.000-15.000-9,1.000-22.000-11,-1.000-22.000-13,1.000-21.000-12,2.000-14.000-1,7.000-2.000 8,6.000-3.000 10,7.000-3.000 8,2.000 1.000 7,1.000 6.000 5,-1.000 7.000 3,1.000 6.000 5</inkml:trace>
</inkml:ink>
</file>

<file path=ppt/ink/ink54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23"/>
    </inkml:context>
    <inkml:brush xml:id="br0">
      <inkml:brushProperty name="width" value="0.0305301025509834" units="cm"/>
      <inkml:brushProperty name="height" value="0.0305301025509834" units="cm"/>
      <inkml:brushProperty name="color" value="#000000"/>
      <inkml:brushProperty name="ignorePressure" value="0"/>
    </inkml:brush>
  </inkml:definitions>
  <inkml:trace contextRef="#ctx0" brushRef="#br0">29950.000 10100.000 480,'-2.000'-43.000'28,"-3.000"17.000"9,-3.000 15.000 9,-2.000 16.000 9,-6.000 10.000-1,-6.000 7.000-12,-6.000 6.000-12,-6.000 7.000-13,-2.000 2.000-7,3.000 1.000-2,3.000-1.000-3,4.000 1.000-2,-1.000-1.000-2,-3.000 1.000 1,-3.000-1.000-1,-2.000 1.000 0,-3.000-1.000-1,1.000 1.000-2,-1.000-1.000-1,1.000 1.000-1,1.000-1.000-2,3.000 1.000 1,3.000-1.000 1,4.000 1.000-1,-1.000-1.000 2,-3.000 1.000 2,-3.000-1.000 3,-2.000 1.000 2,0.000-3.000 1,7.000-2.000-1,6.000-3.000 0,7.000-3.000-1,4.000-2.000 0,3.000 0.000 0,3.000 0.000 0,4.000 0.000 0,7.000-2.000 2,13.000-3.000 5,12.000-3.000 3,13.000-2.000 5,4.000-5.000 0,-3.000-2.000-2,-3.000-3.000-4,-2.000-3.000-2,-5.000-2.000-2,-2.000 0.000-1,-3.000 0.000-1,-3.000 0.000-1,-1.000 0.000 0,4.000 0.000-1,3.000 0.000 1,3.000 0.000 0,-1.000 1.000 0,-2.000 4.000-1,-3.000 3.000-1,-3.000 3.000 0,-2.000-1.000-1,0.000-2.000 1,0.000-3.000 0,0.000-3.000 1,0.000-1.000-1,0.000 4.000-1,0.000 3.000-3,0.000 3.000-1,0.000 1.000-1,0.000 1.000 0,0.000-1.000-1,0.000 1.000-1,-4.000 1.000-15,-5.000 3.000-28,-7.000 3.000-30,-5.000 4.000-29</inkml:trace>
</inkml:ink>
</file>

<file path=ppt/ink/ink54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24"/>
    </inkml:context>
    <inkml:brush xml:id="br0">
      <inkml:brushProperty name="width" value="0.0304517075419426" units="cm"/>
      <inkml:brushProperty name="height" value="0.0304517075419426" units="cm"/>
      <inkml:brushProperty name="color" value="#000000"/>
      <inkml:brushProperty name="ignorePressure" value="0"/>
    </inkml:brush>
  </inkml:definitions>
  <inkml:trace contextRef="#ctx0" brushRef="#br0">31500.000 10000.000 481,'0.000'-91.000'1,"0.000"19.000"2,0.000 19.000 2,0.000 19.000 2,0.000 13.000 5,0.000 10.000 7,0.000 10.000 7,0.000 9.000 7,0.000 6.000 1,0.000 3.000-5,0.000 3.000-6,0.000 4.000-5,0.000 1.000-3,0.000 0.000-3,0.000 0.000-1,0.000 0.000-1,0.000 1.000-3,0.000 4.000 0,0.000 3.000-2,0.000 3.000-2,-2.000-1.000 0,-3.000-2.000 1,-3.000-3.000 1,-2.000-3.000 0,-3.000-1.000-1,1.000 4.000-1,-1.000 3.000-2,1.000 3.000-2,-3.000-1.000 0,-2.000-2.000 1,-3.000-3.000 1,-3.000-3.000 0,-2.000-1.000 0,0.000 4.000-2,0.000 3.000-1,0.000 3.000-2,0.000 1.000-1,0.000 1.000 1,0.000-1.000 1,0.000 1.000 1,-4.000-3.000 0,-5.000-2.000-1,-7.000-3.000 1,-5.000-3.000-2,-3.000-1.000 2,4.000 4.000 2,3.000 3.000 2,3.000 3.000 2,1.000-1.000 2,1.000-2.000-1,-1.000-3.000-1,1.000-3.000 0,1.000-4.000 1,3.000-3.000 2,3.000-3.000 3,4.000-2.000 2,2.000-1.000 1,4.000 3.000 1,3.000 3.000 1,3.000 4.000 0,9.000-3.000 0,16.000-5.000 0,15.000-7.000-1,17.000-5.000 0,5.000-4.000-1,-3.000 0.000-2,-3.000 0.000-2,-2.000 0.000-2,-1.000 1.000-1,3.000 4.000-1,3.000 3.000 0,4.000 3.000-1,1.000-1.000 0,0.000-2.000-1,0.000-3.000-2,0.000-3.000 0,-2.000-1.000 0,-3.000 4.000-1,-3.000 3.000 1,-2.000 3.000 0,-1.000 1.000 0,3.000 1.000-2,3.000-1.000 0,4.000 1.000 0,-1.000-1.000-1,-3.000 1.000 0,-3.000-1.000 1,-2.000 1.000 1,-5.000-1.000-1,-2.000 1.000 0,-3.000-1.000 1,-3.000 1.000-1,-1.000-1.000-1,4.000 1.000 0,3.000-1.000 0,3.000 1.000-1,-1.000-1.000-1,-2.000 1.000-4,-3.000-1.000-2,-3.000 1.000-4,-9.000-4.000-13,-11.000-6.000-24,-14.000-6.000-24,-11.000-6.000-22</inkml:trace>
</inkml:ink>
</file>

<file path=ppt/ink/ink54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27"/>
    </inkml:context>
    <inkml:brush xml:id="br0">
      <inkml:brushProperty name="width" value="0.024810541421175" units="cm"/>
      <inkml:brushProperty name="height" value="0.024810541421175" units="cm"/>
      <inkml:brushProperty name="color" value="#000000"/>
      <inkml:brushProperty name="ignorePressure" value="0"/>
    </inkml:brush>
  </inkml:definitions>
  <inkml:trace contextRef="#ctx0" brushRef="#br0">33050.000 7950.000 591,'-65.000'-44.000'4,"23.000"13.000"9,22.000 12.000 9,22.000 13.000 9,12.000 6.000 3,3.000 0.000-4,3.000 0.000-4,4.000 0.000-4,4.000-2.000-3,6.000-3.000-1,7.000-3.000-2,6.000-2.000-1,1.000-1.000-1,-3.000 3.000-1,-3.000 3.000 1,-2.000 4.000-2,0.000 1.000 0,7.000 0.000-1,6.000 0.000-1,7.000 0.000-1,2.000-2.000-2,1.000-3.000 0,-1.000-3.000-2,1.000-2.000 0,-3.000-1.000-1,-2.000 3.000 1,-3.000 3.000 0,-3.000 4.000 1,-1.000-1.000 0,4.000-3.000-2,3.000-3.000-3,3.000-2.000-1,1.000-3.000 0,1.000 1.000 0,-1.000-1.000 2,1.000 1.000 1,-4.000-1.000 0,-6.000 1.000-2,-6.000-1.000-3,-6.000 1.000-1,-4.000-1.000-1,1.000 1.000 1,-1.000-1.000 1,1.000 1.000 0,-3.000-1.000-6,-2.000 1.000-14,-3.000-1.000-12,-3.000 1.000-14,-7.000 2.000-4,-9.000 7.000 5,-10.000 6.000 4,-8.000 7.000 6,-8.000 2.000 3,-2.000 1.000-1,-3.000-1.000 0,-3.000 1.000-1</inkml:trace>
</inkml:ink>
</file>

<file path=ppt/ink/ink54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27"/>
    </inkml:context>
    <inkml:brush xml:id="br0">
      <inkml:brushProperty name="width" value="0.0223987475037575" units="cm"/>
      <inkml:brushProperty name="height" value="0.0223987475037575" units="cm"/>
      <inkml:brushProperty name="color" value="#000000"/>
      <inkml:brushProperty name="ignorePressure" value="0"/>
    </inkml:brush>
  </inkml:definitions>
  <inkml:trace contextRef="#ctx0" brushRef="#br0">34100.000 8150.000 654,'0.000'-19.000'24,"0.000"13.000"12,0.000 12.000 10,0.000 13.000 12,0.000 9.000-1,0.000 6.000-13,0.000 7.000-14,0.000 6.000-14,-2.000 4.000-7,-3.000 4.000-1,-3.000 3.000-1,-2.000 3.000-1,-3.000 3.000-3,1.000 3.000-2,-1.000 3.000-2,1.000 4.000-2,-1.000 4.000-2,1.000 6.000 2,-1.000 7.000 0,1.000 6.000 1,-3.000 1.000 0,-2.000-3.000-1,-3.000-3.000-1,-3.000-2.000-2,-1.000-6.000 0,4.000-6.000-2,3.000-6.000-1,3.000-6.000 0,1.000-6.000-1,1.000-2.000 0,-1.000-3.000 1,1.000-3.000 0,4.000-12.000-8,9.000-18.000-17,10.000-19.000-17,10.000-18.000-18</inkml:trace>
</inkml:ink>
</file>

<file path=ppt/ink/ink55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28"/>
    </inkml:context>
    <inkml:brush xml:id="br0">
      <inkml:brushProperty name="width" value="0.0217381753027439" units="cm"/>
      <inkml:brushProperty name="height" value="0.0217381753027439" units="cm"/>
      <inkml:brushProperty name="color" value="#000000"/>
      <inkml:brushProperty name="ignorePressure" value="0"/>
    </inkml:brush>
  </inkml:definitions>
  <inkml:trace contextRef="#ctx0" brushRef="#br0">34500.000 9000.000 674,'0.000'-19.000'5,"0.000"13.000"10,0.000 12.000 9,0.000 13.000 10,0.000 7.000 4,0.000 4.000-5,0.000 3.000-2,0.000 3.000-4,0.000-1.000-4,0.000-2.000-5,0.000-3.000-6,0.000-3.000-4,0.000-2.000-3,0.000 0.000 0,0.000 0.000 0,0.000 0.000 0,0.000 1.000 0,0.000 4.000-1,0.000 3.000-1,0.000 3.000-1,0.000-1.000 1,0.000-2.000 0,0.000-3.000 2,0.000-3.000 2,-2.000-1.000-3,-3.000 4.000-3,-3.000 3.000-3,-2.000 3.000-5,-3.000 1.000-3,1.000 1.000-1,-1.000-1.000-2,1.000 1.000-2,-1.000-4.000 1,1.000-6.000 0,-1.000-6.000 1,1.000-6.000 1,1.000-9.000 1,3.000-8.000 0,3.000-10.000-1,4.000-9.000 1,1.000-7.000 0,0.000-3.000 1,0.000-3.000 1,0.000-2.000 2,3.000-5.000 1,6.000-2.000 1,7.000-3.000 0,6.000-3.000 1,3.000-2.000 0,0.000 0.000-1,0.000 0.000-1,0.000 0.000-1,0.000 1.000-1,0.000 4.000 3,0.000 3.000 0,0.000 3.000 1,0.000 1.000 1,0.000 1.000 0,0.000-1.000 0,0.000 1.000-1,0.000 1.000 1,0.000 3.000 1,0.000 3.000 0,0.000 4.000 2,0.000 2.000 0,0.000 4.000 0,0.000 3.000 1,0.000 3.000-1,0.000 3.000 1,0.000 3.000 1,0.000 3.000 1,0.000 4.000 0,-2.000 2.000 1,-3.000 4.000 1,-3.000 3.000 0,-2.000 3.000 1,-3.000 4.000 0,1.000 7.000 0,-1.000 6.000 0,1.000 7.000 0,-3.000 2.000-1,-2.000 1.000-1,-3.000-1.000 0,-3.000 1.000-1,-2.000 1.000-1,0.000 3.000 0,0.000 3.000 1,0.000 4.000 0,-2.000-1.000 0,-3.000-3.000 0,-3.000-3.000 0,-2.000-2.000 0,-3.000-5.000 0,1.000-2.000 0,-1.000-3.000 1,1.000-3.000-1,-1.000-2.000 2,1.000 0.000-1,-1.000 0.000 0,1.000 0.000 1,1.000-7.000 0,3.000-11.000 1,3.000-14.000 0,4.000-11.000 1,1.000-9.000-1,0.000-3.000-3,0.000-3.000-2,0.000-2.000-4,3.000-5.000 0,6.000-2.000 1,7.000-3.000 1,6.000-3.000 1,3.000-1.000 0,0.000 4.000-1,0.000 3.000-2,0.000 3.000-2,-2.000 1.000 0,-3.000 1.000 1,-3.000-1.000 0,-2.000 1.000 0,-1.000 1.000 1,3.000 3.000 0,3.000 3.000-1,4.000 4.000 1,1.000 1.000-1,0.000 0.000 2,0.000 0.000-1,0.000 0.000 2,-2.000 1.000-1,-3.000 4.000 0,-3.000 3.000 1,-2.000 3.000-1,-1.000 4.000 1,3.000 7.000 3,3.000 6.000 2,4.000 7.000 2,-1.000 4.000 3,-3.000 3.000-1,-3.000 3.000 1,-2.000 4.000 1,-5.000 1.000-1,-2.000 0.000-1,-3.000 0.000-2,-3.000 0.000-1,-2.000 3.000-2,0.000 6.000 0,0.000 7.000-1,0.000 6.000 0,1.000-1.000-1,4.000-5.000-1,3.000-7.000 1,3.000-5.000-2,-1.000-3.000 1,-2.000 4.000 1,-3.000 3.000 0,-3.000 3.000 0,-2.000 1.000 0,0.000 1.000-3,0.000-1.000-3,0.000 1.000-2,0.000-3.000-3,0.000-2.000 1,0.000-3.000-1,0.000-3.000 0,-2.000-2.000-3,-3.000 0.000-7,-3.000 0.000-7,-2.000 0.000-7,-3.000-2.000-2,1.000-3.000 0,-1.000-3.000 0,1.000-2.000 1</inkml:trace>
</inkml:ink>
</file>

<file path=ppt/ink/ink55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28"/>
    </inkml:context>
    <inkml:brush xml:id="br0">
      <inkml:brushProperty name="width" value="0.0267191212624311" units="cm"/>
      <inkml:brushProperty name="height" value="0.0267191212624311" units="cm"/>
      <inkml:brushProperty name="color" value="#000000"/>
      <inkml:brushProperty name="ignorePressure" value="0"/>
    </inkml:brush>
  </inkml:definitions>
  <inkml:trace contextRef="#ctx0" brushRef="#br0">32700.000 10800.000 548,'-4.000'-29.000'0,"-5.000"-5.000"0,-7.000-7.000 0,-5.000-5.000 0,2.000 0.000 5,13.000 10.000 8,12.000 10.000 8,13.000 9.000 9,9.000 6.000 3,6.000 3.000-4,7.000 3.000-3,6.000 4.000-4,4.000-1.000-3,4.000-3.000-1,3.000-3.000-3,3.000-2.000-2,3.000-1.000-1,3.000 3.000 2,3.000 3.000 0,4.000 4.000 1,2.000-1.000 0,4.000-3.000-1,3.000-3.000-1,3.000-2.000 0,1.000-1.000-2,1.000 3.000-1,-1.000 3.000-2,1.000 4.000-2,-1.000-1.000 0,1.000-3.000-1,-1.000-3.000-1,1.000-2.000 0,-4.000-1.000 0,-6.000 3.000 0,-6.000 3.000-1,-6.000 4.000 0,-4.000-1.000 0,1.000-3.000-1,-1.000-3.000 0,1.000-2.000-1,-1.000-1.000 0,1.000 3.000 2,-1.000 3.000 2,1.000 4.000 0,-3.000 1.000 0,-2.000 0.000-2,-3.000 0.000-4,-3.000 0.000-1,-4.000 0.000-2,-3.000 0.000 1,-3.000 0.000 0,-2.000 0.000 1,-3.000 0.000-1,1.000 0.000-2,-1.000 0.000-1,1.000 0.000-1,-1.000 1.000-3,1.000 4.000-2,-1.000 3.000-3,1.000 3.000-3,-9.000 1.000-10,-15.000 1.000-18,-15.000-1.000-18,-16.000 1.000-18</inkml:trace>
</inkml:ink>
</file>

<file path=ppt/ink/ink55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30"/>
    </inkml:context>
    <inkml:brush xml:id="br0">
      <inkml:brushProperty name="width" value="0.0221486147493124" units="cm"/>
      <inkml:brushProperty name="height" value="0.0221486147493124" units="cm"/>
      <inkml:brushProperty name="color" value="#000000"/>
      <inkml:brushProperty name="ignorePressure" value="0"/>
    </inkml:brush>
  </inkml:definitions>
  <inkml:trace contextRef="#ctx0" brushRef="#br0">33500.000 11600.000 662,'-24.000'-4.000'3,"4.000"-5.000"7,3.000-7.000 7,3.000-5.000 6,4.000-3.000 2,7.000 4.000-1,6.000 3.000-3,7.000 3.000-2,4.000 1.000-1,3.000 1.000 0,3.000-1.000-1,4.000 1.000-1,2.000-1.000 0,4.000 1.000-1,3.000-1.000-2,3.000 1.000 0,3.000-1.000-2,3.000 1.000 0,3.000-1.000-1,4.000 1.000-1,1.000-1.000-1,0.000 1.000-3,0.000-1.000-2,0.000 1.000-2,0.000-1.000 0,0.000 1.000 1,0.000-1.000 0,0.000 1.000 2,-2.000 1.000-2,-3.000 3.000-3,-3.000 3.000-5,-2.000 4.000-4,-3.000 1.000-1,1.000 0.000 3,-1.000 0.000 2,1.000 0.000 2,-1.000 0.000-2,1.000 0.000-8,-1.000 0.000-7,1.000 0.000-8,-3.000 0.000-7,-2.000 0.000-8,-3.000 0.000-8,-3.000 0.000-8</inkml:trace>
</inkml:ink>
</file>

<file path=ppt/ink/ink55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30"/>
    </inkml:context>
    <inkml:brush xml:id="br0">
      <inkml:brushProperty name="width" value="0.0215392205864191" units="cm"/>
      <inkml:brushProperty name="height" value="0.0215392205864191" units="cm"/>
      <inkml:brushProperty name="color" value="#000000"/>
      <inkml:brushProperty name="ignorePressure" value="0"/>
    </inkml:brush>
  </inkml:definitions>
  <inkml:trace contextRef="#ctx0" brushRef="#br0">34250.000 11450.000 680,'-24.000'1.000'-11,"4.000"4.000"10,3.000 3.000 11,3.000 3.000 10,3.000 4.000 7,3.000 7.000 2,3.000 6.000 4,4.000 7.000 3,1.000 0.000-2,0.000-2.000-5,0.000-3.000-6,0.000-3.000-5,0.000-1.000-4,0.000 4.000-3,0.000 3.000-3,0.000 3.000-2,0.000 3.000-1,0.000 3.000 1,0.000 3.000 0,0.000 4.000 1,0.000 2.000-1,0.000 4.000-3,0.000 3.000-3,0.000 3.000-2,0.000 3.000-3,0.000 3.000-1,0.000 3.000-1,0.000 4.000 0,0.000 1.000-1,0.000 0.000 0,0.000 0.000 2,0.000 0.000-1,0.000-2.000 0,0.000-3.000-2,0.000-3.000-2,0.000-2.000-2,0.000-5.000 1,0.000-2.000 0,0.000-3.000 1,0.000-3.000 2,0.000-6.000 0,0.000-5.000-1,0.000-7.000-1,0.000-5.000-1,3.000-12.000-5,6.000-16.000-9,7.000-15.000-10,6.000-15.000-10,1.000-7.000 0,-3.000 3.000 8,-3.000 3.000 10,-2.000 4.000 8,-3.000 1.000 7,1.000 0.000 2,-1.000 0.000 4,1.000 0.000 2</inkml:trace>
</inkml:ink>
</file>

<file path=ppt/ink/ink55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30"/>
    </inkml:context>
    <inkml:brush xml:id="br0">
      <inkml:brushProperty name="width" value="0.0225726142525673" units="cm"/>
      <inkml:brushProperty name="height" value="0.0225726142525673" units="cm"/>
      <inkml:brushProperty name="color" value="#000000"/>
      <inkml:brushProperty name="ignorePressure" value="0"/>
    </inkml:brush>
  </inkml:definitions>
  <inkml:trace contextRef="#ctx0" brushRef="#br0">35150.000 12050.000 649,'-2.000'-22.000'2,"-3.000"6.000"2,-3.000 7.000 3,-2.000 6.000 3,-5.000 4.000 5,-2.000 4.000 7,-3.000 3.000 5,-3.000 3.000 8,-1.000 1.000-1,4.000 1.000-7,3.000-1.000-6,3.000 1.000-7,-1.000 1.000-4,-2.000 3.000 0,-3.000 3.000-1,-3.000 4.000 1,-1.000-1.000-2,4.000-3.000 0,3.000-3.000-1,3.000-2.000-1,-1.000-1.000 0,-2.000 3.000 0,-3.000 3.000 1,-3.000 4.000 0,-1.000-1.000 0,4.000-3.000-1,3.000-3.000-1,3.000-2.000-1,1.000-1.000 0,1.000 3.000-1,-1.000 3.000 0,1.000 4.000-1,1.000 1.000 0,3.000 0.000 0,3.000 0.000-2,4.000 0.000 0,4.000-2.000 0,6.000-3.000-2,7.000-3.000-1,6.000-2.000-1,3.000-3.000 1,0.000 1.000 1,0.000-1.000 1,0.000 1.000 2,0.000-3.000 0,0.000-2.000-4,0.000-3.000-2,0.000-3.000-2,1.000-2.000-2,4.000 0.000 1,3.000 0.000 2,3.000 0.000 0,-1.000 1.000 1,-2.000 4.000-1,-3.000 3.000 1,-3.000 3.000 0,-4.000 1.000 0,-3.000 1.000 1,-3.000-1.000 0,-2.000 1.000 1,-3.000-1.000-1,1.000 1.000 0,-1.000-1.000-1,1.000 1.000-1,-1.000-1.000 0,1.000 1.000 2,-1.000-1.000 1,1.000 1.000 1,-3.000 2.000 2,-2.000 7.000-1,-3.000 6.000 1,-3.000 7.000 0,-4.000 0.000 0,-3.000-2.000 0,-3.000-3.000-1,-2.000-3.000 0,-5.000-4.000-1,-2.000-3.000 0,-3.000-3.000 0,-3.000-2.000-1,-2.000-1.000 1,0.000 3.000-1,0.000 3.000 2,0.000 4.000-1,0.000-3.000 0,0.000-5.000-2,0.000-7.000-1,0.000-5.000-3,1.000-3.000 0,4.000 4.000 2,3.000 3.000 1,3.000 3.000 1,1.000-4.000-4,1.000-8.000-11,-1.000-10.000-11,1.000-9.000-10,1.000-7.000-3,3.000-3.000 4,3.000-3.000 6,4.000-2.000 5</inkml:trace>
</inkml:ink>
</file>

<file path=ppt/ink/ink55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31"/>
    </inkml:context>
    <inkml:brush xml:id="br0">
      <inkml:brushProperty name="width" value="0.0236127823591232" units="cm"/>
      <inkml:brushProperty name="height" value="0.0236127823591232" units="cm"/>
      <inkml:brushProperty name="color" value="#000000"/>
      <inkml:brushProperty name="ignorePressure" value="0"/>
    </inkml:brush>
  </inkml:definitions>
  <inkml:trace contextRef="#ctx0" brushRef="#br0">36750.000 10550.000 621,'-29.000'1.000'2,"-5.000"4.000"5,-7.000 3.000 6,-5.000 3.000 4,0.000 1.000 2,10.000 1.000-1,10.000-1.000-2,9.000 1.000-1,4.000-1.000 2,1.000 1.000 3,-1.000-1.000 5,1.000 1.000 5,5.000-3.000 0,14.000-2.000-3,11.000-3.000-3,14.000-3.000-3,5.000-2.000-2,1.000 0.000-3,-1.000 0.000-2,1.000 0.000-2,1.000-4.000-3,3.000-5.000-4,3.000-7.000-2,4.000-5.000-5,-1.000-4.000 0,-3.000 0.000 1,-3.000 0.000 0,-2.000 0.000 3,-1.000 1.000-3,3.000 4.000-3,3.000 3.000-4,4.000 3.000-5,-1.000 1.000 0,-3.000 1.000 1,-3.000-1.000 1,-2.000 1.000 2,-3.000-1.000-2,1.000 1.000-5,-1.000-1.000-5,1.000 1.000-6,-3.000-1.000-1,-2.000 1.000 0,-3.000-1.000 1,-3.000 1.000 1,-2.000 1.000 2,0.000 3.000 1,0.000 3.000 1,0.000 4.000 1,-2.000-1.000 0,-3.000-3.000-2,-3.000-3.000-2,-2.000-2.000-2</inkml:trace>
</inkml:ink>
</file>

<file path=ppt/ink/ink55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31"/>
    </inkml:context>
    <inkml:brush xml:id="br0">
      <inkml:brushProperty name="width" value="0.0230444949120283" units="cm"/>
      <inkml:brushProperty name="height" value="0.0230444949120283" units="cm"/>
      <inkml:brushProperty name="color" value="#000000"/>
      <inkml:brushProperty name="ignorePressure" value="0"/>
    </inkml:brush>
  </inkml:definitions>
  <inkml:trace contextRef="#ctx0" brushRef="#br0">37100.000 10000.000 636,'0.000'-68.000'0,"0.000"17.000"0,0.000 15.000 0,0.000 16.000 0,0.000 7.000 3,0.000 1.000 6,0.000-1.000 6,0.000 1.000 5,1.000 7.000 7,4.000 16.000 4,3.000 15.000 5,3.000 17.000 6,-1.000 7.000-2,-2.000 0.000-7,-3.000 0.000-8,-3.000 0.000-6,-2.000 3.000-6,0.000 6.000-2,0.000 7.000-3,0.000 6.000-3,0.000 3.000-1,0.000 0.000 1,0.000 0.000 1,0.000 0.000 0,0.000 1.000-1,0.000 4.000-4,0.000 3.000-5,0.000 3.000-4,0.000-1.000-1,0.000-2.000 2,0.000-3.000 3,0.000-3.000 1,0.000-2.000-3,0.000 0.000-11,0.000 0.000-10,0.000 0.000-10,0.000-7.000-1,0.000-11.000 5,0.000-14.000 8,0.000-11.000 6,0.000-7.000-2,0.000 0.000-7,0.000 0.000-9,0.000 0.000-9</inkml:trace>
</inkml:ink>
</file>

<file path=ppt/ink/ink55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33"/>
    </inkml:context>
    <inkml:brush xml:id="br0">
      <inkml:brushProperty name="width" value="0.0229421705007553" units="cm"/>
      <inkml:brushProperty name="height" value="0.0229421705007553" units="cm"/>
      <inkml:brushProperty name="color" value="#000000"/>
      <inkml:brushProperty name="ignorePressure" value="0"/>
    </inkml:brush>
  </inkml:definitions>
  <inkml:trace contextRef="#ctx0" brushRef="#br0">39550.000 7250.000 639,'-24.000'-68.000'0,"4.000"17.000"0,3.000 15.000 0,3.000 16.000 0,3.000 7.000 3,3.000 1.000 6,3.000-1.000 7,4.000 1.000 6,4.000 1.000 3,6.000 3.000 3,7.000 3.000 1,6.000 4.000 2,4.000 1.000-1,4.000 0.000-3,3.000 0.000-4,3.000 0.000-2,3.000 0.000-3,3.000 0.000-3,3.000 0.000-1,4.000 0.000-3,1.000 0.000-2,0.000 0.000-2,0.000 0.000-2,0.000 0.000-2,1.000-2.000-1,4.000-3.000 1,3.000-3.000 0,3.000-2.000 1,-1.000-1.000-2,-2.000 3.000-3,-3.000 3.000-5,-3.000 4.000-4,-1.000-1.000 0,4.000-3.000 2,3.000-3.000 2,3.000-2.000 3,-1.000-1.000 0,-2.000 3.000-3,-3.000 3.000-3,-3.000 4.000-3,-4.000-1.000-2,-3.000-3.000-2,-3.000-3.000-1,-2.000-2.000-2,-5.000-3.000-2,-2.000 1.000-3,-3.000-1.000-4,-3.000 1.000-3,-10.000 2.000-3,-16.000 7.000-1,-15.000 6.000-3,-15.000 7.000-3,-6.000 4.000 4,7.000 3.000 8,6.000 3.000 9,7.000 4.000 8</inkml:trace>
</inkml:ink>
</file>

<file path=ppt/ink/ink55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33"/>
    </inkml:context>
    <inkml:brush xml:id="br0">
      <inkml:brushProperty name="width" value="0.0203747432678938" units="cm"/>
      <inkml:brushProperty name="height" value="0.0203747432678938" units="cm"/>
      <inkml:brushProperty name="color" value="#000000"/>
      <inkml:brushProperty name="ignorePressure" value="0"/>
    </inkml:brush>
  </inkml:definitions>
  <inkml:trace contextRef="#ctx0" brushRef="#br0">40550.000 7300.000 719,'-24.000'-2.000'1,"4.000"-3.000"0,3.000-3.000 1,3.000-2.000 0,1.000-1.000 2,1.000 3.000 1,-1.000 3.000 1,1.000 4.000 2,-1.000 1.000 1,1.000 0.000 3,-1.000 0.000 1,1.000 0.000 3,1.000 4.000 2,3.000 10.000 6,3.000 10.000 4,4.000 9.000 5,1.000 6.000-1,0.000 3.000-7,0.000 3.000-7,0.000 4.000-6,0.000 2.000-5,0.000 4.000-3,0.000 3.000-4,0.000 3.000-2,-2.000 3.000-1,-3.000 3.000 0,-3.000 3.000 2,-2.000 4.000 0,-3.000 2.000-1,1.000 4.000-1,-1.000 3.000-2,1.000 3.000-2,-1.000 1.000 0,1.000 1.000 1,-1.000-1.000 1,1.000 1.000 1,-1.000-1.000-2,1.000 1.000-2,-1.000-1.000-3,1.000 1.000-4,1.000-6.000 0,3.000-8.000 2,3.000-10.000 0,4.000-9.000 2,1.000-9.000-1,0.000-5.000-2,0.000-7.000-3,0.000-5.000-3,0.000-9.000-3,0.000-9.000-6,0.000-10.000-5,0.000-8.000-5</inkml:trace>
</inkml:ink>
</file>

<file path=ppt/ink/ink55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34"/>
    </inkml:context>
    <inkml:brush xml:id="br0">
      <inkml:brushProperty name="width" value="0.0181168392300606" units="cm"/>
      <inkml:brushProperty name="height" value="0.0181168392300606" units="cm"/>
      <inkml:brushProperty name="color" value="#000000"/>
      <inkml:brushProperty name="ignorePressure" value="0"/>
    </inkml:brush>
  </inkml:definitions>
  <inkml:trace contextRef="#ctx0" brushRef="#br0">40900.000 8200.000 809,'43.000'67.000'2,"-11.000"-16.000"2,-14.000-15.000 4,-11.000-15.000 2,-7.000-9.000 2,0.000 1.000-1,0.000-1.000 0,0.000 1.000 0,0.000 1.000-1,0.000 3.000 1,0.000 3.000 0,0.000 4.000 0,-2.000-1.000 0,-3.000-3.000 0,-3.000-3.000 0,-2.000-2.000-1,-1.000-1.000-1,3.000 3.000-2,3.000 3.000-2,4.000 4.000-3,-1.000 1.000 0,-3.000 0.000-1,-3.000 0.000 1,-2.000 0.000 0,-3.000 0.000-1,1.000 0.000 1,-1.000 0.000-1,1.000 0.000 0,1.000 0.000 0,3.000 0.000-2,3.000 0.000-1,4.000 0.000-1,-1.000 0.000 0,-3.000 0.000-1,-3.000 0.000 0,-2.000 0.000-1,-1.000 0.000 0,3.000 0.000 0,3.000 0.000 0,4.000 0.000 0,-1.000-2.000 0,-3.000-3.000 0,-3.000-3.000 1,-2.000-2.000 1,-1.000-8.000-3,3.000-8.000-6,3.000-10.000-6,4.000-9.000-6,4.000-7.000-1,6.000-3.000 3,7.000-3.000 4,6.000-2.000 4,3.000-5.000 1,0.000-2.000 0,0.000-3.000 0,0.000-3.000 1,0.000-1.000 0,0.000 4.000 2,0.000 3.000 3,0.000 3.000 2,0.000 1.000 1,0.000 1.000 0,0.000-1.000 0,0.000 1.000 1,0.000 1.000 1,0.000 3.000 0,0.000 3.000 2,0.000 4.000 0,0.000 1.000-1,0.000 0.000 0,0.000 0.000-1,0.000 0.000-1,0.000 3.000 1,0.000 6.000 3,0.000 7.000 3,0.000 6.000 2,-2.000 3.000 2,-3.000 0.000 0,-3.000 0.000-2,-2.000 0.000 1,-5.000 3.000-1,-2.000 6.000 1,-3.000 7.000 1,-3.000 6.000 2,-2.000 4.000-1,0.000 4.000 0,0.000 3.000-1,0.000 3.000 0,0.000 1.000 0,0.000 1.000-1,0.000-1.000 0,0.000 1.000-1,-2.000-1.000 0,-3.000 1.000 0,-3.000-1.000-1,-2.000 1.000-1,-3.000-1.000 1,1.000 1.000-1,-1.000-1.000 0,1.000 1.000-1,-1.000-4.000 1,1.000-6.000-1,-1.000-6.000 1,1.000-6.000-1,2.000-7.000-1,7.000-6.000-1,6.000-6.000-2,7.000-6.000-1,4.000-6.000 0,3.000-2.000 0,3.000-3.000 1,4.000-3.000 1,1.000-2.000 0,0.000 0.000 0,0.000 0.000 0,0.000 0.000 1,-2.000 0.000-1,-3.000 0.000 0,-3.000 0.000 0,-2.000 0.000 1,-1.000 1.000-1,3.000 4.000 2,3.000 3.000 0,4.000 3.000 2,1.000 3.000 0,0.000 3.000 2,0.000 3.000 0,0.000 4.000 1,0.000 4.000 0,0.000 6.000-3,0.000 7.000-2,0.000 6.000-2,-4.000 3.000-2,-5.000 0.000-2,-7.000 0.000 0,-5.000 0.000-2,-4.000 1.000-1,0.000 4.000-1,0.000 3.000 0,0.000 3.000-1,0.000 1.000 0,0.000 1.000-3,0.000-1.000 0,0.000 1.000-3,-4.000-1.000 0,-5.000 1.000-1,-7.000-1.000 1,-5.000 1.000-1,-3.000 1.000 0,4.000 3.000 0,3.000 3.000-1,3.000 4.000 1,-2.000-3.000 0,-6.000-5.000 2,-6.000-7.000 2,-6.000-5.000 2,-2.000-4.000 2,3.000 0.000 2,3.000 0.000 2,4.000 0.000 1</inkml:trace>
</inkml:ink>
</file>

<file path=ppt/ink/ink56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34"/>
    </inkml:context>
    <inkml:brush xml:id="br0">
      <inkml:brushProperty name="width" value="0.0227209981530905" units="cm"/>
      <inkml:brushProperty name="height" value="0.0227209981530905" units="cm"/>
      <inkml:brushProperty name="color" value="#000000"/>
      <inkml:brushProperty name="ignorePressure" value="0"/>
    </inkml:brush>
  </inkml:definitions>
  <inkml:trace contextRef="#ctx0" brushRef="#br0">38850.000 10250.000 645,'46.000'0.000'2,"-5.000"0.000"4,-7.000 0.000 4,-5.000 0.000 4,-1.000 0.000 3,6.000 0.000 2,7.000 0.000 2,6.000 0.000 3,3.000-2.000-1,0.000-3.000-4,0.000-3.000-2,0.000-2.000-5,1.000-3.000 0,4.000 1.000-1,3.000-1.000 0,3.000 1.000 0,3.000-3.000 0,3.000-2.000-1,3.000-3.000-2,4.000-3.000 0,1.000-2.000-1,0.000 0.000 0,0.000 0.000 0,0.000 0.000 1,3.000 0.000-1,6.000 0.000-2,7.000 0.000-2,6.000 0.000-1,-1.000 1.000 0,-5.000 4.000 1,-7.000 3.000 2,-5.000 3.000 1,-6.000 3.000-1,-3.000 3.000 0,-3.000 3.000-3,-2.000 4.000-1,-1.000-1.000 0,3.000-3.000 0,3.000-3.000 1,4.000-2.000 1,-3.000-1.000-1,-5.000 3.000 0,-7.000 3.000-2,-5.000 4.000-1,-4.000 1.000 0,0.000 0.000 1,0.000 0.000 1,0.000 0.000 1,0.000 1.000-1,0.000 4.000 0,0.000 3.000-3,0.000 3.000-1,-4.000-1.000-1,-5.000-2.000-1,-7.000-3.000-2,-5.000-3.000-1,-4.000-1.000 0,0.000 4.000-1,0.000 3.000 1,0.000 3.000 1</inkml:trace>
</inkml:ink>
</file>

<file path=ppt/ink/ink56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35"/>
    </inkml:context>
    <inkml:brush xml:id="br0">
      <inkml:brushProperty name="width" value="0.019611906260252" units="cm"/>
      <inkml:brushProperty name="height" value="0.019611906260252" units="cm"/>
      <inkml:brushProperty name="color" value="#000000"/>
      <inkml:brushProperty name="ignorePressure" value="0"/>
    </inkml:brush>
  </inkml:definitions>
  <inkml:trace contextRef="#ctx0" brushRef="#br0">39800.000 11250.000 747,'-46.000'-68.000'0,"10.000"17.000"1,10.000 15.000 1,9.000 16.000 0,4.000 9.000 2,1.000 3.000 1,-1.000 3.000 1,1.000 4.000 1,2.000 1.000 3,7.000 0.000 1,6.000 0.000 4,7.000 0.000 1,7.000 0.000 3,9.000 0.000 0,10.000 0.000 1,10.000 0.000 1,2.000 0.000 0,-3.000 0.000-4,-3.000 0.000-1,-2.000 0.000-3,-1.000-2.000-3,3.000-3.000-2,3.000-3.000-3,4.000-2.000-2,1.000-1.000-2,0.000 3.000-1,0.000 3.000-3,0.000 4.000-1,0.000-1.000-1,0.000-3.000 0,0.000-3.000 0,0.000-2.000-1,-2.000-1.000-1,-3.000 3.000-2,-3.000 3.000-4,-2.000 4.000-2,-5.000 1.000-2,-2.000 0.000 1,-3.000 0.000 1,-3.000 0.000 0,-2.000 0.000-2,0.000 0.000-2,0.000 0.000-5,0.000 0.000-2,-2.000 0.000-1,-3.000 0.000 3,-3.000 0.000 3,-2.000 0.000 3,-5.000 1.000 1,-2.000 4.000 0,-3.000 3.000 0,-3.000 3.000-1,-4.000 3.000 2,-3.000 3.000 4,-3.000 3.000 3,-2.000 4.000 4,-3.000-1.000 1,1.000-3.000 2,-1.000-3.000 0,1.000-2.000 1,-1.000-3.000 1,1.000 1.000-1,-1.000-1.000 1,1.000 1.000-1</inkml:trace>
</inkml:ink>
</file>

<file path=ppt/ink/ink56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35"/>
    </inkml:context>
    <inkml:brush xml:id="br0">
      <inkml:brushProperty name="width" value="0.0194235760718584" units="cm"/>
      <inkml:brushProperty name="height" value="0.0194235760718584" units="cm"/>
      <inkml:brushProperty name="color" value="#000000"/>
      <inkml:brushProperty name="ignorePressure" value="0"/>
    </inkml:brush>
  </inkml:definitions>
  <inkml:trace contextRef="#ctx0" brushRef="#br0">40500.000 11350.000 755,'-2.000'-44.000'1,"-3.000"13.000"2,-3.000 12.000 3,-2.000 13.000 3,-1.000 9.000 4,3.000 6.000 8,3.000 7.000 8,4.000 6.000 7,1.000 4.000 0,0.000 4.000-9,0.000 3.000-7,0.000 3.000-9,0.000 1.000-3,0.000 1.000-1,0.000-1.000-1,0.000 1.000 0,0.000 2.000-1,0.000 7.000-5,0.000 6.000-2,0.000 7.000-3,0.000 2.000-2,0.000 1.000 3,0.000-1.000 2,0.000 1.000 2,0.000-1.000-1,0.000 1.000-3,0.000-1.000-2,0.000 1.000-4,-2.000-1.000 0,-3.000 1.000 1,-3.000-1.000 2,-2.000 1.000 2,-1.000 1.000 0,3.000 3.000 0,3.000 3.000-1,4.000 4.000 0,-1.000-4.000 0,-3.000-9.000-1,-3.000-10.000-1,-2.000-8.000 0,-1.000-8.000-1,3.000-2.000 0,3.000-3.000 0,4.000-3.000 0</inkml:trace>
</inkml:ink>
</file>

<file path=ppt/ink/ink56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35"/>
    </inkml:context>
    <inkml:brush xml:id="br0">
      <inkml:brushProperty name="width" value="0.0189301706850529" units="cm"/>
      <inkml:brushProperty name="height" value="0.0189301706850529" units="cm"/>
      <inkml:brushProperty name="color" value="#000000"/>
      <inkml:brushProperty name="ignorePressure" value="0"/>
    </inkml:brush>
  </inkml:definitions>
  <inkml:trace contextRef="#ctx0" brushRef="#br0">41100.000 12000.000 774,'0.000'25.000'50,"0.000"0.000"-11,0.000 0.000-9,0.000 0.000-11,0.000 0.000-5,0.000 0.000-2,0.000 0.000-1,0.000 0.000-1,0.000 1.000-2,0.000 4.000-3,0.000 3.000-2,0.000 3.000-2,0.000 3.000-1,0.000 3.000 0,0.000 3.000 2,0.000 4.000 0,0.000-1.000 1,0.000-3.000-1,0.000-3.000-1,0.000-2.000-2,0.000-1.000 2,0.000 3.000 0,0.000 3.000 2,0.000 4.000 1,0.000-1.000 0,0.000-3.000-3,0.000-3.000-1,0.000-2.000-2,1.000-5.000-1,4.000-2.000-2,3.000-3.000 0,3.000-3.000-2,1.000-2.000 0,1.000 0.000 1,-1.000 0.000 0,1.000 0.000 0,1.000-4.000-1,3.000-5.000 0,3.000-7.000-1,4.000-5.000-1,1.000-4.000 0,0.000 0.000 1,0.000 0.000 1,0.000 0.000 1,1.000-4.000-3,4.000-5.000-6,3.000-7.000-6,3.000-5.000-6,-1.000-4.000-3,-2.000 0.000-2,-3.000 0.000-1,-3.000 0.000-1</inkml:trace>
</inkml:ink>
</file>

<file path=ppt/ink/ink56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35"/>
    </inkml:context>
    <inkml:brush xml:id="br0">
      <inkml:brushProperty name="width" value="0.0221972800791264" units="cm"/>
      <inkml:brushProperty name="height" value="0.0221972800791264" units="cm"/>
      <inkml:brushProperty name="color" value="#000000"/>
      <inkml:brushProperty name="ignorePressure" value="0"/>
    </inkml:brush>
  </inkml:definitions>
  <inkml:trace contextRef="#ctx0" brushRef="#br0">43150.000 9950.000 660,'-91.000'67.000'4,"19.000"-16.000"7,19.000-15.000 7,19.000-15.000 8,10.000-7.000 2,4.000 3.000-2,3.000 3.000-2,3.000 4.000-2,9.000-3.000 0,16.000-5.000 2,15.000-7.000 3,17.000-5.000 3,5.000-4.000-3,-3.000 0.000-7,-3.000 0.000-7,-2.000 0.000-8,-1.000-4.000-3,3.000-5.000 0,3.000-7.000 0,4.000-5.000 1,2.000-4.000 0,4.000 0.000-2,3.000 0.000-2,3.000 0.000-1,-1.000 0.000 0,-2.000 0.000 1,-3.000 0.000 2,-3.000 0.000 0,-4.000 0.000-3,-3.000 0.000-10,-3.000 0.000-9,-2.000 0.000-9,-1.000 1.000-5,3.000 4.000 2,3.000 3.000 1,4.000 3.000 1,-1.000 1.000-1,-3.000 1.000-5,-3.000-1.000-4,-2.000 1.000-5</inkml:trace>
</inkml:ink>
</file>

<file path=ppt/ink/ink56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35"/>
    </inkml:context>
    <inkml:brush xml:id="br0">
      <inkml:brushProperty name="width" value="0.0214206743985415" units="cm"/>
      <inkml:brushProperty name="height" value="0.0214206743985415" units="cm"/>
      <inkml:brushProperty name="color" value="#000000"/>
      <inkml:brushProperty name="ignorePressure" value="0"/>
    </inkml:brush>
  </inkml:definitions>
  <inkml:trace contextRef="#ctx0" brushRef="#br0">43450.000 9750.000 684,'0.000'-29.000'2,"0.000"-5.000"3,0.000-7.000 4,0.000-5.000 3,1.000 8.000 6,4.000 26.000 8,3.000 24.000 8,3.000 26.000 9,-1.000 13.000 0,-2.000 4.000-9,-3.000 3.000-9,-3.000 3.000-9,-1.000 4.000-5,4.000 7.000-1,3.000 6.000 0,3.000 7.000 0,-1.000 2.000-4,-2.000 1.000-5,-3.000-1.000-4,-3.000 1.000-6,-2.000-1.000-7,0.000 1.000-9,0.000-1.000-10,0.000 1.000-10,0.000-7.000 0,0.000-12.000 8,0.000-13.000 7,0.000-12.000 9,0.000-5.000 1,0.000 3.000-4,0.000 3.000-5,0.000 4.000-5</inkml:trace>
</inkml:ink>
</file>

<file path=ppt/ink/ink56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38"/>
    </inkml:context>
    <inkml:brush xml:id="br0">
      <inkml:brushProperty name="width" value="0.0197806917130947" units="cm"/>
      <inkml:brushProperty name="height" value="0.0197806917130947" units="cm"/>
      <inkml:brushProperty name="color" value="#000000"/>
      <inkml:brushProperty name="ignorePressure" value="0"/>
    </inkml:brush>
  </inkml:definitions>
  <inkml:trace contextRef="#ctx0" brushRef="#br0">46000.000 7250.000 741,'-43.000'-46.000'4,"17.000"10.000"8,15.000 10.000 7,16.000 9.000 8,9.000 6.000 2,3.000 3.000-4,3.000 3.000-4,4.000 4.000-5,4.000 1.000-2,6.000 0.000-1,7.000 0.000-1,6.000 0.000-2,1.000 0.000-1,-3.000 0.000-1,-3.000 0.000-2,-2.000 0.000-2,-1.000 0.000 0,3.000 0.000 1,3.000 0.000 1,4.000 0.000 2,-1.000-2.000-3,-3.000-3.000-3,-3.000-3.000-6,-2.000-2.000-4,-1.000-3.000 0,3.000 1.000 1,3.000-1.000 3,4.000 1.000 2,-1.000-3.000-2,-3.000-2.000-5,-3.000-3.000-6,-2.000-3.000-6,-3.000-1.000-2,1.000 4.000-2,-1.000 3.000 1,1.000 3.000-1,-4.000 3.000 0,-6.000 3.000 1,-6.000 3.000 1,-6.000 4.000 1,-4.000-1.000 1,1.000-3.000 1,-1.000-3.000 1,1.000-2.000 0,-3.000 0.000 2,-2.000 7.000 2,-3.000 6.000 2,-3.000 7.000 2,-6.000 2.000 2,-5.000 1.000 1,-7.000-1.000 3,-5.000 1.000 2,-4.000 2.000 1,0.000 7.000 1,0.000 6.000 0,0.000 7.000 0,0.000 0.000 1,0.000-2.000 0,0.000-3.000 0,0.000-3.000-1,0.000-4.000 1,0.000-3.000 0,0.000-3.000 0,0.000-2.000 0,0.000-1.000 0,0.000 3.000 0,0.000 3.000 0,0.000 4.000 0,0.000-1.000 1,0.000-3.000 2,0.000-3.000 1,0.000-2.000 2,1.000-3.000 1,4.000 1.000 0,3.000-1.000-1,3.000 1.000 0,1.000-1.000 3,1.000 1.000 4,-1.000-1.000 6,1.000 1.000 5,1.000-1.000 2,3.000 1.000 1,3.000-1.000 0,4.000 1.000 2,1.000 2.000-2,0.000 7.000-1,0.000 6.000-2,0.000 7.000-1,0.000 0.000-4,0.000-2.000-2,0.000-3.000-4,0.000-3.000-3,-2.000 1.000-3,-3.000 6.000-1,-3.000 7.000-3,-2.000 6.000-1,-1.000 3.000-1,3.000 0.000-1,3.000 0.000 0,4.000 0.000 0,1.000 1.000-2,0.000 4.000-1,0.000 3.000-2,0.000 3.000-2,0.000 1.000 0,0.000 1.000 0,0.000-1.000 1,0.000 1.000 0,0.000-3.000-2,0.000-2.000-3,0.000-3.000-4,0.000-3.000-4,0.000-2.000 0,0.000 0.000 2,0.000 0.000 3,0.000 0.000 2,1.000-4.000-1,4.000-5.000-4,3.000-7.000-4,3.000-5.000-5,3.000-8.000-1,3.000-5.000 3,3.000-7.000 2,4.000-5.000 4,1.000-4.000 3,0.000 0.000 2,0.000 0.000 2,0.000 0.000 3</inkml:trace>
</inkml:ink>
</file>

<file path=ppt/ink/ink56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38"/>
    </inkml:context>
    <inkml:brush xml:id="br0">
      <inkml:brushProperty name="width" value="0.0196741335093975" units="cm"/>
      <inkml:brushProperty name="height" value="0.0196741335093975" units="cm"/>
      <inkml:brushProperty name="color" value="#000000"/>
      <inkml:brushProperty name="ignorePressure" value="0"/>
    </inkml:brush>
  </inkml:definitions>
  <inkml:trace contextRef="#ctx0" brushRef="#br0">48050.000 7850.000 745,'-44.000'-24.000'14,"13.000"4.000"1,12.000 3.000-2,13.000 3.000 1,2.000 3.000 0,-5.000 3.000 3,-7.000 3.000 3,-5.000 4.000 1,-4.000 2.000 1,0.000 4.000-4,0.000 3.000-2,0.000 3.000-4,1.000 1.000-1,4.000 1.000-1,3.000-1.000 0,3.000 1.000 0,1.000-1.000-2,1.000 1.000-2,-1.000-1.000-3,1.000 1.000-2,-3.000 1.000-3,-2.000 3.000 1,-3.000 3.000-1,-3.000 4.000-1,-1.000 1.000 0,4.000 0.000 1,3.000 0.000 0,3.000 0.000 0,1.000 1.000 1,1.000 4.000 0,-1.000 3.000-1,1.000 3.000 1,1.000 1.000-1,3.000 1.000-2,3.000-1.000-1,4.000 1.000-2,2.000-4.000-1,4.000-6.000 0,3.000-6.000-1,3.000-6.000 1,1.000-4.000 0,1.000 1.000 1,-1.000-1.000 2,1.000 1.000 2,1.000-1.000 0,3.000 1.000-1,3.000-1.000-1,4.000 1.000-2,-1.000-1.000 1,-3.000 1.000 1,-3.000-1.000 0,-2.000 1.000 2,-1.000-3.000 0,3.000-2.000-1,3.000-3.000 0,4.000-3.000-1,-1.000-1.000-1,-3.000 4.000 2,-3.000 3.000 0,-2.000 3.000 1,-3.000 1.000 1,1.000 1.000-1,-1.000-1.000 0,1.000 1.000 0,-1.000 1.000 0,1.000 3.000 0,-1.000 3.000 0,1.000 4.000 0,-4.000 1.000-1,-6.000 0.000-2,-6.000 0.000-3,-6.000 0.000-2,-4.000 0.000-1,1.000 0.000-1,-1.000 0.000-1,1.000 0.000-1,-4.000 0.000 0,-6.000 0.000-2,-6.000 0.000 0,-6.000 0.000-1,-1.000 0.000 0,7.000 0.000 3,6.000 0.000 2,7.000 0.000 3,-1.000 0.000 2,-6.000 0.000 1,-6.000 0.000 1,-6.000 0.000 1</inkml:trace>
</inkml:ink>
</file>

<file path=ppt/ink/ink56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38"/>
    </inkml:context>
    <inkml:brush xml:id="br0">
      <inkml:brushProperty name="width" value="0.0180432964116335" units="cm"/>
      <inkml:brushProperty name="height" value="0.0180432964116335" units="cm"/>
      <inkml:brushProperty name="color" value="#000000"/>
      <inkml:brushProperty name="ignorePressure" value="0"/>
    </inkml:brush>
  </inkml:definitions>
  <inkml:trace contextRef="#ctx0" brushRef="#br0">45350.000 10150.000 812,'23.000'-47.000'2,"-3.000"6.000"5,-3.000 7.000 3,-2.000 6.000 4,3.000 4.000 3,14.000 4.000-1,11.000 3.000 1,14.000 3.000 0,3.000 1.000 0,-2.000 1.000-1,-3.000-1.000-2,-3.000 1.000-1,1.000 1.000-2,6.000 3.000-3,7.000 3.000-3,6.000 4.000-2,3.000-1.000-3,0.000-3.000 1,0.000-3.000-2,0.000-2.000 0,1.000-5.000 0,4.000-2.000 0,3.000-3.000-1,3.000-3.000 0,1.000 1.000 1,1.000 6.000 1,-1.000 7.000 0,1.000 6.000 1,-4.000 1.000 0,-6.000-3.000 0,-6.000-3.000 1,-6.000-2.000-1,-2.000-3.000-1,3.000 1.000-1,3.000-1.000-2,4.000 1.000-2,-3.000-1.000 0,-5.000 1.000 0,-7.000-1.000 0,-5.000 1.000 0,-4.000 1.000 0,0.000 3.000 0,0.000 3.000 0,0.000 4.000 1,0.000-1.000-1,0.000-3.000-1,0.000-3.000-1,0.000-2.000 0,-4.000-1.000-1,-5.000 3.000-1,-7.000 3.000 0,-5.000 4.000-1,-4.000 1.000-1,0.000 0.000-3,0.000 0.000-2,0.000 0.000-3,-2.000 1.000 0,-3.000 4.000-1,-3.000 3.000 0,-2.000 3.000 0,-5.000 1.000 0,-2.000 1.000 3,-3.000-1.000 1,-3.000 1.000 3,-4.000 1.000 1,-3.000 3.000 1,-3.000 3.000 1,-2.000 4.000 1</inkml:trace>
</inkml:ink>
</file>

<file path=ppt/ink/ink56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38"/>
    </inkml:context>
    <inkml:brush xml:id="br0">
      <inkml:brushProperty name="width" value="0.0168763846158981" units="cm"/>
      <inkml:brushProperty name="height" value="0.0168763846158981" units="cm"/>
      <inkml:brushProperty name="color" value="#000000"/>
      <inkml:brushProperty name="ignorePressure" value="0"/>
    </inkml:brush>
  </inkml:definitions>
  <inkml:trace contextRef="#ctx0" brushRef="#br0">45600.000 11350.000 869,'0.000'-68.000'-7,"0.000"17.000"3,0.000 15.000 0,0.000 16.000 3,1.000 7.000 2,4.000 1.000 5,3.000-1.000 3,3.000 1.000 5,3.000 1.000 1,3.000 3.000-1,3.000 3.000-1,4.000 4.000 0,2.000-1.000-2,4.000-3.000 0,3.000-3.000 0,3.000-2.000-1,3.000-3.000-2,3.000 1.000-2,3.000-1.000-3,4.000 1.000-2,1.000 1.000-1,0.000 3.000-1,0.000 3.000-1,0.000 4.000-1,1.000-1.000 0,4.000-3.000-1,3.000-3.000-1,3.000-2.000 0,-1.000-3.000 0,-2.000 1.000-1,-3.000-1.000 0,-3.000 1.000 0,-2.000-1.000-2,0.000 1.000-2,0.000-1.000-3,0.000 1.000-1,-2.000 1.000-1,-3.000 3.000 2,-3.000 3.000 2,-2.000 4.000 2,-6.000-1.000-2,-6.000-3.000-4,-6.000-3.000-6,-6.000-2.000-5,-6.000 0.000 0,-2.000 7.000 3,-3.000 6.000 3,-3.000 7.000 4,-6.000 4.000 3,-5.000 3.000 2,-7.000 3.000 4,-5.000 4.000 3</inkml:trace>
</inkml:ink>
</file>

<file path=ppt/ink/ink57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39"/>
    </inkml:context>
    <inkml:brush xml:id="br0">
      <inkml:brushProperty name="width" value="0.0170932468026876" units="cm"/>
      <inkml:brushProperty name="height" value="0.0170932468026876" units="cm"/>
      <inkml:brushProperty name="color" value="#000000"/>
      <inkml:brushProperty name="ignorePressure" value="0"/>
    </inkml:brush>
  </inkml:definitions>
  <inkml:trace contextRef="#ctx0" brushRef="#br0">46600.000 11300.000 858,'-25.000'0.000'0,"0.000"0.000"0,0.000 0.000 0,0.000 0.000 0,1.000 0.000 0,4.000 0.000 1,3.000 0.000 0,3.000 0.000 2,3.000-2.000 0,3.000-3.000 1,3.000-3.000 1,4.000-2.000 0,2.000 0.000 3,4.000 7.000 3,3.000 6.000 4,3.000 7.000 3,1.000 5.000 0,1.000 7.000-2,-1.000 6.000-3,1.000 7.000-3,-1.000 2.000-3,1.000 1.000-3,-1.000-1.000-5,1.000 1.000-3,-3.000 1.000-1,-2.000 3.000 1,-3.000 3.000 2,-3.000 4.000 1,-1.000 2.000 0,4.000 4.000-2,3.000 3.000-2,3.000 3.000-2,-1.000 3.000-1,-2.000 3.000 0,-3.000 3.000-1,-3.000 4.000 0,-2.000-1.000 0,0.000-3.000 3,0.000-3.000 1,0.000-2.000 3,0.000-5.000 1,0.000-2.000 0,0.000-3.000-1,0.000-3.000 1,-2.000-4.000-1,-3.000-3.000 1,-3.000-3.000-1,-2.000-2.000 1,-1.000-5.000-2,3.000-2.000-2,3.000-3.000-3,4.000-3.000-3,1.000-4.000 0,0.000-3.000 0,0.000-3.000 2,0.000-2.000 0,1.000-5.000-2,4.000-2.000-6,3.000-3.000-7,3.000-3.000-7</inkml:trace>
</inkml:ink>
</file>

<file path=ppt/ink/ink57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39"/>
    </inkml:context>
    <inkml:brush xml:id="br0">
      <inkml:brushProperty name="width" value="0.0200817417353392" units="cm"/>
      <inkml:brushProperty name="height" value="0.0200817417353392" units="cm"/>
      <inkml:brushProperty name="color" value="#000000"/>
      <inkml:brushProperty name="ignorePressure" value="0"/>
    </inkml:brush>
  </inkml:definitions>
  <inkml:trace contextRef="#ctx0" brushRef="#br0">47750.000 11600.000 730,'-5.000'-22.000'0,"-9.000"6.000"-1,-10.000 7.000 1,-8.000 6.000-1,-3.000 3.000 2,7.000 0.000 6,6.000 0.000 3,7.000 0.000 6,2.000 1.000 1,1.000 4.000 0,-1.000 3.000-1,1.000 3.000-1,-1.000 3.000-2,1.000 3.000-3,-1.000 3.000-4,1.000 4.000-3,-1.000 1.000-2,1.000 0.000 1,-1.000 0.000 2,1.000 0.000 0,1.000 1.000 1,3.000 4.000-2,3.000 3.000-1,4.000 3.000 0,-1.000-1.000-1,-3.000-2.000 1,-3.000-3.000 1,-2.000-3.000 0,-1.000 1.000 1,3.000 6.000 0,3.000 7.000-2,4.000 6.000 0,-1.000 1.000 0,-3.000-3.000 0,-3.000-3.000 1,-2.000-2.000 2,-1.000-1.000-1,3.000 3.000-1,3.000 3.000-1,4.000 4.000 0,1.000-1.000 0,0.000-3.000 0,0.000-3.000 0,0.000-2.000 0,1.000-3.000 1,4.000 1.000 0,3.000-1.000 0,3.000 1.000 1,1.000-3.000-1,1.000-2.000 1,-1.000-3.000-2,1.000-3.000 1,1.000-4.000-1,3.000-3.000 1,3.000-3.000-1,4.000-2.000 1,1.000-3.000 1,0.000 1.000-1,0.000-1.000 0,0.000 1.000 1,1.000-3.000 0,4.000-2.000-1,3.000-3.000 1,3.000-3.000-1,-1.000-4.000-1,-2.000-3.000-2,-3.000-3.000-2,-3.000-2.000-3,-1.000-3.000-5,4.000 1.000-7,3.000-1.000-7,3.000 1.000-8,-1.000-3.000-3,-2.000-2.000 0,-3.000-3.000 0,-3.000-3.000 0,-4.000-1.000 2,-3.000 4.000 4,-3.000 3.000 4,-2.000 3.000 3,-3.000-1.000 3,1.000-2.000 2,-1.000-3.000 1,1.000-3.000 1</inkml:trace>
</inkml:ink>
</file>

<file path=ppt/ink/ink57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48"/>
    </inkml:context>
    <inkml:brush xml:id="br0">
      <inkml:brushProperty name="width" value="0.0257269311696291" units="cm"/>
      <inkml:brushProperty name="height" value="0.0257269311696291" units="cm"/>
      <inkml:brushProperty name="color" value="#000000"/>
      <inkml:brushProperty name="ignorePressure" value="0"/>
    </inkml:brush>
  </inkml:definitions>
  <inkml:trace contextRef="#ctx0" brushRef="#br0">56650.000 9850.000 570,'-90.000'-2.000'2,"23.000"-3.000"4,22.000-3.000 5,22.000-2.000 5,15.000-1.000 6,9.000 3.000 12,10.000 3.000 10,10.000 4.000 11,5.000 1.000 0,4.000 0.000-10,3.000 0.000-10,3.000 0.000-9,1.000 0.000-8,1.000 0.000-3,-1.000 0.000-5,1.000 0.000-3,1.000-2.000-2,3.000-3.000 0,3.000-3.000 2,4.000-2.000-1,1.000-3.000-1,0.000 1.000-5,0.000-1.000-4,0.000 1.000-5,1.000-3.000-2,4.000-2.000 0,3.000-3.000 1,3.000-3.000 0,-1.000-1.000 0,-2.000 4.000 1,-3.000 3.000 1,-3.000 3.000 0,-2.000 1.000 0,0.000 1.000-5,0.000-1.000-3,0.000 1.000-4,-2.000 1.000-1,-3.000 3.000-1,-3.000 3.000 0,-2.000 4.000-1,-5.000 1.000 0,-2.000 0.000-4,-3.000 0.000-2,-3.000 0.000-2,-6.000 3.000 0,-5.000 6.000 3,-7.000 7.000 5,-5.000 6.000 4,-4.000 3.000 1,0.000 0.000 1,0.000 0.000-1,0.000 0.000 1,-2.000 0.000 1,-3.000 0.000 4,-3.000 0.000 4,-2.000 0.000 3,-5.000-2.000 2,-2.000-3.000 0,-3.000-3.000 1,-3.000-2.000 1,-2.000-1.000 1,0.000 3.000-1,0.000 3.000 1,0.000 4.000 0,0.000-1.000 0,0.000-3.000 0,0.000-3.000 0,0.000-2.000-1,0.000-5.000 1,0.000-2.000 0,0.000-3.000 0,0.000-3.000 0,0.000-2.000 0,0.000 0.000 0,0.000 0.000 0,0.000 0.000 0,1.000 0.000 1,4.000 0.000 0,3.000 0.000 1,3.000 0.000 0,1.000 0.000 1,1.000 0.000-1,-1.000 0.000 0,1.000 0.000-1,-1.000 0.000 6,1.000 0.000 11,-1.000 0.000 10,1.000 0.000 12,1.000 3.000 4,3.000 6.000-2,3.000 7.000-2,4.000 6.000-3,1.000 3.000-3,0.000 0.000-7,0.000 0.000-5,0.000 0.000-7,0.000 0.000-3,0.000 0.000-4,0.000 0.000-3,0.000 0.000-3,0.000 1.000-1,0.000 4.000 1,0.000 3.000 0,0.000 3.000 1,0.000 4.000-2,0.000 7.000-3,0.000 6.000-2,0.000 7.000-4,-2.000 2.000-1,-3.000 1.000 2,-3.000-1.000 2,-2.000 1.000 1,-3.000 2.000-1,1.000 7.000 0,-1.000 6.000-2,1.000 7.000-2,-1.000 0.000 0,1.000-2.000 0,-1.000-3.000 2,1.000-3.000 0,1.000-4.000 0,3.000-3.000-1,3.000-3.000 0,4.000-2.000-2,-1.000-5.000 0,-3.000-2.000-2,-3.000-3.000-1,-2.000-3.000-1,0.000-7.000-2,7.000-9.000-3,6.000-10.000-3,7.000-8.000-3,4.000-9.000 0,3.000-6.000 3,3.000-6.000 3,4.000-6.000 2,-1.000-4.000 3,-3.000 1.000 2,-3.000-1.000 3,-2.000 1.000 2</inkml:trace>
</inkml:ink>
</file>

<file path=ppt/ink/ink57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49"/>
    </inkml:context>
    <inkml:brush xml:id="br0">
      <inkml:brushProperty name="width" value="0.0182171631604433" units="cm"/>
      <inkml:brushProperty name="height" value="0.0182171631604433" units="cm"/>
      <inkml:brushProperty name="color" value="#000000"/>
      <inkml:brushProperty name="ignorePressure" value="0"/>
    </inkml:brush>
  </inkml:definitions>
  <inkml:trace contextRef="#ctx0" brushRef="#br0">58000.000 10950.000 805,'-22.000'45.000'2,"6.000"-9.000"6,7.000-10.000 6,6.000-8.000 4,3.000-4.000 3,0.000 3.000-3,0.000 3.000-1,0.000 4.000-3,0.000 1.000-1,0.000 0.000-1,0.000 0.000-2,0.000 0.000-1,0.000 0.000-3,0.000 0.000-4,0.000 0.000-4,0.000 0.000-5,0.000 0.000 0,0.000 0.000 0,0.000 0.000 3,0.000 0.000 0,1.000 1.000 1,4.000 4.000 0,3.000 3.000-2,3.000 3.000 0,-1.000-1.000 0,-2.000-2.000 1,-3.000-3.000 1,-3.000-3.000 1,-2.000-2.000 2,0.000 0.000 0,0.000 0.000 1,0.000 0.000 0,0.000 0.000 2,0.000 0.000-1,0.000 0.000 1,0.000 0.000 0,0.000 0.000-4,0.000 0.000-9,0.000 0.000-8,0.000 0.000-9,1.000-7.000-3,4.000-11.000 2,3.000-14.000 2,3.000-11.000 2,1.000-9.000 2,1.000-3.000 6,-1.000-3.000 4,1.000-2.000 4,1.000-3.000 4,3.000 1.000-1,3.000-1.000 1,4.000 1.000 0,1.000-1.000 1,0.000 1.000 2,0.000-1.000 2,0.000 1.000 1,-2.000 1.000 2,-3.000 3.000-1,-3.000 3.000 0,-2.000 4.000 1,-1.000 1.000 0,3.000 0.000 0,3.000 0.000 0,4.000 0.000 1,-1.000 1.000 0,-3.000 4.000 0,-3.000 3.000 1,-2.000 3.000-1,-3.000 1.000 0,1.000 1.000 1,-1.000-1.000 0,1.000 1.000 1,-1.000 1.000 0,1.000 3.000 1,-1.000 3.000 0,1.000 4.000 1,-3.000 4.000 0,-2.000 6.000-2,-3.000 7.000-1,-3.000 6.000-1,-2.000 3.000-1,0.000 0.000-1,0.000 0.000-2,0.000 0.000 0,1.000 0.000 0,4.000 0.000 0,3.000 0.000 1,3.000 0.000 0,-1.000 1.000 1,-2.000 4.000-1,-3.000 3.000-1,-3.000 3.000-1,-2.000-1.000 0,0.000-2.000 0,0.000-3.000-1,0.000-3.000-1,0.000-2.000 1,0.000 0.000 0,0.000 0.000 1,0.000 0.000 0,1.000-4.000 0,4.000-5.000 0,3.000-7.000 0,3.000-5.000-2,1.000-3.000 1,1.000 4.000 0,-1.000 3.000 1,1.000 3.000 0,1.000-2.000 0,3.000-6.000-1,3.000-6.000 1,4.000-6.000-1,-1.000-6.000 0,-3.000-2.000 3,-3.000-3.000 1,-2.000-3.000 1,-3.000-2.000 1,1.000 0.000 0,-1.000 0.000-2,1.000 0.000-1,1.000 0.000 1,3.000 0.000 2,3.000 0.000 2,4.000 0.000 2,1.000 0.000 0,0.000 0.000 0,0.000 0.000-1,0.000 0.000-1,-2.000 1.000 0,-3.000 4.000-1,-3.000 3.000 1,-2.000 3.000-1,-1.000 1.000 0,3.000 1.000 0,3.000-1.000-1,4.000 1.000 1,1.000-1.000-1,0.000 1.000 0,0.000-1.000 0,0.000 1.000 0,0.000 1.000 0,0.000 3.000 0,0.000 3.000-1,0.000 4.000 0,-2.000 2.000 0,-3.000 4.000-2,-3.000 3.000-2,-2.000 3.000 0,-5.000 6.000-3,-2.000 9.000 0,-3.000 10.000-2,-3.000 10.000-1,-2.000 0.000-2,0.000-5.000 0,0.000-7.000-1,0.000-5.000 0,0.000-4.000-1,0.000 0.000 0,0.000 0.000 1,0.000 0.000 0,0.000 0.000-1,0.000 0.000-3,0.000 0.000-4,0.000 0.000-3,0.000 0.000-1,0.000 0.000-1,0.000 0.000 0,0.000 0.000 0,-2.000-2.000 0,-3.000-3.000 3,-3.000-3.000 1,-2.000-2.000 2,-3.000-1.000 2,1.000 3.000 1,-1.000 3.000 1,1.000 4.000 2</inkml:trace>
</inkml:ink>
</file>

<file path=ppt/ink/ink57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52"/>
    </inkml:context>
    <inkml:brush xml:id="br0">
      <inkml:brushProperty name="width" value="0.0190612357109785" units="cm"/>
      <inkml:brushProperty name="height" value="0.0190612357109785" units="cm"/>
      <inkml:brushProperty name="color" value="#000000"/>
      <inkml:brushProperty name="ignorePressure" value="0"/>
    </inkml:brush>
  </inkml:definitions>
  <inkml:trace contextRef="#ctx0" brushRef="#br0">64250.000 7750.000 769,'-69.000'-2.000'0,"13.000"-3.000"0,12.000-3.000 0,13.000-2.000 0,6.000-1.000 2,0.000 3.000 4,0.000 3.000 4,0.000 4.000 3,0.000 1.000 3,0.000 0.000-1,0.000 0.000 0,0.000 0.000-1,0.000-2.000-1,0.000-3.000-4,0.000-3.000-2,0.000-2.000-4,-2.000-3.000 1,-3.000 1.000 2,-3.000-1.000 3,-2.000 1.000 4,-1.000 1.000 0,3.000 3.000-1,3.000 3.000-2,4.000 4.000 0,1.000 2.000-2,0.000 4.000-2,0.000 3.000-1,0.000 3.000-1,1.000 4.000-1,4.000 7.000-1,3.000 6.000 0,3.000 7.000-1,1.000 2.000-2,1.000 1.000-1,-1.000-1.000-1,1.000 1.000-2,-3.000-1.000 0,-2.000 1.000 0,-3.000-1.000 2,-3.000 1.000 0,-1.000 2.000 1,4.000 7.000-2,3.000 6.000 0,3.000 7.000-2,1.000 2.000 0,1.000 1.000 3,-1.000-1.000 0,1.000 1.000 2,1.000-1.000 1,3.000 1.000-1,3.000-1.000-1,4.000 1.000-1,1.000-3.000 0,0.000-2.000 1,0.000-3.000 0,0.000-3.000 1,0.000-1.000-1,0.000 4.000 0,0.000 3.000-1,0.000 3.000-2,3.000-1.000 1,6.000-2.000-1,7.000-3.000 0,6.000-3.000 0,1.000-4.000-1,-3.000-3.000 0,-3.000-3.000 0,-2.000-2.000 0,-1.000-5.000 0,3.000-2.000-1,3.000-3.000 1,4.000-3.000-1,2.000-6.000 0,4.000-5.000 0,3.000-7.000 0,3.000-5.000 0,1.000-6.000-1,1.000-3.000-1,-1.000-3.000-2,1.000-2.000 0,1.000-8.000-1,3.000-8.000 1,3.000-10.000 0,4.000-9.000 1,-1.000-7.000 0,-3.000-3.000-1,-3.000-3.000-1,-2.000-2.000-1,-1.000-5.000 0,3.000-2.000 1,3.000-3.000 2,4.000-3.000 1,-1.000-2.000 1,-3.000 0.000 1,-3.000 0.000 0,-2.000 0.000 1,-5.000 1.000 1,-2.000 4.000 1,-3.000 3.000 2,-3.000 3.000 2,-4.000 4.000 0,-3.000 7.000 1,-3.000 6.000-1,-2.000 7.000 1,-3.000 4.000 1,1.000 3.000 3,-1.000 3.000 2,1.000 4.000 2,-3.000 2.000 1,-2.000 4.000-2,-3.000 3.000 0,-3.000 3.000-3,-2.000 6.000 1,0.000 9.000 1,0.000 10.000 2,0.000 10.000 1,-4.000 7.000 0,-5.000 6.000 0,-7.000 7.000-1,-5.000 6.000-1,-3.000 3.000-1,4.000 0.000 1,3.000 0.000 0,3.000 0.000 0,3.000 0.000 1,3.000 0.000-2,3.000 0.000 0,4.000 0.000-1,-1.000 0.000 0,-3.000 0.000 0,-3.000 0.000-1,-2.000 0.000 0,-1.000-2.000-1,3.000-3.000 0,3.000-3.000-1,4.000-2.000 0,1.000-5.000-2,0.000-2.000 1,0.000-3.000-1,0.000-3.000-1,1.000-2.000-1,4.000 0.000-3,3.000 0.000-3,3.000 0.000-4,-1.000-2.000-1,-2.000-3.000 2,-3.000-3.000 1,-3.000-2.000 1,-1.000-5.000 1,4.000-2.000-3,3.000-3.000 0,3.000-3.000-3,1.000-2.000 0,1.000 0.000 1,-1.000 0.000 2,1.000 0.000 0,-3.000-2.000 0,-2.000-3.000-1,-3.000-3.000-2,-3.000-2.000-1,-4.000-3.000 1,-3.000 1.000 2,-3.000-1.000 2,-2.000 1.000 2</inkml:trace>
</inkml:ink>
</file>

<file path=ppt/ink/ink57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52"/>
    </inkml:context>
    <inkml:brush xml:id="br0">
      <inkml:brushProperty name="width" value="0.0185476411134005" units="cm"/>
      <inkml:brushProperty name="height" value="0.0185476411134005" units="cm"/>
      <inkml:brushProperty name="color" value="#000000"/>
      <inkml:brushProperty name="ignorePressure" value="0"/>
    </inkml:brush>
  </inkml:definitions>
  <inkml:trace contextRef="#ctx0" brushRef="#br0">63850.000 8800.000 790,'-44.000'-68.000'-35,"13.000"17.000"5,12.000 15.000 4,13.000 16.000 6,6.000 7.000 10,0.000 1.000 14,0.000-1.000 15,0.000 1.000 15,3.000 1.000 7,6.000 3.000-3,7.000 3.000-2,6.000 4.000-3,3.000 2.000-2,0.000 4.000-5,0.000 3.000-4,0.000 3.000-5,0.000-1.000-4,0.000-2.000-4,0.000-3.000-3,0.000-3.000-4,0.000-1.000-5,0.000 4.000-5,0.000 3.000-5,0.000 3.000-4,1.000 1.000-3,4.000 1.000 1,3.000-1.000 1,3.000 1.000 1,1.000-3.000-1,1.000-2.000-2,-1.000-3.000-2,1.000-3.000-2,-1.000-2.000-1,1.000 0.000 2,-1.000 0.000 0,1.000 0.000 1,-3.000-2.000 2,-2.000-3.000 2,-3.000-3.000 1,-3.000-2.000 3,-2.000-3.000 2,0.000 1.000 2,0.000-1.000 4,0.000 1.000 2,-2.000-3.000 1,-3.000-2.000 1,-3.000-3.000 1,-2.000-3.000 0</inkml:trace>
</inkml:ink>
</file>

<file path=ppt/ink/ink57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52"/>
    </inkml:context>
    <inkml:brush xml:id="br0">
      <inkml:brushProperty name="width" value="0.0172227937728167" units="cm"/>
      <inkml:brushProperty name="height" value="0.0172227937728167" units="cm"/>
      <inkml:brushProperty name="color" value="#000000"/>
      <inkml:brushProperty name="ignorePressure" value="0"/>
    </inkml:brush>
  </inkml:definitions>
  <inkml:trace contextRef="#ctx0" brushRef="#br0">64700.000 7300.000 851,'-25.000'-25.000'-4,"0.000"0.000"-7,0.000 0.000-8,0.000 0.000-8,1.000 0.000-2,4.000 0.000 4,3.000 0.000 3,3.000 0.000 4,1.000 1.000 8,1.000 4.000 13,-1.000 3.000 13,1.000 3.000 12,2.000 1.000 7,7.000 1.000-2,6.000-1.000 0,7.000 1.000-1,2.000-1.000-2,1.000 1.000-6,-1.000-1.000-5,1.000 1.000-4,1.000 1.000-4,3.000 3.000-1,3.000 3.000-1,4.000 4.000-2,2.000 1.000-1,4.000 0.000-4,3.000 0.000-2,3.000 0.000-2,1.000-2.000-1,1.000-3.000 1,-1.000-3.000 2,1.000-2.000 2,-3.000-1.000-1,-2.000 3.000-1,-3.000 3.000-2,-3.000 4.000-1,-1.000 2.000-2,4.000 4.000-1,3.000 3.000-1,3.000 3.000-1,-1.000 1.000-1,-2.000 1.000 0,-3.000-1.000 1,-3.000 1.000-1,-4.000-1.000 0,-3.000 1.000-1,-3.000-1.000 0,-2.000 1.000-1,-5.000 1.000 0,-2.000 3.000-1,-3.000 3.000 1,-3.000 4.000 0,-2.000 2.000 0,0.000 4.000 3,0.000 3.000 1,0.000 3.000 3,-2.000-1.000 0,-3.000-2.000 0,-3.000-3.000 0,-2.000-3.000 0,-5.000-2.000 1,-2.000 0.000 3,-3.000 0.000 2,-3.000 0.000 3,-2.000 1.000 0,0.000 4.000-2,0.000 3.000-1,0.000 3.000-2,0.000-1.000-1,0.000-2.000 3,0.000-3.000 1,0.000-3.000 2,1.000-4.000 1,4.000-3.000-1,3.000-3.000-2,3.000-2.000-1,-1.000-3.000 2,-2.000 1.000 1,-3.000-1.000 3,-3.000 1.000 3,-1.000-1.000 1,4.000 1.000 0,3.000-1.000 0,3.000 1.000 1,4.000-1.000-1,7.000 1.000 0,6.000-1.000-2,7.000 1.000-2,5.000-4.000 0,7.000-6.000-3,6.000-6.000-2,7.000-6.000-1,0.000-4.000-5,-2.000 1.000-5,-3.000-1.000-6,-3.000 1.000-5,1.000-3.000-2,6.000-2.000 0,7.000-3.000 1,6.000-3.000 1,3.000-1.000 1,0.000 4.000 1,0.000 3.000 0,0.000 3.000 2,0.000 3.000-1,0.000 3.000 0,0.000 3.000 1,0.000 4.000-2,-4.000 1.000 2,-5.000 0.000 2,-7.000 0.000 2,-5.000 0.000 1,-4.000-2.000 3,0.000-3.000 1,0.000-3.000 2,0.000-2.000 2</inkml:trace>
</inkml:ink>
</file>

<file path=ppt/ink/ink57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53"/>
    </inkml:context>
    <inkml:brush xml:id="br0">
      <inkml:brushProperty name="width" value="0.0181072726845741" units="cm"/>
      <inkml:brushProperty name="height" value="0.0181072726845741" units="cm"/>
      <inkml:brushProperty name="color" value="#000000"/>
      <inkml:brushProperty name="ignorePressure" value="0"/>
    </inkml:brush>
  </inkml:definitions>
  <inkml:trace contextRef="#ctx0" brushRef="#br0">65950.000 8250.000 809,'-91.000'-44.000'0,"19.000"13.000"-1,19.000 12.000 0,19.000 13.000-1,12.000 4.000 1,6.000-3.000 0,7.000-3.000 1,6.000-2.000 1,1.000-3.000 1,-3.000 1.000 3,-3.000-1.000 1,-2.000 1.000 2,-1.000-1.000 0,3.000 1.000 1,3.000-1.000 1,4.000 1.000-1,4.000 1.000 3,6.000 3.000 2,7.000 3.000 4,6.000 4.000 3,1.000 2.000 0,-3.000 4.000-3,-3.000 3.000-4,-2.000 3.000-3,-3.000 3.000-4,1.000 3.000-4,-1.000 3.000-5,1.000 4.000-4,-1.000 2.000-2,1.000 4.000 2,-1.000 3.000 1,1.000 3.000 0,-3.000 3.000 0,-2.000 3.000-2,-3.000 3.000-3,-3.000 4.000-3,-1.000 1.000-1,4.000 0.000 2,3.000 0.000 1,3.000 0.000 2,-1.000 1.000 1,-2.000 4.000-2,-3.000 3.000 0,-3.000 3.000-2,-2.000-1.000 0,0.000-2.000 0,0.000-3.000 1,0.000-3.000-1,-2.000-2.000 1,-3.000 0.000 3,-3.000 0.000 2,-2.000 0.000 2,-3.000-2.000 1,1.000-3.000 0,-1.000-3.000-1,1.000-2.000-1,1.000-5.000 0,3.000-2.000 1,3.000-3.000-1,4.000-3.000 0,-1.000-6.000 1,-3.000-5.000-2,-3.000-7.000 1,-2.000-5.000-2,-1.000-11.000 0,3.000-11.000-3,3.000-14.000-2,4.000-11.000-2,2.000-7.000-1,4.000 0.000 4,3.000 0.000 1,3.000 0.000 4,1.000 0.000 1,1.000 0.000 1,-1.000 0.000 1,1.000 0.000 1,-1.000-2.000 1,1.000-3.000 1,-1.000-3.000-1,1.000-2.000 1,1.000 0.000 0,3.000 7.000-1,3.000 6.000 1,4.000 7.000 0</inkml:trace>
</inkml:ink>
</file>

<file path=ppt/ink/ink57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53"/>
    </inkml:context>
    <inkml:brush xml:id="br0">
      <inkml:brushProperty name="width" value="0.0173134878277779" units="cm"/>
      <inkml:brushProperty name="height" value="0.0173134878277779" units="cm"/>
      <inkml:brushProperty name="color" value="#000000"/>
      <inkml:brushProperty name="ignorePressure" value="0"/>
    </inkml:brush>
  </inkml:definitions>
  <inkml:trace contextRef="#ctx0" brushRef="#br0">66150.000 7850.000 847,'23.000'-66.000'0,"-3.000"19.000"3,-3.000 19.000 1,-2.000 19.000 2,-3.000 9.000 1,1.000 0.000 2,-1.000 0.000 2,1.000 0.000 2,2.000 0.000 1,7.000 0.000 0,6.000 0.000-1,7.000 0.000 1,-1.000 1.000-2,-6.000 4.000-1,-6.000 3.000-3,-6.000 3.000-1,-2.000 3.000-2,3.000 3.000-4,3.000 3.000-2,4.000 4.000-3,1.000-1.000-1,0.000-3.000 2,0.000-3.000 1,0.000-2.000 2,-2.000-1.000 0,-3.000 3.000 0,-3.000 3.000-2,-2.000 4.000 0,-3.000 1.000 1,1.000 0.000 1,-1.000 0.000 2,1.000 0.000 1,-1.000 0.000 1,1.000 0.000-4,-1.000 0.000-3,1.000 0.000-3,-1.000 0.000-1,1.000 0.000-1,-1.000 0.000 0,1.000 0.000 0,-3.000 1.000 0,-2.000 4.000 0,-3.000 3.000 1,-3.000 3.000 0,-2.000-2.000 1,0.000-6.000 1,0.000-6.000 2,0.000-6.000 0,-4.000-2.000 2,-5.000 3.000 2,-7.000 3.000 1,-5.000 4.000 2,-4.000 2.000 0,0.000 4.000 0,0.000 3.000-2,0.000 3.000 0,-2.000 1.000-1,-3.000 1.000 1,-3.000-1.000 1,-2.000 1.000 1,-5.000-1.000 0,-2.000 1.000-1,-3.000-1.000-1,-3.000 1.000 0,-1.000-1.000 0,4.000 1.000 1,3.000-1.000-1,3.000 1.000 2,-1.000-1.000-1,-2.000 1.000-1,-3.000-1.000-1,-3.000 1.000-2,1.000-3.000 1,6.000-2.000-2,7.000-3.000 1,6.000-3.000 0,4.000-4.000-3,4.000-3.000-3,3.000-3.000-4,3.000-2.000-5,1.000-5.000-1,1.000-2.000-1,-1.000-3.000 0,1.000-3.000 0,2.000-6.000-2,7.000-5.000-3,6.000-7.000-5,7.000-5.000-3</inkml:trace>
</inkml:ink>
</file>

<file path=ppt/ink/ink57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53"/>
    </inkml:context>
    <inkml:brush xml:id="br0">
      <inkml:brushProperty name="width" value="0.0151997189968824" units="cm"/>
      <inkml:brushProperty name="height" value="0.0151997189968824" units="cm"/>
      <inkml:brushProperty name="color" value="#000000"/>
      <inkml:brushProperty name="ignorePressure" value="0"/>
    </inkml:brush>
  </inkml:definitions>
  <inkml:trace contextRef="#ctx0" brushRef="#br0">67850.000 7650.000 964,'0.000'-24.000'0,"0.000"4.000"0,0.000 3.000 0,0.000 3.000 0,-2.000 1.000-4,-3.000 1.000-9,-3.000-1.000-9,-2.000 1.000-8,-1.000-1.000-3,3.000 1.000 4,3.000-1.000 4,4.000 1.000 4,1.000-1.000 9,0.000 1.000 13,0.000-1.000 12,0.000 1.000 13,0.000 2.000 7,0.000 7.000-1,0.000 6.000-1,0.000 7.000-1,0.000 5.000-4,0.000 7.000-7,0.000 6.000-9,0.000 7.000-7,0.000 4.000-3,0.000 3.000 0,0.000 3.000 0,0.000 4.000 0,0.000 2.000 0,0.000 4.000-3,0.000 3.000-1,0.000 3.000-2,-2.000 1.000-1,-3.000 1.000 1,-3.000-1.000 2,-2.000 1.000 0,-1.000-1.000 1,3.000 1.000-1,3.000-1.000 1,4.000 1.000-1,-1.000 1.000 0,-3.000 3.000 0,-3.000 3.000 0,-2.000 4.000 0,-3.000-3.000-1,1.000-5.000 1,-1.000-7.000-1,1.000-5.000-1,-1.000-4.000 1,1.000 0.000-2,-1.000 0.000 0,1.000 0.000-1,-1.000-4.000 0,1.000-5.000 2,-1.000-7.000 1,1.000-5.000 1,-1.000-8.000-2,1.000-5.000-6,-1.000-7.000-5,1.000-5.000-6</inkml:trace>
</inkml:ink>
</file>

<file path=ppt/ink/ink58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54"/>
    </inkml:context>
    <inkml:brush xml:id="br0">
      <inkml:brushProperty name="width" value="0.0181257613003254" units="cm"/>
      <inkml:brushProperty name="height" value="0.0181257613003254" units="cm"/>
      <inkml:brushProperty name="color" value="#000000"/>
      <inkml:brushProperty name="ignorePressure" value="0"/>
    </inkml:brush>
  </inkml:definitions>
  <inkml:trace contextRef="#ctx0" brushRef="#br0">68200.000 7250.000 809,'21.000'-46.000'0,"-5.000"10.000"0,-7.000 10.000 0,-5.000 9.000 0,-3.000 6.000 0,4.000 3.000 0,3.000 3.000 1,3.000 4.000 0,-1.000 2.000 1,-2.000 4.000 0,-3.000 3.000 1,-3.000 3.000 0,-1.000 3.000 1,4.000 3.000 0,3.000 3.000 0,3.000 4.000 1,-1.000 2.000-1,-2.000 4.000-2,-3.000 3.000-2,-3.000 3.000-2,-1.000-1.000 0,4.000-2.000 2,3.000-3.000 2,3.000-3.000 1,1.000-4.000 0,1.000-3.000-3,-1.000-3.000-3,1.000-2.000-3,-3.000-3.000-1,-2.000 1.000 2,-3.000-1.000 0,-3.000 1.000 2,-1.000-1.000 0,4.000 1.000-2,3.000-1.000-1,3.000 1.000-1,1.000-1.000-1,1.000 1.000 0,-1.000-1.000 1,1.000 1.000 0,-3.000-1.000 1,-2.000 1.000-1,-3.000-1.000 2,-3.000 1.000-1,-2.000-1.000 1,0.000 1.000 2,0.000-1.000 2,0.000 1.000 1,-2.000-1.000 2,-3.000 1.000 1,-3.000-1.000 1,-2.000 1.000 2,-3.000-1.000 0,1.000 1.000-1,-1.000-1.000-2,1.000 1.000-1,-3.000-1.000 0,-2.000 1.000 1,-3.000-1.000 0,-3.000 1.000 1,-2.000-1.000 1,0.000 1.000-1,0.000-1.000 1,0.000 1.000-1,1.000-1.000 1,4.000 1.000 0,3.000-1.000 0,3.000 1.000 0,-1.000 1.000 1,-2.000 3.000 1,-3.000 3.000 0,-3.000 4.000 1,1.000-1.000 0,6.000-3.000 0,7.000-3.000 0,6.000-2.000 1,3.000-1.000 0,0.000 3.000 1,0.000 3.000 1,0.000 4.000 2,3.000-1.000-2,6.000-3.000-1,7.000-3.000-2,6.000-2.000-1,3.000-5.000-3,0.000-2.000 0,0.000-3.000-2,0.000-3.000 0,1.000-2.000-1,4.000 0.000 1,3.000 0.000 1,3.000 0.000 1,1.000 0.000 1,1.000 0.000-1,-1.000 0.000 1,1.000 0.000 0,-1.000 0.000-3,1.000 0.000-3,-1.000 0.000-5,1.000 0.000-4,-1.000 0.000-3,1.000 0.000-3,-1.000 0.000-3,1.000 0.000-3,-4.000-2.000 0,-6.000-3.000 2,-6.000-3.000 2,-6.000-2.000 2,-4.000-3.000-3,1.000 1.000-4,-1.000-1.000-7,1.000 1.000-6</inkml:trace>
</inkml:ink>
</file>

<file path=ppt/ink/ink58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54"/>
    </inkml:context>
    <inkml:brush xml:id="br0">
      <inkml:brushProperty name="width" value="0.0181038789451122" units="cm"/>
      <inkml:brushProperty name="height" value="0.0181038789451122" units="cm"/>
      <inkml:brushProperty name="color" value="#000000"/>
      <inkml:brushProperty name="ignorePressure" value="0"/>
    </inkml:brush>
  </inkml:definitions>
  <inkml:trace contextRef="#ctx0" brushRef="#br0">62700.000 10150.000 810,'1.000'23.000'4,"4.000"-3.000"0,3.000-3.000 2,3.000-2.000 1,3.000-5.000 1,3.000-2.000 3,3.000-3.000 3,4.000-3.000 2,1.000-1.000-1,0.000 4.000-2,0.000 3.000-4,0.000 3.000-4,3.000 1.000 0,6.000 1.000 0,7.000-1.000 2,6.000 1.000 1,3.000-1.000-1,0.000 1.000-1,0.000-1.000-3,0.000 1.000-2,1.000-3.000-1,4.000-2.000-1,3.000-3.000 1,3.000-3.000-1,3.000 1.000 0,3.000 6.000 1,3.000 7.000-1,4.000 6.000 1,2.000-1.000 0,4.000-5.000-1,3.000-7.000 1,3.000-5.000 0,1.000-3.000 0,1.000 4.000 1,-1.000 3.000 0,1.000 3.000 2,1.000-1.000 0,3.000-2.000-1,3.000-3.000 0,4.000-3.000-1,-1.000-2.000 1,-3.000 0.000-1,-3.000 0.000 1,-2.000 0.000 0,-3.000 0.000 0,1.000 0.000 0,-1.000 0.000 0,1.000 0.000 0,2.000-4.000 0,7.000-5.000 0,6.000-7.000 1,7.000-5.000-1,-3.000-3.000 0,-8.000 4.000-1,-10.000 3.000-1,-9.000 3.000-1,-5.000 1.000-1,0.000 1.000 0,0.000-1.000 0,0.000 1.000 0,1.000 1.000-1,4.000 3.000 0,3.000 3.000 0,3.000 4.000 0,-1.000-1.000 0,-2.000-3.000 0,-3.000-3.000 0,-3.000-2.000 1,-4.000-1.000-1,-3.000 3.000-1,-3.000 3.000 1,-2.000 4.000-1,-1.000 1.000 0,3.000 0.000-1,3.000 0.000-1,4.000 0.000-1,-1.000 1.000 1,-3.000 4.000 0,-3.000 3.000 2,-2.000 3.000 1,-3.000-1.000 0,1.000-2.000-1,-1.000-3.000 1,1.000-3.000-1,1.000-2.000-1,3.000 0.000-1,3.000 0.000-2,4.000 0.000-1,-1.000-2.000 0,-3.000-3.000-2,-3.000-3.000 1,-2.000-2.000-2,-3.000-5.000 0,1.000-2.000-2,-1.000-3.000-1,1.000-3.000-2,-6.000-2.000-2,-8.000 0.000-1,-10.000 0.000-2,-9.000 0.000-1</inkml:trace>
</inkml:ink>
</file>

<file path=ppt/ink/ink58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55"/>
    </inkml:context>
    <inkml:brush xml:id="br0">
      <inkml:brushProperty name="width" value="0.0157977975904942" units="cm"/>
      <inkml:brushProperty name="height" value="0.0157977975904942" units="cm"/>
      <inkml:brushProperty name="color" value="#000000"/>
      <inkml:brushProperty name="ignorePressure" value="0"/>
    </inkml:brush>
  </inkml:definitions>
  <inkml:trace contextRef="#ctx0" brushRef="#br0">62950.000 11450.000 928,'-41.000'-44.000'2,"19.000"13.000"3,19.000 12.000 5,19.000 13.000 3,9.000 6.000 1,0.000 0.000-3,0.000 0.000-3,0.000 0.000-2,-2.000 1.000-3,-3.000 4.000-5,-3.000 3.000-3,-2.000 3.000-4,-1.000 1.000-2,3.000 1.000 3,3.000-1.000 1,4.000 1.000 3,2.000-3.000-1,4.000-2.000-3,3.000-3.000-2,3.000-3.000-3,-2.000-1.000 0,-6.000 4.000 2,-6.000 3.000 2,-6.000 3.000 2,-2.000-1.000 0,3.000-2.000-1,3.000-3.000-2,4.000-3.000-2,-1.000-1.000 0,-3.000 4.000 0,-3.000 3.000 0,-2.000 3.000 0,-5.000 1.000 1,-2.000 1.000 2,-3.000-1.000 2,-3.000 1.000 1,-2.000 1.000 2,0.000 3.000 0,0.000 3.000 2,0.000 4.000 0,0.000 1.000 1,0.000 0.000 0,0.000 0.000 0,0.000 0.000 1,-2.000 1.000 0,-3.000 4.000 1,-3.000 3.000 0,-2.000 3.000 1,-5.000 1.000-1,-2.000 1.000 0,-3.000-1.000-1,-3.000 1.000-1,-2.000-1.000 1,0.000 1.000 2,0.000-1.000 3,0.000 1.000 2,1.000-3.000 1,4.000-2.000-1,3.000-3.000-2,3.000-3.000 0,1.000-1.000 1,1.000 4.000 1,-1.000 3.000 2,1.000 3.000 3,-1.000-2.000-1,1.000-6.000 0,-1.000-6.000 0,1.000-6.000-2,1.000-2.000 0,3.000 3.000 0,3.000 3.000-2,4.000 4.000 0,1.000-1.000 0,0.000-3.000-2,0.000-3.000 1,0.000-2.000-2,0.000-3.000 1,0.000 1.000-1,0.000-1.000 1,0.000 1.000-1,3.000-3.000 0,6.000-2.000-1,7.000-3.000-1,6.000-3.000-1,3.000-1.000 0,0.000 4.000 1,0.000 3.000 0,0.000 3.000 2,0.000 1.000-2,0.000 1.000-1,0.000-1.000-3,0.000 1.000-1,-2.000-3.000-1,-3.000-2.000 1,-3.000-3.000 2,-2.000-3.000 1,-1.000-2.000-1,3.000 0.000-1,3.000 0.000-2,4.000 0.000-2,-1.000 0.000 0,-3.000 0.000-1,-3.000 0.000 1,-2.000 0.000 1,-3.000 1.000 0,1.000 4.000 1,-1.000 3.000 1,1.000 3.000 1,-3.000 1.000 1,-2.000 1.000 1,-3.000-1.000 2,-3.000 1.000 1,-2.000 1.000 1,0.000 3.000 0,0.000 3.000 0,0.000 4.000 0,-4.000-1.000-1,-5.000-3.000-1,-7.000-3.000 0,-5.000-2.000 0,-3.000-1.000-1,4.000 3.000-1,3.000 3.000 0,3.000 4.000 0,-1.000-1.000 0,-2.000-3.000 0,-3.000-3.000 1,-3.000-2.000 0,-2.000-1.000-1,0.000 3.000-3,0.000 3.000-3,0.000 4.000-2,1.000-1.000-3,4.000-3.000-1,3.000-3.000-1,3.000-2.000-1,-1.000-5.000-1,-2.000-2.000 1,-3.000-3.000-1,-3.000-3.000 1,-1.000-2.000 0,4.000 0.000 1,3.000 0.000 1,3.000 0.000 1,3.000-2.000 2,3.000-3.000 0,3.000-3.000 2,4.000-2.000 0,1.000-3.000 2,0.000 1.000 1,0.000-1.000 1,0.000 1.000 1,0.000-3.000 1,0.000-2.000 0,0.000-3.000 1,0.000-3.000 0</inkml:trace>
</inkml:ink>
</file>

<file path=ppt/ink/ink58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55"/>
    </inkml:context>
    <inkml:brush xml:id="br0">
      <inkml:brushProperty name="width" value="0.0154846683144569" units="cm"/>
      <inkml:brushProperty name="height" value="0.0154846683144569" units="cm"/>
      <inkml:brushProperty name="color" value="#000000"/>
      <inkml:brushProperty name="ignorePressure" value="0"/>
    </inkml:brush>
  </inkml:definitions>
  <inkml:trace contextRef="#ctx0" brushRef="#br0">64100.000 11550.000 947,'23.000'-22.000'-72,"-3.000"6.000"38,-3.000 7.000 38,-2.000 6.000 38,-3.000 4.000 10,1.000 4.000-15,-1.000 3.000-17,1.000 3.000-16,-1.000-1.000-9,1.000-2.000 1,-1.000-3.000-1,1.000-3.000 1,-1.000-2.000-1,1.000 0.000 1,-1.000 0.000 0,1.000 0.000-1,-1.000 0.000 0,1.000 0.000 0,-1.000 0.000 0,1.000 0.000 0,-1.000 0.000 0,1.000 0.000 2,-1.000 0.000 1,1.000 0.000 2,-3.000 1.000 1,-2.000 4.000 1,-3.000 3.000 0,-3.000 3.000 1,-1.000 3.000 0,4.000 3.000-1,3.000 3.000 0,3.000 4.000 0,-1.000 1.000-1,-2.000 0.000-1,-3.000 0.000 1,-3.000 0.000-1,-2.000 1.000 0,0.000 4.000 0,0.000 3.000 1,0.000 3.000 0,0.000 3.000 0,0.000 3.000-2,0.000 3.000 0,0.000 4.000-1,-2.000 4.000 0,-3.000 6.000 1,-3.000 7.000 0,-2.000 6.000 1,-1.000 3.000 0,3.000 0.000-2,3.000 0.000-1,4.000 0.000-1,-1.000 0.000-1,-3.000 0.000 2,-3.000 0.000 0,-2.000 0.000 1,-3.000-2.000 1,1.000-3.000-1,-1.000-3.000 0,1.000-2.000-1,-1.000-5.000 0,1.000-2.000-1,-1.000-3.000-1,1.000-3.000-2,1.000-6.000 1,3.000-5.000 1,3.000-7.000 0,4.000-5.000 2,1.000-6.000-1,0.000-3.000-2,0.000-3.000-3,0.000-2.000-3,0.000-8.000-1,0.000-8.000-3,0.000-10.000-2,0.000-9.000-2,0.000-5.000 0,0.000 0.000 5,0.000 0.000 4,0.000 0.000 5,1.000 0.000 2,4.000 0.000 1,3.000 0.000 1,3.000 0.000 1</inkml:trace>
</inkml:ink>
</file>

<file path=ppt/ink/ink58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56"/>
    </inkml:context>
    <inkml:brush xml:id="br0">
      <inkml:brushProperty name="width" value="0.0166194476187229" units="cm"/>
      <inkml:brushProperty name="height" value="0.0166194476187229" units="cm"/>
      <inkml:brushProperty name="color" value="#000000"/>
      <inkml:brushProperty name="ignorePressure" value="0"/>
    </inkml:brush>
  </inkml:definitions>
  <inkml:trace contextRef="#ctx0" brushRef="#br0">65150.000 11900.000 882,'-46.000'46.000'-54,"10.000"-5.000"18,10.000-7.000 18,9.000-5.000 19,6.000-6.000 11,3.000-3.000 3,3.000-3.000 3,4.000-2.000 4,1.000-1.000 0,0.000 3.000-3,0.000 3.000-2,0.000 4.000-4,0.000-1.000-1,0.000-3.000-2,0.000-3.000-2,0.000-2.000 0,1.000-3.000-3,4.000 1.000-2,3.000-1.000-3,3.000 1.000-3,4.000-1.000-1,7.000 1.000 2,6.000-1.000 2,7.000 1.000 0,0.000-1.000 2,-2.000 1.000-2,-3.000-1.000 0,-3.000 1.000-1,-2.000-1.000 0,0.000 1.000 0,0.000-1.000 1,0.000 1.000-1,1.000-1.000 2,4.000 1.000 0,3.000-1.000 2,3.000 1.000 1,-1.000-1.000 0,-2.000 1.000 0,-3.000-1.000-1,-3.000 1.000 1,-1.000 1.000 0,4.000 3.000-1,3.000 3.000 0,3.000 4.000 0,-1.000 1.000-1,-2.000 0.000 0,-3.000 0.000-1,-3.000 0.000-1,-4.000-2.000 1,-3.000-3.000 0,-3.000-3.000 2,-2.000-2.000-1,-3.000-3.000 1,1.000 1.000-4,-1.000-1.000-1,1.000 1.000-3,-7.000-3.000-2,-12.000-2.000-1,-13.000-3.000-2,-12.000-3.000-2,-5.000-4.000 0,3.000-3.000 3,3.000-3.000 2,4.000-2.000 2,1.000-1.000 1,0.000 3.000 1,0.000 3.000-1,0.000 4.000-1,0.000 1.000 1,0.000 0.000 1,0.000 0.000 1,0.000 0.000 0,-2.000 0.000-1,-3.000 0.000-3,-3.000 0.000-3,-2.000 0.000-2,-3.000 3.000-2,1.000 6.000 2,-1.000 7.000 0,1.000 6.000 2,-3.000 1.000-2,-2.000-3.000-1,-3.000-3.000-3,-3.000-2.000-3,1.000-1.000 0,6.000 3.000 2,7.000 3.000 1,6.000 4.000 2,3.000-1.000 3,0.000-3.000 1,0.000-3.000 3,0.000-2.000 2,3.000-6.000 2,6.000-6.000 0,7.000-6.000 1,6.000-6.000 1</inkml:trace>
</inkml:ink>
</file>

<file path=ppt/ink/ink58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56"/>
    </inkml:context>
    <inkml:brush xml:id="br0">
      <inkml:brushProperty name="width" value="0.0154198165982962" units="cm"/>
      <inkml:brushProperty name="height" value="0.0154198165982962" units="cm"/>
      <inkml:brushProperty name="color" value="#000000"/>
      <inkml:brushProperty name="ignorePressure" value="0"/>
    </inkml:brush>
  </inkml:definitions>
  <inkml:trace contextRef="#ctx0" brushRef="#br0">65650.000 11750.000 951,'-41.000'-24.000'24,"19.000"4.000"-7,19.000 3.000-9,19.000 3.000-9,10.000 1.000-4,4.000 1.000-1,3.000-1.000 0,3.000 1.000 0,-1.000-3.000-6,-2.000-2.000-10,-3.000-3.000-11,-3.000-3.000-10</inkml:trace>
</inkml:ink>
</file>

<file path=ppt/ink/ink58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58"/>
    </inkml:context>
    <inkml:brush xml:id="br0">
      <inkml:brushProperty name="width" value="0.0179813038557768" units="cm"/>
      <inkml:brushProperty name="height" value="0.0179813038557768" units="cm"/>
      <inkml:brushProperty name="color" value="#000000"/>
      <inkml:brushProperty name="ignorePressure" value="0"/>
    </inkml:brush>
  </inkml:definitions>
  <inkml:trace contextRef="#ctx0" brushRef="#br0">67450.000 11600.000 815,'-91.000'1.000'14,"19.000"4.000"-1,19.000 3.000-1,19.000 3.000 1,9.000 3.000-2,0.000 3.000 0,0.000 3.000-2,0.000 4.000-1,0.000-1.000-1,0.000-3.000 0,0.000-3.000-1,0.000-2.000 0,1.000-3.000-1,4.000 1.000 0,3.000-1.000-1,3.000 1.000 0,1.000 1.000-1,1.000 3.000 1,-1.000 3.000 0,1.000 4.000 0,-1.000-1.000-1,1.000-3.000 0,-1.000-3.000-2,1.000-2.000-1,-1.000-1.000 1,1.000 3.000 1,-1.000 3.000 2,1.000 4.000 2,-1.000-1.000 0,1.000-3.000-3,-1.000-3.000-1,1.000-2.000-3,-1.000-1.000-1,1.000 3.000 0,-1.000 3.000-1,1.000 4.000 0,-1.000-1.000 0,1.000-3.000 1,-1.000-3.000 1,1.000-2.000 0,-1.000-1.000 0,1.000 3.000 2,-1.000 3.000 0,1.000 4.000 0,1.000 2.000 1,3.000 4.000 0,3.000 3.000 0,4.000 3.000 1,-1.000-1.000-1,-3.000-2.000 0,-3.000-3.000-2,-2.000-3.000 0,-3.000-1.000 0,1.000 4.000 0,-1.000 3.000 2,1.000 3.000 0,1.000 1.000 0,3.000 1.000-2,3.000-1.000 0,4.000 1.000-2,1.000-3.000 0,0.000-2.000 0,0.000-3.000 2,0.000-3.000 1,0.000-1.000-1,0.000 4.000 0,0.000 3.000-1,0.000 3.000-1,3.000-2.000-1,6.000-6.000-1,7.000-6.000-1,6.000-6.000 0,1.000-2.000-2,-3.000 3.000 1,-3.000 3.000-2,-2.000 4.000 0,0.000-3.000-1,7.000-5.000-1,6.000-7.000-2,7.000-5.000-2,0.000-4.000 0,-2.000 0.000-1,-3.000 0.000 1,-3.000 0.000 0,-1.000-2.000-1,4.000-3.000-4,3.000-3.000-4,3.000-2.000-4,-1.000-3.000 0,-2.000 1.000 3,-3.000-1.000 3,-3.000 1.000 2</inkml:trace>
</inkml:ink>
</file>

<file path=ppt/ink/ink58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59"/>
    </inkml:context>
    <inkml:brush xml:id="br0">
      <inkml:brushProperty name="width" value="0.0163904316723347" units="cm"/>
      <inkml:brushProperty name="height" value="0.0163904316723347" units="cm"/>
      <inkml:brushProperty name="color" value="#000000"/>
      <inkml:brushProperty name="ignorePressure" value="0"/>
    </inkml:brush>
  </inkml:definitions>
  <inkml:trace contextRef="#ctx0" brushRef="#br0">67350.000 13200.000 894,'-19.000'0.000'13,"13.000"0.000"1,12.000 0.000 0,13.000 0.000 1,6.000 0.000-2,0.000 0.000-2,0.000 0.000-3,0.000 0.000-2,1.000-2.000-4,4.000-3.000-3,3.000-3.000-3,3.000-2.000-4,-1.000-3.000-1,-2.000 1.000 2,-3.000-1.000 2,-3.000 1.000 2,-1.000-1.000 0,4.000 1.000-1,3.000-1.000-2,3.000 1.000-1,-1.000-1.000-1,-2.000 1.000 0,-3.000-1.000 1,-3.000 1.000-1,-2.000-1.000 0,0.000 1.000 1,0.000-1.000 0,0.000 1.000-1,-2.000-3.000 1,-3.000-2.000 0,-3.000-3.000 0,-2.000-3.000-1,-5.000-1.000 1,-2.000 4.000 0,-3.000 3.000 0,-3.000 3.000-1,-2.000-1.000 1,0.000-2.000 0,0.000-3.000 2,0.000-3.000-1,0.000-2.000 2,0.000 0.000-1,0.000 0.000 1,0.000 0.000 0,-2.000 0.000 1,-3.000 0.000 1,-3.000 0.000 2,-2.000 0.000 2,-5.000 1.000 0,-2.000 4.000-2,-3.000 3.000 0,-3.000 3.000-2,-2.000 1.000 1,0.000 1.000 1,0.000-1.000 1,0.000 1.000 2,0.000-1.000 0,0.000 1.000 1,0.000-1.000-1,0.000 1.000 1,0.000 1.000 0,0.000 3.000 0,0.000 3.000 0,0.000 4.000 0,0.000 1.000 1,0.000 0.000-1,0.000 0.000 1,0.000 0.000 1,0.000 3.000-1,0.000 6.000-1,0.000 7.000 0,0.000 6.000-2,1.000 3.000 1,4.000 0.000 2,3.000 0.000 0,3.000 0.000 2,1.000 0.000 1,1.000 0.000-2,-1.000 0.000-1,1.000 0.000-1,-1.000 1.000 0,1.000 4.000 0,-1.000 3.000 1,1.000 3.000-1,1.000 1.000 1,3.000 1.000-1,3.000-1.000 0,4.000 1.000 0,-1.000-1.000 0,-3.000 1.000 0,-3.000-1.000-1,-2.000 1.000 0,-1.000-1.000 0,3.000 1.000 0,3.000-1.000 1,4.000 1.000 1,1.000-1.000 0,0.000 1.000-1,0.000-1.000 0,0.000 1.000 0,1.000-3.000 0,4.000-2.000-1,3.000-3.000 1,3.000-3.000-1,1.000-2.000 0,1.000 0.000 0,-1.000 0.000 0,1.000 0.000 1,-1.000 0.000-2,1.000 0.000 0,-1.000 0.000 0,1.000 0.000-2,2.000-2.000 1,7.000-3.000 0,6.000-3.000 1,7.000-2.000 0,0.000-5.000-2,-2.000-2.000-3,-3.000-3.000-4,-3.000-3.000-3,-1.000-2.000-3,4.000 0.000 3,3.000 0.000 0,3.000 0.000 2,1.000-4.000-2,1.000-5.000-4,-1.000-7.000-3,1.000-5.000-5,-3.000-3.000-2,-2.000 4.000-2,-3.000 3.000-2,-3.000 3.000-1</inkml:trace>
</inkml:ink>
</file>

<file path=ppt/ink/ink58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8:59"/>
    </inkml:context>
    <inkml:brush xml:id="br0">
      <inkml:brushProperty name="width" value="0.0191704388707876" units="cm"/>
      <inkml:brushProperty name="height" value="0.0191704388707876" units="cm"/>
      <inkml:brushProperty name="color" value="#000000"/>
      <inkml:brushProperty name="ignorePressure" value="0"/>
    </inkml:brush>
  </inkml:definitions>
  <inkml:trace contextRef="#ctx0" brushRef="#br0">69750.000 11500.000 765,'-68.000'-46.000'-1,"17.000"10.000"0,15.000 10.000-1,16.000 9.000-1,5.000 6.000 0,-2.000 3.000 0,-3.000 3.000 2,-3.000 4.000 0,-1.000-1.000 0,4.000-3.000-1,3.000-3.000-1,3.000-2.000-1,-1.000-1.000-1,-2.000 3.000 0,-3.000 3.000 0,-3.000 4.000-1,-1.000 1.000 0,4.000 0.000 2,3.000 0.000 0,3.000 0.000 2,-1.000 0.000 0,-2.000 0.000 3,-3.000 0.000 1,-3.000 0.000 1,-1.000 0.000 2,4.000 0.000 0,3.000 0.000 1,3.000 0.000-1,-1.000 1.000 1,-2.000 4.000 1,-3.000 3.000 1,-3.000 3.000 0,-1.000 1.000 1,4.000 1.000 1,3.000-1.000-1,3.000 1.000 1,-1.000-1.000 1,-2.000 1.000-2,-3.000-1.000 1,-3.000 1.000-1,-1.000 1.000 0,4.000 3.000 1,3.000 3.000 0,3.000 4.000 0,-1.000 1.000 1,-2.000 0.000-1,-3.000 0.000-1,-3.000 0.000 0,-1.000 0.000 0,4.000 0.000 0,3.000 0.000-1,3.000 0.000 0,-1.000 1.000-1,-2.000 4.000-1,-3.000 3.000-3,-3.000 3.000-2,-1.000 1.000 0,4.000 1.000 2,3.000-1.000 1,3.000 1.000 1,1.000 1.000 0,1.000 3.000 0,-1.000 3.000-2,1.000 4.000 0,-1.000 1.000-2,1.000 0.000 1,-1.000 0.000-1,1.000 0.000 1,-1.000 0.000-1,1.000 0.000-1,-1.000 0.000 1,1.000 0.000-2,1.000 1.000 1,3.000 4.000 0,3.000 3.000 0,4.000 3.000 0,1.000-2.000 0,0.000-6.000 0,0.000-6.000-1,0.000-6.000 0,3.000-4.000 0,6.000 1.000-1,7.000-1.000 0,6.000 1.000-1,3.000-3.000 0,0.000-2.000 2,0.000-3.000 0,0.000-3.000 1,0.000-4.000-1,0.000-3.000-3,0.000-3.000-2,0.000-2.000-3,1.000-5.000-1,4.000-2.000 0,3.000-3.000 0,3.000-3.000 0,1.000-2.000 0,1.000 0.000 2,-1.000 0.000 0,1.000 0.000 0,-1.000 0.000 1,1.000 0.000-2,-1.000 0.000-1,1.000 0.000-1,-1.000-2.000-1,1.000-3.000-1,-1.000-3.000 0,1.000-2.000-1,-3.000-5.000 0,-2.000-2.000-1,-3.000-3.000 1,-3.000-3.000-1,-1.000-1.000-1,4.000 4.000 0,3.000 3.000 0,3.000 3.000-1,-2.000-1.000 0,-6.000-2.000 2,-6.000-3.000 1,-6.000-3.000 0</inkml:trace>
</inkml:ink>
</file>

<file path=ppt/ink/ink58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9:00"/>
    </inkml:context>
    <inkml:brush xml:id="br0">
      <inkml:brushProperty name="width" value="0.0213083364069462" units="cm"/>
      <inkml:brushProperty name="height" value="0.0213083364069462" units="cm"/>
      <inkml:brushProperty name="color" value="#000000"/>
      <inkml:brushProperty name="ignorePressure" value="0"/>
    </inkml:brush>
  </inkml:definitions>
  <inkml:trace contextRef="#ctx0" brushRef="#br0">69850.000 12350.000 688,'-27.000'0.000'0,"-3.000"0.000"0,-3.000 0.000 0,-2.000 0.000 0,0.000 0.000 1,7.000 0.000 3,6.000 0.000 3,7.000 0.000 3,4.000-2.000 0,3.000-3.000-1,3.000-3.000 0,4.000-2.000-2,2.000 0.000 0,4.000 7.000 1,3.000 6.000 0,3.000 7.000 0,-1.000 5.000 0,-2.000 7.000 0,-3.000 6.000-2,-3.000 7.000 0,-1.000 0.000-1,4.000-2.000 0,3.000-3.000 0,3.000-3.000 0,-1.000-1.000-1,-2.000 4.000-2,-3.000 3.000-3,-3.000 3.000-1,-2.000 1.000-1,0.000 1.000 1,0.000-1.000 2,0.000 1.000 1,0.000-3.000 0,0.000-2.000-1,0.000-3.000-2,0.000-3.000-2,-2.000-1.000 0,-3.000 4.000 1,-3.000 3.000-1,-2.000 3.000 2,-1.000-1.000 0,3.000-2.000-1,3.000-3.000 1,4.000-3.000 0,-1.000-4.000-1,-3.000-3.000 1,-3.000-3.000 0,-2.000-2.000 0,0.000-11.000-1,7.000-15.000-2,6.000-15.000-3,7.000-16.000-2,4.000-5.000 0,3.000 6.000 2,3.000 7.000 1,4.000 6.000 3,1.000 1.000 1,0.000-3.000 1,0.000-3.000-1,0.000-2.000 1,-2.000-1.000 0,-3.000 3.000 0,-3.000 3.000 0,-2.000 4.000 0,-1.000 1.000 1,3.000 0.000 1,3.000 0.000 1,4.000 0.000 2,-1.000 1.000 1,-3.000 4.000-1,-3.000 3.000 1,-2.000 3.000-1,-1.000 1.000 0,3.000 1.000 0,3.000-1.000-1,4.000 1.000-1,-1.000-1.000 0,-3.000 1.000 1,-3.000-1.000-1,-2.000 1.000 2,-3.000 2.000-1,1.000 7.000 2,-1.000 6.000 0,1.000 7.000 1,-1.000 4.000 0,1.000 3.000 0,-1.000 3.000-2,1.000 4.000 0,-3.000 1.000-1,-2.000 0.000 0,-3.000 0.000-1,-3.000 0.000 0,-2.000 0.000-1,0.000 0.000 1,0.000 0.000-1,0.000 0.000 1,0.000 0.000 0,0.000 0.000 0,0.000 0.000 1,0.000 0.000-1,1.000-5.000 1,4.000-9.000 1,3.000-10.000 1,3.000-8.000 1,1.000-8.000 0,1.000-2.000-1,-1.000-3.000-1,1.000-3.000 0,1.000-2.000-1,3.000 0.000 1,3.000 0.000 0,4.000 0.000 1,-1.000 0.000 0,-3.000 0.000 1,-3.000 0.000 0,-2.000 0.000 0,-3.000-2.000 0,1.000-3.000 0,-1.000-3.000 1,1.000-2.000-1,-1.000 0.000 0,1.000 7.000 1,-1.000 6.000-1,1.000 7.000 1,1.000 2.000 0,3.000 1.000 0,3.000-1.000 0,4.000 1.000-1,-1.000-1.000 1,-3.000 1.000 0,-3.000-1.000 1,-2.000 1.000 0,-1.000 4.000 1,3.000 9.000-2,3.000 10.000 0,4.000 10.000 0,-3.000 4.000-2,-5.000 0.000 0,-7.000 0.000 0,-5.000 0.000-1,-4.000 0.000 0,0.000 0.000-1,0.000 0.000 1,0.000 0.000 0,1.000 1.000 0,4.000 4.000-2,3.000 3.000-1,3.000 3.000 0,-1.000-1.000-2,-2.000-2.000 0,-3.000-3.000 0,-3.000-3.000-1,-2.000-2.000-1,0.000 0.000-1,0.000 0.000-2,0.000 0.000-2,0.000 0.000-1,0.000 0.000 1,0.000 0.000-1,0.000 0.000 0,-2.000-2.000-2,-3.000-3.000-5,-3.000-3.000-5,-2.000-2.000-5,-3.000-3.000 0,1.000 1.000 2,-1.000-1.000 4,1.000 1.000 3,-3.000-3.000-1,-2.000-2.000-6,-3.000-3.000-7,-3.000-3.000-6</inkml:trace>
</inkml:ink>
</file>

<file path=ppt/ink/ink59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9:18"/>
    </inkml:context>
    <inkml:brush xml:id="br0">
      <inkml:brushProperty name="width" value="0.0234123189002275" units="cm"/>
      <inkml:brushProperty name="height" value="0.0234123189002275" units="cm"/>
      <inkml:brushProperty name="color" value="#000000"/>
      <inkml:brushProperty name="ignorePressure" value="0"/>
    </inkml:brush>
  </inkml:definitions>
  <inkml:trace contextRef="#ctx0" brushRef="#br0">57050.000 14900.000 626,'-33.000'-22.000'0,"-16.000"6.000"0,-15.000 7.000 0,-15.000 6.000 0,-1.000 1.000 0,16.000-3.000-1,15.000-3.000 0,17.000-2.000 0,7.000-1.000 2,0.000 3.000 3,0.000 3.000 3,0.000 4.000 5,9.000 1.000 7,19.000 0.000 10,19.000 0.000 12,19.000 0.000 11,5.000 0.000 1,-5.000 0.000-10,-7.000 0.000-10,-5.000 0.000-8,-3.000 0.000-8,4.000 0.000-4,3.000 0.000-3,3.000 0.000-5,1.000 0.000-2,1.000 0.000 0,-1.000 0.000 0,1.000 0.000-1,1.000 0.000 0,3.000 0.000-4,3.000 0.000-3,4.000 0.000-2,1.000-4.000-4,0.000-5.000-3,0.000-7.000-3,0.000-5.000-4,0.000-3.000-1,0.000 4.000 0,0.000 3.000 1,0.000 3.000 0,0.000 1.000-1,0.000 1.000 0,0.000-1.000-1,0.000 1.000-1,-2.000-1.000 0,-3.000 1.000 0,-3.000-1.000 1,-2.000 1.000 0,-5.000 1.000 1,-2.000 3.000 0,-3.000 3.000 1,-3.000 4.000 0,-6.000 2.000 2,-5.000 4.000 2,-7.000 3.000 3,-5.000 3.000 3,-8.000 3.000 2,-5.000 3.000 1,-7.000 3.000 3,-5.000 4.000 2,-4.000 1.000 1,0.000 0.000 1,0.000 0.000 0,0.000 0.000 0,0.000-2.000 1,0.000-3.000 0,0.000-3.000-1,0.000-2.000 1,-2.000-5.000 0,-3.000-2.000 0,-3.000-3.000 0,-2.000-3.000 0,0.000-1.000 1,7.000 4.000 1,6.000 3.000 2,7.000 3.000 2,0.000-1.000 0,-2.000-2.000-1,-3.000-3.000 1,-3.000-3.000-1,-1.000-2.000 2,4.000 0.000 6,3.000 0.000 4,3.000 0.000 5,1.000 0.000 1,1.000 0.000-2,-1.000 0.000-3,1.000 0.000-2,-1.000 1.000 0,1.000 4.000 6,-1.000 3.000 5,1.000 3.000 6,1.000 3.000-2,3.000 3.000-5,3.000 3.000-6,4.000 4.000-6,1.000 2.000-4,0.000 4.000 0,0.000 3.000-2,0.000 3.000-1,0.000 4.000 0,0.000 7.000-1,0.000 6.000-2,0.000 7.000 1,1.000 5.000-2,4.000 7.000 1,3.000 6.000-1,3.000 7.000 0,-1.000 4.000 0,-2.000 3.000-1,-3.000 3.000-2,-3.000 4.000 0,-1.000 2.000 0,4.000 4.000 0,3.000 3.000 0,3.000 3.000 0,-1.000-1.000 1,-2.000-2.000-1,-3.000-3.000-1,-3.000-3.000 0,-2.000-4.000 0,0.000-3.000 1,0.000-3.000 1,0.000-2.000 1,0.000-6.000-1,0.000-6.000-2,0.000-6.000-3,0.000-6.000-1,-2.000-6.000-2,-3.000-2.000 1,-3.000-3.000 1,-2.000-3.000 1,0.000-15.000-9,7.000-24.000-18,6.000-26.000-18,7.000-24.000-17,2.000-12.000-2,1.000 4.000 14,-1.000 3.000 14,1.000 3.000 13,-1.000 3.000 10,1.000 3.000 3,-1.000 3.000 5,1.000 4.000 3</inkml:trace>
</inkml:ink>
</file>

<file path=ppt/ink/ink59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9:18"/>
    </inkml:context>
    <inkml:brush xml:id="br0">
      <inkml:brushProperty name="width" value="0.0204760991036892" units="cm"/>
      <inkml:brushProperty name="height" value="0.0204760991036892" units="cm"/>
      <inkml:brushProperty name="color" value="#000000"/>
      <inkml:brushProperty name="ignorePressure" value="0"/>
    </inkml:brush>
  </inkml:definitions>
  <inkml:trace contextRef="#ctx0" brushRef="#br0">58950.000 15950.000 716,'-24.000'0.000'1,"4.000"0.000"3,3.000 0.000 3,3.000 0.000 3,1.000 0.000 2,1.000 0.000 2,-1.000 0.000 2,1.000 0.000 1,-3.000 1.000 0,-2.000 4.000 1,-3.000 3.000 1,-3.000 3.000-1,-2.000 3.000-1,0.000 3.000-4,0.000 3.000-4,0.000 4.000-3,1.000-1.000-1,4.000-3.000 0,3.000-3.000 0,3.000-2.000 0,-1.000-1.000 0,-2.000 3.000-1,-3.000 3.000-2,-3.000 4.000 0,-1.000 1.000-2,4.000 0.000 2,3.000 0.000-1,3.000 0.000 0,1.000-2.000 1,1.000-3.000 1,-1.000-3.000 2,1.000-2.000 0,-1.000-1.000 1,1.000 3.000-2,-1.000 3.000-2,1.000 4.000 0,-1.000 2.000-1,1.000 4.000 0,-1.000 3.000 1,1.000 3.000 0,1.000 1.000 1,3.000 1.000-2,3.000-1.000 0,4.000 1.000-1,2.000-3.000 0,4.000-2.000 1,3.000-3.000 1,3.000-3.000 0,3.000-4.000 0,3.000-3.000 0,3.000-3.000-3,4.000-2.000 0,1.000-3.000 0,0.000 1.000 0,0.000-1.000 2,0.000 1.000-1,0.000-1.000 1,0.000 1.000-1,0.000-1.000-2,0.000 1.000 0,0.000-1.000-1,0.000 1.000 1,0.000-1.000 1,0.000 1.000 0,1.000-1.000 1,4.000 1.000 0,3.000-1.000-1,3.000 1.000 0,-2.000-1.000 0,-6.000 1.000 1,-6.000-1.000-2,-6.000 1.000 1,-2.000-3.000 0,3.000-2.000 0,3.000-3.000 1,4.000-3.000 0,-1.000-1.000 0,-3.000 4.000-1,-3.000 3.000 1,-2.000 3.000-1,-5.000 3.000 0,-2.000 3.000 0,-3.000 3.000 0,-3.000 4.000-1,-4.000-1.000 1,-3.000-3.000 0,-3.000-3.000 0,-2.000-2.000 1,-3.000-3.000-1,1.000 1.000 0,-1.000-1.000-1,1.000 1.000 0,-3.000-1.000-1,-2.000 1.000-1,-3.000-1.000-1,-3.000 1.000-1,-2.000-1.000-1,0.000 1.000 0,0.000-1.000-1,0.000 1.000 0,-2.000-1.000-1,-3.000 1.000 0,-3.000-1.000-1,-2.000 1.000-2,-1.000-3.000 1,3.000-2.000 1,3.000-3.000 1,4.000-3.000 1,-1.000-2.000-2,-3.000 0.000-3,-3.000 0.000-4,-2.000 0.000-4,-1.000 0.000-1,3.000 0.000 2,3.000 0.000 2,4.000 0.000 0,2.000 0.000 2,4.000 0.000 0,3.000 0.000 0,3.000 0.000 0,-1.000-2.000 1,-2.000-3.000 1,-3.000-3.000 0,-3.000-2.000 2</inkml:trace>
</inkml:ink>
</file>

<file path=ppt/ink/ink59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9:59"/>
    </inkml:context>
    <inkml:brush xml:id="br0">
      <inkml:brushProperty name="width" value="0.0165471136569977" units="cm"/>
      <inkml:brushProperty name="height" value="0.0165471136569977" units="cm"/>
      <inkml:brushProperty name="color" value="#000000"/>
      <inkml:brushProperty name="ignorePressure" value="0"/>
    </inkml:brush>
  </inkml:definitions>
  <inkml:trace contextRef="#ctx0" brushRef="#br0">57880.000 2289.000 886,'-18.000'-9.000'1,"3.000"1.000"3,4.000 1.000 3,5.000 2.000 2,1.000 0.000 3,2.000 0.000 0,1.000 0.000 1,1.000-1.000 1,4.000 2.000-4,4.000 1.000-7,6.000 1.000-8,5.000 1.000-8,2.000 1.000-3,2.000 0.000 1,1.000 0.000 2,2.000 0.000 0,-1.000 0.000 4,-1.000 0.000 5,-1.000 0.000 5,-2.000 0.000 5,1.000 0.000 2,1.000 0.000 0,1.000 0.000-2,2.000 0.000-1,-1.000 0.000 1,-1.000 0.000 0,-1.000 0.000 3,-2.000 0.000 0,1.000 0.000 1,1.000 0.000-1,1.000 0.000-1,2.000 0.000-2,0.000 0.000 0,0.000-2.000-1,0.000-1.000-1,0.000-1.000-1,-1.000-1.000-1,-1.000 0.000-3,-1.000-1.000-3,-1.000 2.000-2,-2.000-2.000-1,1.000 2.000-1,1.000-2.000 0,-1.000 1.000-1,-1.000 1.000-1,-1.000-2.000-3,-1.000 2.000-1,-1.000-1.000-3,-3.000 0.000-1,-4.000 0.000 0,-3.000 0.000-1,-4.000-1.000 1,-3.000 3.000-1,-1.000 2.000 0,-1.000 2.000-1,-2.000 2.000 0,-1.000 3.000 1,-2.000 1.000 3,-4.000 1.000 3,-1.000 2.000 3,-3.000 0.000 3,-1.000 2.000 2,-1.000 1.000 1,-1.000 2.000 2,-1.000-1.000 0,-1.000 2.000 1,2.000-2.000 0,-1.000 1.000 1,0.000 0.000 0,2.000-2.000-1,1.000-1.000 1,2.000-2.000 0</inkml:trace>
</inkml:ink>
</file>

<file path=ppt/ink/ink59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19:59"/>
    </inkml:context>
    <inkml:brush xml:id="br0">
      <inkml:brushProperty name="width" value="0.0173602700233459" units="cm"/>
      <inkml:brushProperty name="height" value="0.0173602700233459" units="cm"/>
      <inkml:brushProperty name="color" value="#000000"/>
      <inkml:brushProperty name="ignorePressure" value="0"/>
    </inkml:brush>
  </inkml:definitions>
  <inkml:trace contextRef="#ctx0" brushRef="#br0">58300.000 2450.000 844,'9.000'18.000'-68,"-1.000"-4.000"26,-1.000-3.000 26,-1.000-4.000 25,-2.000-2.000 14,-1.000-1.000-1,-1.000 2.000-1,-2.000-1.000 1,0.000 0.000-3,0.000 2.000-4,0.000 1.000-5,0.000 2.000-3,0.000 0.000-2,0.000 0.000 0,0.000-1.000 0,0.000 1.000 0,0.000 2.000 1,0.000 1.000 1,0.000 4.000 1,0.000 2.000 1,0.000 2.000 0,0.000 3.000-1,0.000 2.000 0,0.000 3.000-2,0.000 2.000 0,-2.000 2.000 1,-1.000 4.000 0,-1.000 1.000 1,-1.000 3.000-1,0.000 1.000-1,-1.000 1.000-2,2.000 2.000-1,-1.000 1.000-1,2.000 2.000 0,1.000 4.000-2,2.000 1.000 0,-1.000 2.000-2,-1.000-2.000-4,-1.000-1.000-4,-2.000-1.000-4,0.000-3.000-1,1.000-1.000 2,-1.000-4.000 3,-1.000-1.000 1,2.000-4.000 2,1.000-1.000-3,1.000-4.000 0,2.000-1.000-2,0.000-4.000-1,0.000-1.000 2,0.000-4.000 0,0.000-1.000 1,0.000-4.000-2,0.000-4.000-4,0.000-3.000-4,0.000-4.000-4,-1.000-3.000-1,-1.000-1.000 4,-1.000-1.000 2,-1.000-1.000 3</inkml:trace>
</inkml:ink>
</file>

<file path=ppt/ink/ink59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00"/>
    </inkml:context>
    <inkml:brush xml:id="br0">
      <inkml:brushProperty name="width" value="0.0172538608312607" units="cm"/>
      <inkml:brushProperty name="height" value="0.0172538608312607" units="cm"/>
      <inkml:brushProperty name="color" value="#000000"/>
      <inkml:brushProperty name="ignorePressure" value="0"/>
    </inkml:brush>
  </inkml:definitions>
  <inkml:trace contextRef="#ctx0" brushRef="#br0">58819.000 3029.000 850,'-11.000'2.000'0,"0.000"4.000"3,-2.000 3.000 2,-2.000 5.000 1,2.000 0.000 2,1.000-1.000 2,4.000-1.000 1,2.000-1.000 2,1.000-1.000 0,2.000 2.000-2,1.000 1.000-1,1.000 2.000-2,1.000 0.000-1,0.000 0.000-1,0.000 0.000 1,0.000 0.000-1,0.000 0.000-1,0.000 2.000-1,0.000 1.000-2,0.000 2.000 0,0.000-1.000-2,0.000 1.000 1,0.000 1.000 1,0.000-1.000-1,0.000 0.000 1,0.000 2.000-2,0.000 1.000-1,0.000 1.000-1,0.000 1.000 1,0.000 0.000 0,0.000 0.000 1,0.000 0.000 2,0.000 0.000-1,0.000-2.000-1,0.000-1.000 0,0.000-1.000-2,0.000-1.000 1,0.000 2.000 1,0.000 1.000 2,0.000 2.000 1,1.000-2.000 1,1.000-4.000-2,1.000-3.000-2,2.000-5.000-1,0.000-1.000-1,2.000-2.000-1,1.000-1.000 1,2.000-1.000-1,0.000-2.000 0,0.000-1.000 2,-1.000-1.000 0,2.000-1.000 2,-2.000-2.000-2,1.000-1.000-4,0.000-1.000-5,0.000-1.000-5,1.000-3.000-1,1.000-1.000 2,1.000-4.000 2,1.000-1.000 2,1.000-3.000-2,0.000-1.000-3,1.000-1.000-3,-1.000-2.000-5,-1.000 0.000 0,-1.000-2.000 2,-1.000-1.000 2,-1.000-1.000 2,-2.000 0.000 1,-1.000 3.000 2,-1.000 2.000 1,-1.000 2.000 2,-1.000 3.000 0,-1.000 1.000 2,1.000 1.000 1,1.000 1.000 1</inkml:trace>
</inkml:ink>
</file>

<file path=ppt/ink/ink59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00"/>
    </inkml:context>
    <inkml:brush xml:id="br0">
      <inkml:brushProperty name="width" value="0.0175242889672518" units="cm"/>
      <inkml:brushProperty name="height" value="0.0175242889672518" units="cm"/>
      <inkml:brushProperty name="color" value="#000000"/>
      <inkml:brushProperty name="ignorePressure" value="0"/>
    </inkml:brush>
  </inkml:definitions>
  <inkml:trace contextRef="#ctx0" brushRef="#br0">62139.000 889.000 836,'-1.000'-10.000'-3,"-5.000"-2.000"-9,-3.000-1.000-7,-4.000-2.000-7,0.000 2.000-3,3.000 1.000 4,5.000 4.000 3,3.000 2.000 4,1.000 1.000 10,-1.000 2.000 17,-1.000 1.000 16,-2.000 2.000 16,1.000 0.000 5,1.000 2.000-9,1.000 1.000-7,2.000 2.000-8,-1.000 0.000-5,-1.000 2.000-4,-1.000 1.000-3,-1.000 2.000-3,-2.000 1.000-2,1.000 2.000-1,1.000 4.000 0,-1.000 1.000-1,0.000 2.000-1,0.000 1.000-1,-1.000-1.000-2,2.000-1.000-1,-1.000 2.000-1,2.000 1.000 1,1.000 1.000 2,2.000 2.000 1,-2.000 0.000 0,-2.000 2.000-1,-1.000 1.000-2,-4.000 1.000 0,-1.000 2.000-1,2.000 1.000 0,1.000 1.000 0,2.000 2.000 0,-1.000 0.000 2,1.000 2.000-1,1.000 1.000 2,-1.000 2.000 1,0.000 0.000-1,0.000 2.000 0,-1.000 1.000-1,2.000 2.000 0,-1.000-2.000 0,2.000-4.000 0,1.000-3.000 1,2.000-4.000 0,0.000-4.000 1,2.000-1.000 2,1.000-4.000 1,2.000-1.000 1,1.000-2.000 1,3.000 0.000-1,1.000-1.000-1,5.000 2.000-1,0.000-3.000 0,0.000-4.000 0,0.000-3.000 1,0.000-4.000 1,0.000-2.000 0,-1.000 0.000-1,1.000 0.000 0,0.000 0.000-1,0.000-1.000 0,1.000-1.000-1,-1.000-1.000 0,0.000-2.000-2,-1.000 0.000 1,-1.000 0.000 0,-1.000 0.000 1,-1.000 0.000 0,0.000 0.000 0,0.000-2.000-1,2.000-1.000-2,2.000-1.000-1,-1.000-1.000-1,-1.000 0.000-1,-1.000-1.000-1,-1.000 2.000-2,-1.000-2.000 0,0.000 1.000 0,-1.000 0.000-1,1.000 0.000-1</inkml:trace>
</inkml:ink>
</file>

<file path=ppt/ink/ink59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00"/>
    </inkml:context>
    <inkml:brush xml:id="br0">
      <inkml:brushProperty name="width" value="0.0222690179944038" units="cm"/>
      <inkml:brushProperty name="height" value="0.0222690179944038" units="cm"/>
      <inkml:brushProperty name="color" value="#000000"/>
      <inkml:brushProperty name="ignorePressure" value="0"/>
    </inkml:brush>
  </inkml:definitions>
  <inkml:trace contextRef="#ctx0" brushRef="#br0">60780.000 2929.000 658,'1.000'-20.000'0,"3.000"0.000"0,2.000 1.000 0,3.000-1.000 0,2.000 1.000 1,3.000 5.000 2,2.000 3.000 2,3.000 5.000 2,2.000 0.000 1,3.000 2.000 0,2.000-2.000 0,3.000 1.000 1,1.000 1.000 0,2.000 1.000 1,1.000 1.000 1,1.000 2.000 0,3.000 0.000 1,1.000 0.000-1,4.000 0.000-1,2.000 0.000-1,2.000 0.000 1,2.000 0.000 1,4.000 0.000 3,2.000 0.000 1,1.000 0.000 1,0.000 2.000-1,-1.000 1.000-1,1.000 1.000-1,0.000 2.000-1,-2.000 1.000-1,-1.000 1.000-1,-1.000 2.000-1,0.000-2.000 0,3.000-1.000-1,2.000-4.000-1,3.000-2.000 0,-1.000-1.000-1,-2.000 0.000 1,-2.000 0.000-2,-3.000 0.000 1,-1.000-1.000-2,-2.000-3.000-4,-1.000-2.000-1,-1.000-2.000-4,-2.000-3.000-1,2.000-1.000 3,-2.000-1.000 1,1.000-1.000 2,-1.000-1.000 0,-2.000-1.000-4,-3.000 1.000-4,-3.000 1.000-2,-2.000 0.000-1,-1.000 3.000 0,-1.000 2.000 3,-1.000 3.000 0,-3.000 1.000 0,-2.000 0.000-3,-2.000 0.000-2,-2.000-1.000-2,-3.000 2.000-3,-1.000 1.000 0,-1.000 1.000-2,-1.000 1.000 0,-4.000 3.000-3,-5.000 4.000-3,-4.000 3.000-3,-6.000 5.000-3,-2.000 0.000 0,-2.000-1.000 2,-1.000-1.000 2,-2.000-1.000 2</inkml:trace>
</inkml:ink>
</file>

<file path=ppt/ink/ink59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01"/>
    </inkml:context>
    <inkml:brush xml:id="br0">
      <inkml:brushProperty name="width" value="0.0149239655584097" units="cm"/>
      <inkml:brushProperty name="height" value="0.0149239655584097" units="cm"/>
      <inkml:brushProperty name="color" value="#000000"/>
      <inkml:brushProperty name="ignorePressure" value="0"/>
    </inkml:brush>
  </inkml:definitions>
  <inkml:trace contextRef="#ctx0" brushRef="#br0">61939.000 3470.000 982,'-1.000'-19.000'-2,"-5.000"5.000"-3,-3.000 3.000-5,-4.000 5.000-3,0.000 2.000 0,3.000 2.000 6,5.000 4.000 5,3.000 2.000 5,2.000 2.000 2,0.000 2.000 1,0.000 4.000-1,0.000 1.000-1,0.000 4.000 1,0.000 4.000-1,0.000 3.000 1,0.000 5.000-1,0.000 2.000-1,0.000 3.000 1,0.000 2.000-1,0.000 3.000 1,0.000 1.000-1,0.000 2.000 0,0.000 1.000 0,0.000 1.000 1,0.000 3.000-3,0.000 1.000-1,0.000 4.000-4,0.000 1.000-2,-1.000 2.000-1,-1.000-2.000 2,-1.000-1.000 2,-2.000-1.000 2,1.000-3.000-1,1.000-1.000-2,1.000-4.000-3,2.000-1.000-3,-1.000-4.000 0,-1.000-1.000 1,-1.000-4.000 1,-1.000-1.000 1,-1.000-4.000 0,2.000-4.000 0,1.000-3.000 0,1.000-5.000-1,1.000-3.000-1,0.000-5.000 0,0.000-6.000-1,0.000-4.000 0,1.000-6.000 0,1.000-4.000 0,1.000-6.000 0,2.000-4.000 0,0.000-3.000 0,2.000 0.000 2,1.000 0.000 0,2.000 0.000 3,-1.000 0.000-1,-1.000 2.000 1,-1.000 1.000 1,-1.000 2.000-1,-1.000-1.000 1,-1.000 1.000 0,2.000 1.000 2,-1.000-1.000 1</inkml:trace>
</inkml:ink>
</file>

<file path=ppt/ink/ink59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01"/>
    </inkml:context>
    <inkml:brush xml:id="br0">
      <inkml:brushProperty name="width" value="0.0178794153034687" units="cm"/>
      <inkml:brushProperty name="height" value="0.0178794153034687" units="cm"/>
      <inkml:brushProperty name="color" value="#000000"/>
      <inkml:brushProperty name="ignorePressure" value="0"/>
    </inkml:brush>
  </inkml:definitions>
  <inkml:trace contextRef="#ctx0" brushRef="#br0">62060.000 3650.000 820,'0.000'-32.000'-3,"0.000"-4.000"-4,0.000-3.000-5,0.000-4.000-5,0.000 2.000-2,0.000 9.000-1,0.000 9.000 2,0.000 9.000-1,0.000 5.000 5,2.000 3.000 9,1.000 2.000 9,1.000 3.000 10,2.000 1.000 4,-2.000 0.000-2,2.000 0.000 1,-2.000 0.000-2,2.000 0.000-2,-1.000 0.000-2,0.000 0.000-3,0.000 0.000-3,0.000 1.000-1,2.000 3.000 1,1.000 2.000 1,1.000 3.000 1,2.000 1.000-1,-1.000-1.000-2,0.000 1.000-3,0.000 0.000-3,0.000 0.000 0,0.000 1.000 0,-1.000-1.000 2,1.000 0.000 1,1.000-1.000-1,-2.000 2.000-1,2.000-1.000-3,-1.000-1.000-2,0.000 1.000-1,0.000 0.000 0,-1.000 1.000 1,2.000-1.000 1,-2.000-1.000 0,1.000-1.000 0,0.000-1.000 1,0.000-2.000 1,1.000 0.000 0,-1.000 1.000-1,0.000-1.000-1,0.000 0.000-1,-1.000-1.000 0,-1.000 1.000 0,-1.000 1.000 1,-1.000-1.000-1,-2.000 0.000 0,-1.000 2.000 2,-1.000 1.000 0,-2.000 2.000 2,0.000-1.000-1,0.000-1.000 1,0.000-1.000 0,0.000-2.000 0,-1.000 2.000 0,-3.000 2.000 3,-2.000 2.000 1,-2.000 3.000 1,-3.000 1.000 2,-1.000 0.000-1,-1.000 0.000 0,-1.000-1.000 0,-2.000 2.000 0,1.000 1.000 0,0.000 1.000 2,0.000 2.000 0,0.000 0.000 2,-2.000 0.000 0,-1.000-1.000 1,-2.000 1.000 2,1.000 1.000 0,-2.000-2.000 0,2.000 2.000 1,-2.000-2.000 1,3.000 2.000-1,4.000-1.000 1,3.000 0.000-2,4.000 0.000 1,2.000-2.000-2,1.000-1.000 0,-1.000-4.000-2,-1.000-1.000 0,2.000-2.000-1,1.000 2.000 0,1.000 1.000 1,2.000 2.000 1,1.000-2.000 0,3.000-1.000-1,2.000-4.000 1,3.000-1.000-1,2.000-3.000-2,0.000 2.000-2,2.000-2.000-3,2.000 1.000-3,1.000 0.000-2,2.000 1.000-2,4.000-1.000 0,2.000-1.000-2,1.000 1.000-1,0.000 1.000 0,0.000-1.000 1,0.000 0.000-1,0.000-1.000 0,0.000-1.000-4,0.000-1.000-3,0.000-2.000-2,-2.000 0.000-1,-1.000 0.000 2,-4.000 0.000 2,-2.000 0.000 2,0.000 0.000-3,1.000 0.000-4,1.000 0.000-7,2.000 0.000-4</inkml:trace>
</inkml:ink>
</file>

<file path=ppt/ink/ink59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07"/>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64559.000 2565.000 1000,'0.000'-28.000'0,"-2.000"5.000"0,-1.000 6.000 0,-1.000 4.000 0,-1.000 4.000-2,2.000 1.000-2,1.000 1.000-2,1.000 1.000-3,2.000 1.000 0,1.000 0.000 2,1.000 0.000 1,2.000 0.000 3,0.000 1.000 1,2.000 1.000 1,1.000 1.000 2,2.000 1.000 0,0.000 2.000 1,0.000 1.000 0,0.000 1.000-1,0.000 1.000 0,0.000 1.000-1,0.000 0.000-1,0.000 0.000 0,0.000 0.000-1,0.000 0.000 0,0.000 0.000 1,0.000 0.000 0,0.000 0.000 0,1.000 0.000-1,1.000 0.000-5,1.000 0.000-3,1.000 0.000-4,2.000 0.000-1,1.000-2.000 2,1.000-1.000 1,2.000-2.000 1,0.000 0.000 1,-2.000 0.000-3,-1.000 0.000-2,-2.000 0.000-2,-1.000 0.000 1,-2.000-2.000 3,-4.000-1.000 4,-1.000-2.000 4</inkml:trace>
</inkml:ink>
</file>

<file path=ppt/ink/ink60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07"/>
    </inkml:context>
    <inkml:brush xml:id="br0">
      <inkml:brushProperty name="width" value="0.0157474856823683" units="cm"/>
      <inkml:brushProperty name="height" value="0.0157474856823683" units="cm"/>
      <inkml:brushProperty name="color" value="#000000"/>
      <inkml:brushProperty name="ignorePressure" value="0"/>
    </inkml:brush>
  </inkml:definitions>
  <inkml:trace contextRef="#ctx0" brushRef="#br0">64620.000 3047.000 931,'1.000'-9.000'31,"3.000"1.000"-10,2.000 1.000-8,3.000 1.000-10,1.000 2.000-7,2.000 1.000-6,2.000 1.000-8,0.000 1.000-5,2.000 1.000-2,1.000-2.000 3,1.000-1.000 4,1.000-2.000 3,0.000 0.000 2,-2.000 0.000-1,-3.000 0.000-1,-3.000 0.000 0,-1.000 0.000 0,0.000 0.000 0,0.000 0.000 1,0.000 0.000-1</inkml:trace>
</inkml:ink>
</file>

<file path=ppt/ink/ink60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08"/>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65947.000 1519.000 1000,'-19.000'-20.000'-5,"1.000"2.000"-10,0.000 1.000-8,3.000 2.000-11,0.000 1.000-1,2.000 5.000 7,1.000 3.000 5,1.000 4.000 7,2.000 4.000 5,1.000 1.000 5,1.000 4.000 4,1.000 1.000 4,1.000 3.000 2,0.000-1.000-1,0.000 0.000 0,0.000 0.000-2,0.000 0.000 1,0.000 0.000 2,0.000 0.000 2,0.000 0.000 2,0.000 1.000 0,0.000 3.000 0,0.000 2.000-1,0.000 3.000-2,0.000 1.000 1,0.000 1.000-1,0.000-1.000 0,0.000 0.000 0,0.000-1.000 0,0.000-1.000 0,0.000-1.000 0,0.000-1.000 1,1.000 0.000-1,0.000 1.000 1,3.000 1.000-1,0.000 2.000 1,1.000 0.000 1,0.000 0.000-1,0.000 0.000 1,0.000 0.000 1,0.000-1.000-1,0.000-3.000-1,0.000-2.000-1,0.000-3.000-1,1.000-1.000 0,3.000 0.000-2,2.000 0.000 0,3.000 1.000-2,1.000-3.000 1,0.000-1.000 0,0.000-4.000 0,0.000-1.000 1,1.000-3.000 0,1.000-1.000-1,1.000-1.000-3,1.000-1.000-1,2.000-3.000 0,1.000-2.000 1,1.000-2.000 1,2.000-3.000 1,0.000-1.000-1,0.000-2.000-2,0.000-2.000-2,0.000 0.000-3,0.000-2.000-1,-2.000-1.000 1,-1.000-1.000 1,-2.000-2.000 1,1.000 0.000 1,-1.000 0.000 0,0.000 0.000 2,0.000 0.000 0,-1.000 0.000 1,-1.000 0.000 0,-1.000-1.000-1,-1.000 1.000 2,-2.000 1.000-1,-3.000 3.000 0,-2.000 2.000 0,-3.000 3.000 0,0.000 1.000 0,-2.000 2.000-1,1.000 1.000-2,0.000 2.000 0,1.000 0.000-1,-2.000 2.000 1,1.000 1.000 1,0.000 1.000 1,0.000 2.000-3,-2.000 1.000-4,-2.000 1.000-4,0.000 1.000-5</inkml:trace>
</inkml:ink>
</file>

<file path=ppt/ink/ink60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08"/>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66309.000 1760.000 1000,'-9.000'0.000'-9,"1.000"0.000"-5,1.000 0.000-4,1.000 0.000-4,2.000 1.000-2,0.000 1.000 1,3.000 1.000 2,0.000 1.000 2,1.000 1.000 1,0.000 0.000 2,0.000 0.000 3,0.000 0.000 1,1.000 0.000 2,0.000-2.000 3,3.000-1.000 1,0.000-1.000 3,1.000-1.000 0,0.000 0.000 2,0.000 0.000-1,0.000 0.000 2</inkml:trace>
</inkml:ink>
</file>

<file path=ppt/ink/ink60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08"/>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66892.000 1257.000 1000,'-10.000'-8.000'0,"-2.000"1.000"0,-1.000 4.000 0,-2.000 1.000 0,1.000 2.000-2,0.000-2.000-4,3.000-1.000-3,0.000-2.000-4,1.000 1.000 0,2.000 1.000 2,1.000 1.000 3,2.000 1.000 3,0.000 2.000 1,-1.000 1.000-1,2.000 1.000-1,-1.000 1.000-1,0.000 2.000-1,0.000 1.000 3,-1.000 1.000 0,1.000 1.000 2,0.000 2.000 1,0.000-1.000 2,1.000 0.000 0,-2.000 0.000 2,1.000 0.000 1,0.000 2.000-2,0.000 2.000 0,0.000 0.000-1,0.000 2.000 0,3.000 1.000 1,-1.000 1.000 1,3.000 1.000 0,0.000 1.000 1,-3.000 1.000 0,1.000-1.000 0,-3.000 0.000 0,1.000-1.000 1,0.000 0.000-1,3.000-2.000 0,0.000-2.000 0,1.000 0.000 0,0.000 0.000 0,0.000 0.000-1,0.000 1.000 0,1.000-2.000 0,3.000-1.000 1,2.000-1.000-1,3.000-1.000 0,1.000-2.000 1,0.000-1.000-2,0.000-1.000-1,0.000-1.000-1,0.000-2.000 0,1.000 0.000 0,-1.000-3.000 0,-1.000 0.000 1,2.000-2.000 0,2.000-3.000 0,-1.000-2.000 1,3.000-3.000 1,0.000-2.000-1,0.000-1.000-1,0.000-1.000-1,0.000-1.000-1,0.000-1.000 0,-2.000 0.000-1,-1.000-1.000-1,-2.000 1.000 1,0.000 0.000-1,1.000 0.000 0,-2.000 0.000-1,2.000 0.000 1,-2.000-1.000-1,-1.000-1.000-1,-1.000-1.000 1,-1.000-1.000 0,-1.000-1.000 0,0.000 2.000 0,0.000 1.000 1,0.000 1.000 1,-1.000 1.000 1,0.000 0.000-1,-3.000 0.000 1,0.000 0.000-1,-1.000 0.000 1,0.000 2.000-2,0.000 1.000 0,0.000 2.000-1,0.000 0.000-1,0.000 2.000-1,0.000 1.000 0,0.000 1.000 0,-1.000 1.000-1,-1.000 0.000 1,-1.000 0.000-1,-1.000 0.000 0</inkml:trace>
</inkml:ink>
</file>

<file path=ppt/ink/ink60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09"/>
    </inkml:context>
    <inkml:brush xml:id="br0">
      <inkml:brushProperty name="width" value="0.0146712372079492" units="cm"/>
      <inkml:brushProperty name="height" value="0.0146712372079492" units="cm"/>
      <inkml:brushProperty name="color" value="#000000"/>
      <inkml:brushProperty name="ignorePressure" value="0"/>
    </inkml:brush>
  </inkml:definitions>
  <inkml:trace contextRef="#ctx0" brushRef="#br0">67355.000 1378.000 999,'18.000'1.000'-1,"-3.000"3.000"-2,-4.000 2.000-2,-5.000 3.000-2,-1.000 1.000-1,-2.000 0.000 4,-2.000 0.000 2,0.000 0.000 2,-1.000 1.000 0,0.000-1.000-2,0.000 0.000-3,0.000 0.000-2,0.000 0.000-1,-2.000 2.000 2,-1.000 2.000 2,-2.000 0.000 3,0.000 1.000 0,0.000 0.000 1,0.000 0.000 0,0.000 0.000 0,0.000 0.000 1,0.000 1.000 0,0.000-1.000 1,0.000 0.000 1,1.000 0.000 1,0.000 0.000 0,3.000 0.000 0,0.000 0.000 1,1.000-1.000 0,0.000 0.000-1,0.000-2.000-2,0.000-2.000-1,1.000 0.000 0,0.000-2.000 0,2.000-1.000 2,2.000-2.000 0,1.000 0.000 1,3.000-2.000-1,3.000-1.000-1,1.000-1.000-1,3.000-1.000 0,-2.000 0.000 1,1.000 0.000 0,1.000 0.000 1,-1.000-3.000-1,2.000-5.000-2,1.000-4.000-3,2.000-6.000-2,0.000-1.000-2,0.000 1.000 1,0.000 1.000 0,0.000 1.000 1,1.000 0.000 0,-1.000-3.000-1,0.000-3.000 1,0.000-2.000-1,0.000-1.000 0,0.000-2.000 0,0.000-2.000 1,0.000 0.000 0,0.000-1.000 1,-2.000 2.000-1,-1.000 1.000-1,-1.000 1.000 0,-3.000 2.000 1,-1.000 0.000-1,-3.000 2.000 2,-3.000 2.000-1,-2.000 0.000 1,0.000 2.000 0,-3.000 1.000 0,0.000 1.000 0,-2.000 2.000 1,-3.000 1.000 0,-2.000 1.000 2,-3.000 1.000 0,-2.000 2.000 1,-3.000 0.000-1,-3.000 3.000 0,-2.000 0.000-1,-1.000 1.000 1,0.000 2.000-1,0.000 1.000 1,0.000 2.000 1,0.000 0.000-1,0.000 0.000 1,0.000 0.000-1,0.000 0.000 0,0.000 1.000 0,2.000 3.000 0,1.000 2.000 1,1.000 3.000-1,2.000 0.000 1,0.000 0.000-2,3.000-3.000-1,0.000 0.000-1,1.000 0.000 0,2.000 1.000 1,1.000 1.000 0,2.000 1.000 1,0.000 1.000-2,2.000-2.000-1,1.000-1.000-4,2.000-2.000-2,0.000 0.000 0,2.000-2.000 2,1.000-1.000 3,2.000-2.000 2</inkml:trace>
</inkml:ink>
</file>

<file path=ppt/ink/ink60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09"/>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68300.000 855.000 1000,'10.000'0.000'-3,"-2.000"0.000"-3,-1.000 0.000-5,-2.000 0.000-4,0.000 0.000-1,1.000 0.000 4,-1.000 0.000 3,0.000 0.000 4,-1.000 0.000 0,1.000 0.000 0,1.000 0.000-2,-1.000 0.000-1,0.000 1.000 0,2.000 1.000 2,1.000 1.000 1,2.000 1.000 1,-1.000 1.000 1,-1.000 0.000-1,-1.000 0.000 0,-1.000 0.000-1,0.000 1.000 0,0.000 1.000 2,3.000 1.000 0,0.000 2.000 1,1.000-1.000 0,-2.000-1.000 0,-2.000-1.000 0,0.000-1.000 0,0.000-1.000 0,1.000 0.000 2,1.000 0.000 0,1.000 0.000 1,0.000 0.000 1,-2.000 0.000-2,-3.000 0.000 0,-3.000 0.000-1,-1.000 1.000 0,2.000 1.000 1,1.000 1.000 0,1.000 1.000 2,1.000 1.000-1,-2.000-2.000 0,-1.000-1.000 0,-1.000-2.000-2,-1.000 1.000 1,0.000 1.000 0,0.000 1.000 1,0.000 1.000 0,-1.000 1.000 1,-1.000-2.000-1,-1.000-1.000 0,-2.000-1.000-1,0.000-1.000 1,-2.000 2.000-1,-1.000 1.000 1,-2.000 2.000-1,1.000-1.000 1,1.000-1.000 0,1.000-1.000-1,1.000-1.000 1,1.000 0.000-1,0.000 1.000 1,0.000 1.000-1,0.000 1.000 0,0.000 1.000 1,0.000 0.000 1,0.000 0.000 2,0.000 0.000 0,1.000 0.000 1,0.000-2.000-1,3.000-1.000-1,0.000-1.000-1,0.000-1.000 0,0.000 0.000 1,-3.000 0.000 2,0.000 0.000 1,-1.000 0.000 0,3.000 2.000-1,-1.000 1.000-1,3.000 2.000-1,1.000-1.000 1,0.000-1.000 1,3.000-1.000 1,0.000-1.000 2,2.000 0.000 0,0.000 1.000-1,3.000 1.000-1,0.000 1.000-2,2.000 1.000 0,1.000-2.000-2,1.000-1.000-1,2.000-2.000-1,-1.000 0.000 0,-1.000 0.000-1,-1.000 0.000 1,-1.000 0.000 0,-1.000 1.000 0,2.000 1.000 1,2.000 1.000 0,0.000 2.000 1,1.000-1.000 0,0.000-1.000-1,0.000-1.000-1,0.000-1.000 0,0.000-1.000-1,-2.000 0.000 1,-1.000 0.000 0,-1.000 0.000 1,-2.000 0.000 0,-1.000 0.000 0,-1.000 0.000-1,-1.000 0.000 1,-1.000 1.000-1,0.000 1.000 1,0.000 1.000-1,0.000 1.000 1,-1.000 1.000-1,-3.000 0.000-1,-2.000 0.000-2,-3.000 0.000-2,-2.000 1.000 1,-3.000 1.000 0,-3.000 1.000 1,-1.000 2.000 1,-4.000 0.000 0,-1.000 2.000-4,-4.000 2.000-2,-2.000 0.000-3,-2.000 2.000-1,-3.000 1.000 2,-2.000 1.000 0,-3.000 2.000 3,-2.000-1.000 0,1.000-1.000 0,0.000-1.000 0,0.000-1.000 0,-1.000 0.000-1,-4.000 3.000 0,-1.000 3.000-2,-3.000 2.000-1,1.000-2.000 0,6.000-4.000 1,4.000-5.000 0,5.000-6.000 0</inkml:trace>
</inkml:ink>
</file>

<file path=ppt/ink/ink60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09"/>
    </inkml:context>
    <inkml:brush xml:id="br0">
      <inkml:brushProperty name="width" value="0.0174246672540903" units="cm"/>
      <inkml:brushProperty name="height" value="0.0174246672540903" units="cm"/>
      <inkml:brushProperty name="color" value="#000000"/>
      <inkml:brushProperty name="ignorePressure" value="0"/>
    </inkml:brush>
  </inkml:definitions>
  <inkml:trace contextRef="#ctx0" brushRef="#br0">65585.000 2605.000 841,'11.000'-1.000'-2,"1.000"-3.000"-5,1.000-2.000-5,1.000-3.000-4,2.000-1.000-2,-1.000 0.000 2,0.000 0.000 2,0.000 0.000 2,1.000 0.000 3,3.000 2.000 8,2.000 1.000 5,3.000 1.000 7,3.000 1.000 3,2.000 0.000 1,2.000 0.000 0,3.000 0.000 1,4.000 0.000 0,4.000 0.000-1,6.000 0.000-1,5.000 0.000 0,3.000 0.000-1,1.000-2.000-2,2.000-1.000-1,0.000-2.000-2,1.000 1.000-1,1.000 3.000 1,-1.000 2.000-2,1.000 3.000 1,-1.000 0.000-1,3.000-1.000-1,0.000-1.000-1,2.000-1.000-2,0.000-1.000 1,1.000 0.000 0,-1.000 0.000 1,0.000 0.000 0,1.000-1.000 1,2.000-1.000-1,0.000-1.000 0,2.000-1.000-1,0.000-1.000 0,1.000 0.000 0,-1.000-1.000 0,0.000 1.000 1,0.000 0.000-2,-4.000 0.000-3,-2.000 0.000-3,-2.000 0.000-2,-2.000 1.000-1,1.000 1.000 1,-1.000 1.000 1,0.000 1.000 0,0.000 0.000 0,-2.000-1.000-1,-1.000-1.000-2,0.000-1.000 0,-4.000 0.000-2,-3.000 3.000 0,-4.000 2.000 0,-4.000 3.000-1,-2.000 1.000 0,0.000 0.000 1,0.000 0.000 0,1.000 0.000 0,-2.000 0.000 0,0.000 0.000 1,-3.000 0.000-1,0.000 0.000 1,-2.000 0.000-1,-2.000 0.000 1,-3.000 0.000-2,-3.000 0.000 1,-3.000 0.000-1,-3.000 0.000 1,-5.000 0.000 1,-3.000 0.000 1,-1.000 0.000-2,-2.000 2.000-1,2.000 1.000-3,-1.000 2.000-3</inkml:trace>
</inkml:ink>
</file>

<file path=ppt/ink/ink60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13"/>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66300.000 3529.000 1000,'-10.000'-38.000'-2,"2.000"2.000"-1,1.000 2.000-3,1.000 3.000-3,2.000 4.000-1,1.000 6.000-1,1.000 7.000 0,2.000 6.000-1,0.000 2.000 1,0.000-1.000 0,0.000-1.000 1,0.000-1.000 0,0.000 0.000 2,2.000 3.000 1,1.000 2.000 1,1.000 3.000 1,1.000 1.000 1,-2.000 2.000 1,-1.000 1.000 0,-1.000 1.000 1,-1.000 3.000 0,0.000 2.000 2,0.000 2.000-1,0.000 3.000 2,-2.000 1.000 1,-1.000 0.000 0,-4.000-1.000 2,-1.000 1.000 2,-2.000 2.000-1,2.000 2.000-1,1.000 2.000 0,2.000 2.000-2,-1.000 2.000 0,-1.000 0.000 1,-1.000 0.000 0,-1.000 0.000 1,-1.000 1.000 0,0.000 1.000 0,0.000 1.000 0,0.000 2.000-1,0.000-2.000 0,2.000-1.000 1,1.000-4.000-1,2.000-1.000 1,0.000-3.000-1,2.000-1.000 0,1.000-1.000 1,1.000-1.000-1,2.000-1.000 0,1.000 0.000-1,1.000-1.000 0,2.000 2.000-1,0.000-3.000 0,2.000-4.000-1,1.000-3.000-1,2.000-5.000 0,1.000-1.000 0,3.000-2.000-1,2.000-1.000 0,2.000-1.000 0,2.000-3.000-1,1.000-2.000 0,-1.000-2.000-1,0.000-3.000-1,-1.000-2.000 0,1.000-2.000-1,1.000-4.000 0,-1.000-1.000-1,-2.000-3.000 0,-2.000-1.000 0,-2.000-1.000 0,-3.000-1.000 0,0.000-1.000 0,1.000-1.000 1,1.000 2.000 1,1.000-1.000 1,0.000 0.000 1,-3.000 2.000 0,-2.000 1.000 1,-2.000 1.000 0,-3.000 2.000 1,-1.000 1.000-1,-1.000 1.000 0,-2.000 2.000-1,0.000 0.000 1,0.000 2.000-1,0.000 1.000 1,0.000 2.000-1,0.000 1.000 0,-2.000 5.000 0,-1.000 3.000-2,-1.000 5.000 1,-1.000 1.000-1,0.000 0.000 1,-1.000 0.000 0,2.000 0.000 1,-1.000 0.000 0,2.000 2.000 1,1.000 1.000 0,2.000 1.000 0,-1.000 1.000 0,-1.000 1.000 0,-1.000-1.000-1,-2.000 0.000-1</inkml:trace>
</inkml:ink>
</file>

<file path=ppt/ink/ink60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13"/>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66700.000 3709.000 1000,'-9.000'10.000'-7,"3.000"-2.000"-11,2.000-1.000-12,3.000-1.000-12</inkml:trace>
</inkml:ink>
</file>

<file path=ppt/ink/ink60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13"/>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67200.000 3270.000 1000,'-19.000'0.000'-5,"2.000"0.000"-8,4.000 0.000-8,1.000 0.000-9,3.000 0.000-3,1.000 0.000 3,1.000 0.000 4,2.000 0.000 4,1.000 0.000 6,3.000 2.000 9,2.000 1.000 10,3.000 1.000 10,1.000 2.000 3,-1.000 1.000-4,2.000 1.000-3,-1.000 1.000-3,0.000 2.000-3,-1.000 1.000 0,1.000 1.000-2,1.000 1.000 0,-1.000 2.000 0,0.000-1.000-1,-1.000 0.000 0,1.000 0.000 1,0.000 0.000-1,-2.000 2.000 0,-1.000 1.000 0,-1.000 2.000 0,-1.000 0.000-1,0.000-1.000 0,0.000 2.000 0,0.000-1.000-2,0.000 0.000 1,0.000-1.000 0,0.000 1.000 1,0.000 1.000 1,0.000-2.000 0,0.000-1.000-2,0.000-1.000-1,0.000-1.000-1,0.000-2.000-1,0.000-1.000-1,0.000-1.000 0,0.000-1.000 0,0.000-2.000-1,0.000-1.000 0,0.000-1.000 0,0.000-1.000 0</inkml:trace>
</inkml:ink>
</file>

<file path=ppt/ink/ink61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14"/>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67639.000 3129.000 1000,'2.000'-20.000'0,"1.000"0.000"0,4.000 1.000 0,2.000-1.000 0,0.000 1.000-1,-1.000 5.000-1,-1.000 3.000-1,-2.000 5.000-1,1.000 1.000 0,1.000 2.000 3,1.000 1.000 1,1.000 1.000 3,2.000 1.000-1,-2.000-2.000-2,2.000-1.000-3,-1.000-2.000-1,0.000 1.000-2,0.000 1.000-1,-1.000 1.000 0,2.000 2.000 0,-1.000 0.000 0,2.000 0.000 1,1.000 0.000 1,2.000 0.000 0,0.000 0.000 1,0.000 0.000 0,0.000 0.000 1,0.000 0.000 0,-1.000 0.000 1,-1.000 2.000-1,-1.000 1.000 0,-1.000 1.000 0,-1.000 1.000 0,0.000 0.000-1,-1.000 1.000 0,2.000-1.000-1,-2.000 0.000 1,-1.000-1.000 0,-1.000 2.000 1,-1.000-1.000 1,-1.000 0.000 0,-1.000 2.000 1,1.000 1.000-1,1.000 2.000 1,-2.000 0.000-1,-1.000 0.000 1,-1.000 0.000 0,-1.000-1.000-1,-1.000 2.000 1,0.000-2.000 0,0.000 1.000 0,0.000 0.000 1,0.000 0.000 0,0.000 1.000 1,0.000-1.000 1,0.000 0.000 0,-2.000 0.000 1,-1.000-1.000-1,-4.000 2.000-1,-2.000-2.000 0,-1.000 2.000-1,0.000 1.000 2,1.000 1.000 0,-1.000 1.000 1,-2.000 2.000 0,-1.000-1.000-1,-4.000 0.000 0,-2.000 0.000 0,0.000 1.000-1,-1.000 2.000 1,0.000 4.000 1,0.000 2.000 0,0.000 0.000 1,-1.000-1.000-1,2.000-1.000-1,-1.000-1.000 0,0.000-1.000 0,-1.000 2.000 1,1.000 1.000 0,1.000 1.000 1,-1.000 1.000-1,2.000 0.000 1,1.000 0.000-1,2.000 0.000-1,1.000 0.000 1,0.000 0.000 0,2.000 0.000 2,2.000 0.000-1,0.000-1.000 1,2.000-2.000-2,1.000-4.000-1,2.000-2.000-1,0.000 0.000-1,2.000-1.000 1,1.000 0.000 0,1.000 0.000 1,3.000-2.000 0,1.000-2.000-2,4.000-2.000-1,2.000-3.000-2,2.000-1.000 1,0.000-2.000 0,2.000-1.000 1,2.000-1.000 2,0.000-1.000-1,-1.000 2.000-1,1.000 1.000-1,0.000 1.000-1,0.000 1.000 0,1.000-2.000 1,-1.000-1.000 1,0.000-1.000 0,-1.000-2.000 0,2.000-1.000-1,-1.000-1.000 0,-1.000-2.000-1,0.000 1.000 0,0.000-2.000 1,-2.000 2.000 0,-2.000-2.000 0,1.000 1.000 1,-1.000-2.000-1,0.000-1.000 1,0.000-2.000 0,-1.000 1.000-1,-1.000-2.000 2,-1.000 2.000 0,-1.000-1.000 0,-2.000-1.000 1,-1.000-1.000-1,-1.000-1.000 0,-2.000-1.000 0,0.000-2.000 0,0.000-1.000 1,0.000-1.000 1,0.000-1.000 1,0.000-1.000 2,-2.000 0.000-1,-1.000-1.000 1,-1.000 2.000 0,-2.000-2.000 1,-1.000 2.000-1,-1.000-2.000 0,-1.000 1.000 0,-2.000 0.000 0,-1.000-2.000-1,-1.000-1.000-1,-1.000-1.000 0,-1.000-1.000-1,0.000 0.000-1,-1.000 0.000 0,1.000 0.000-1,0.000-1.000 0,-2.000-1.000 1,-1.000-1.000 0,-1.000-2.000 0,0.000 0.000 0,2.000 1.000-3,4.000-1.000-1,1.000-1.000-4,3.000 1.000-1,1.000-2.000-1,1.000-1.000-3,2.000-1.000-1,-1.000 0.000-4,2.000 3.000-3,-2.000 2.000-5,1.000 2.000-3</inkml:trace>
</inkml:ink>
</file>

<file path=ppt/ink/ink61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37"/>
    </inkml:context>
    <inkml:brush xml:id="br0">
      <inkml:brushProperty name="width" value="0.0187043361365795" units="cm"/>
      <inkml:brushProperty name="height" value="0.0187043361365795" units="cm"/>
      <inkml:brushProperty name="color" value="#000000"/>
      <inkml:brushProperty name="ignorePressure" value="0"/>
    </inkml:brush>
  </inkml:definitions>
  <inkml:trace contextRef="#ctx0" brushRef="#br0">72883.000 9582.000 784,'-1.000'-13.000'1,"-4.000"1.000"2,-2.000 0.000 1,-4.000 0.000 3,0.000 2.000 4,4.000 4.000 4,2.000 6.000 6,3.000 4.000 5,4.000 2.000 1,3.000 0.000-3,2.000 0.000-5,4.000 0.000-3,0.000 1.000-3,-1.000 1.000-4,-1.000 2.000-3,-2.000 2.000-4,0.000-1.000-1,4.000-1.000 1,3.000-2.000 1,2.000-1.000 0,2.000-1.000-1,-2.000-3.000-4,-2.000 0.000-5,-1.000-3.000-4,1.000 0.000-2,0.000 0.000-1,2.000 0.000 0,2.000 0.000-1,-1.000 0.000-2,-1.000 0.000-7,-1.000 0.000-7,-2.000 0.000-5,-2.000 0.000-2,-1.000 0.000 7,-2.000 0.000 4,-1.000 0.000 6,0.000 1.000 3,-2.000 2.000 1,1.000 0.000 2,1.000 3.000 1</inkml:trace>
</inkml:ink>
</file>

<file path=ppt/ink/ink61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38"/>
    </inkml:context>
    <inkml:brush xml:id="br0">
      <inkml:brushProperty name="width" value="0.0172154624015093" units="cm"/>
      <inkml:brushProperty name="height" value="0.0172154624015093" units="cm"/>
      <inkml:brushProperty name="color" value="#000000"/>
      <inkml:brushProperty name="ignorePressure" value="0"/>
    </inkml:brush>
  </inkml:definitions>
  <inkml:trace contextRef="#ctx0" brushRef="#br0">72761.000 10290.000 851,'-11.000'12.000'5,"4.000"-2.000"8,2.000-2.000 10,4.000-1.000 8,3.000-2.000 1,5.000-1.000-9,4.000-2.000-8,5.000-1.000-9,3.000-1.000-6,-1.000 0.000-1,0.000 0.000-3,1.000 0.000-2,-1.000-1.000-3,0.000-1.000-4,0.000-2.000-4,1.000-1.000-5,0.000-2.000 0,2.000-1.000 0,1.000-2.000 0,1.000-2.000 2,1.000 0.000-1,-2.000 0.000-1,-1.000 0.000-1,-2.000-1.000 0,-2.000 1.000 0,0.000 0.000 3,-3.000 0.000 4,-1.000-1.000 3</inkml:trace>
</inkml:ink>
</file>

<file path=ppt/ink/ink61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38"/>
    </inkml:context>
    <inkml:brush xml:id="br0">
      <inkml:brushProperty name="width" value="0.0161864869296551" units="cm"/>
      <inkml:brushProperty name="height" value="0.0161864869296551" units="cm"/>
      <inkml:brushProperty name="color" value="#000000"/>
      <inkml:brushProperty name="ignorePressure" value="0"/>
    </inkml:brush>
  </inkml:definitions>
  <inkml:trace contextRef="#ctx0" brushRef="#br0">74691.000 7334.000 906,'-44.000'-22.000'0,"9.000"7.000"2,9.000 6.000 1,9.000 6.000 1,6.000 3.000 1,1.000 0.000 1,1.000 0.000 1,3.000 0.000 1,-1.000 1.000 0,2.000 1.000-1,-2.000 2.000-1,1.000 1.000 0,-1.000 2.000-1,-1.000 1.000 1,-2.000 2.000 0,-2.000 2.000 1,1.000 1.000-2,1.000 1.000-2,2.000 2.000-4,1.000 2.000-2,0.000 1.000-2,-2.000 2.000 0,0.000 1.000-1,-3.000 1.000 1,0.000 2.000 0,0.000-1.000 2,-1.000 1.000 2,1.000-1.000 1,0.000 2.000 2,0.000 3.000-2,0.000 3.000 1,-1.000 3.000-2,1.000 3.000 1,0.000 1.000-1,0.000 1.000-1,-1.000 2.000 1,1.000 2.000-1,0.000 1.000 0,0.000 1.000 0,0.000 2.000 0,0.000 1.000 0,-1.000 0.000 1,1.000 0.000 0,0.000 0.000 0,0.000-1.000 1,2.000-2.000 1,2.000 0.000 1,1.000-3.000 0,2.000-2.000 1,1.000-3.000 0,2.000-2.000-1,1.000-4.000-1,2.000-2.000 0,1.000 1.000 0,2.000-1.000-1,1.000 1.000 1,3.000-4.000 0,2.000-5.000-1,4.000-7.000 0,3.000-6.000 0,2.000-4.000-1,2.000-1.000 1,1.000-1.000 1,1.000-3.000 0,1.000 0.000-1,-2.000 0.000-1,-1.000 0.000 0,-2.000 0.000-2,-1.000 0.000 0,1.000-3.000-1,-1.000-1.000 0,0.000-1.000-1,1.000-3.000 0,-1.000-2.000 0,0.000-4.000-1,0.000-3.000 0,1.000-2.000 0,-1.000-1.000 1,1.000-3.000 1,-1.000 0.000 1,0.000-1.000 0,-2.000 2.000-1,-2.000 1.000 0,-1.000 2.000-1,-1.000 0.000 0,-3.000-1.000 1,0.000-3.000 0,-2.000 0.000 0,-1.000-2.000 1,0.000 1.000 1,0.000-1.000 1,0.000 1.000 0,0.000 0.000 1,-3.000-1.000 0,0.000 1.000 0,-3.000-1.000 0,0.000 2.000 0,-3.000 0.000-1,0.000 3.000 1,-3.000 1.000-1,0.000 0.000 0,0.000 1.000-1,0.000 0.000 1,0.000-1.000-1,-2.000 2.000 1,-3.000 1.000-1,-2.000 1.000 1,-4.000 2.000-1,-2.000 1.000 1,1.000 0.000-2,0.000 0.000 0,0.000-1.000-2,-1.000 1.000 1,-2.000 0.000 0,-1.000 0.000 1,-2.000 0.000 1,2.000 0.000-1,1.000 2.000-2,5.000 2.000-1,2.000 1.000-2,1.000 2.000 0,1.000 1.000 2,0.000 1.000 0,0.000 3.000 1,0.000-1.000 1,2.000-1.000-2,2.000-2.000 0,1.000-1.000-2,2.000-1.000-1,4.000 2.000 0,2.000 2.000-1,4.000 1.000-1</inkml:trace>
</inkml:ink>
</file>

<file path=ppt/ink/ink61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38"/>
    </inkml:context>
    <inkml:brush xml:id="br0">
      <inkml:brushProperty name="width" value="0.0169998686760664" units="cm"/>
      <inkml:brushProperty name="height" value="0.0169998686760664" units="cm"/>
      <inkml:brushProperty name="color" value="#000000"/>
      <inkml:brushProperty name="ignorePressure" value="0"/>
    </inkml:brush>
  </inkml:definitions>
  <inkml:trace contextRef="#ctx0" brushRef="#br0">75033.000 7871.000 862,'0.000'34.000'-9,"0.000"-7.000"-1,0.000-5.000 1,0.000-7.000-1,0.000-3.000 1,0.000 0.000-2,0.000 1.000-1,0.000-1.000 0,0.000 1.000 1,0.000 1.000 4,0.000 2.000 5,0.000 2.000 4,0.000 1.000 3,0.000 2.000 2,0.000 1.000 1,0.000 1.000 1,1.000 2.000 1,1.000-1.000-2,2.000 1.000 0,2.000-1.000-2,-1.000 0.000 0,2.000-2.000-2,-1.000-1.000-1,0.000-2.000-1,1.000-1.000 0,1.000 0.000 0,2.000 1.000 1,2.000-1.000 0,0.000-1.000 1,3.000-3.000 0,1.000-4.000 1,2.000-2.000 1,0.000-2.000-1,-3.000 0.000 0,0.000 0.000-1,-2.000 0.000-2,-1.000 0.000 1,0.000-2.000 1,1.000-2.000 1,-1.000-1.000 0,1.000-3.000 1,1.000-3.000 0,2.000-2.000-1,2.000-4.000-1,0.000-2.000 1,-2.000-1.000 2,-2.000-2.000 1,-1.000-2.000 1,-2.000-1.000 0,-1.000-2.000 0,-1.000-1.000-2,-2.000-1.000-1,-1.000-2.000-1,0.000 1.000-1,0.000-1.000-3,0.000 1.000-1,0.000-1.000 0,0.000 1.000 1,1.000-1.000 1,-2.000 1.000 1,1.000 0.000-1,-3.000-1.000-1,0.000 1.000-3,-2.000-1.000-2,-1.000 2.000-1,0.000 1.000 1,0.000 1.000 0,0.000 2.000 1,-2.000 0.000-1,-3.000 1.000 0,-2.000 0.000-1,-4.000 0.000 1,-1.000 0.000-2,0.000 2.000 0,0.000 1.000-1,0.000 2.000-1,-1.000 3.000 0,1.000 2.000-2,0.000 4.000 0,0.000 2.000-1,-2.000 2.000 1,-3.000 0.000-1,-3.000 0.000 2,-3.000 0.000-1,-1.000 1.000 1,-1.000 1.000 0,1.000 2.000-1,0.000 1.000-1,0.000 2.000-2,2.000 1.000-4,1.000 2.000-5,2.000 2.000-4</inkml:trace>
</inkml:ink>
</file>

<file path=ppt/ink/ink61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39"/>
    </inkml:context>
    <inkml:brush xml:id="br0">
      <inkml:brushProperty name="width" value="0.0189367216080427" units="cm"/>
      <inkml:brushProperty name="height" value="0.0189367216080427" units="cm"/>
      <inkml:brushProperty name="color" value="#000000"/>
      <inkml:brushProperty name="ignorePressure" value="0"/>
    </inkml:brush>
  </inkml:definitions>
  <inkml:trace contextRef="#ctx0" brushRef="#br0">73470.000 9313.000 774,'24.000'0.000'0,"-2.000"0.000"-2,-2.000 0.000 0,-1.000 0.000-2,0.000 0.000 1,-1.000 0.000 1,0.000 0.000 2,0.000 0.000 2,1.000 0.000 1,2.000 0.000 3,1.000 0.000 3,2.000 0.000 2,1.000 0.000 1,2.000 0.000-2,1.000 0.000-1,2.000 0.000-1,1.000-2.000-2,2.000-2.000-1,2.000-4.000 0,0.000-3.000-1,2.000 0.000-2,0.000 1.000 1,-1.000 2.000-2,1.000 1.000 1,1.000 0.000-2,4.000-2.000 1,1.000 0.000-1,5.000-3.000 0,1.000 0.000 1,0.000 0.000 2,0.000-1.000 3,-1.000 1.000 2,0.000 0.000 0,-1.000 0.000 0,-2.000 0.000-1,-1.000-1.000-1,-2.000 3.000 0,1.000 2.000 1,0.000 3.000 2,0.000 4.000 2,0.000 1.000 0,-1.000 0.000-2,1.000 0.000 0,0.000 0.000-2,-1.000-1.000-1,-2.000-1.000-2,-1.000-2.000-2,-1.000-1.000-2,-2.000-1.000-1,-2.000 3.000 0,-1.000 0.000 1,-2.000 3.000-1,0.000-1.000 2,-1.000-2.000 0,1.000 0.000 2,-1.000-3.000 1,0.000 0.000 0,-2.000 0.000-3,-1.000 0.000-1,-2.000 0.000-2,-1.000 0.000-2,1.000 0.000 0,-1.000 0.000-2,1.000-1.000 0,-1.000 1.000-1,1.000-3.000-1,-1.000-1.000-1,0.000-1.000 0,0.000-1.000-1,-2.000-1.000 2,-1.000 1.000 0,-2.000 0.000 1,-1.000 0.000 0,-2.000 3.000-2,-2.000 0.000 0,-1.000 2.000-2,-2.000 1.000-5,-1.000 0.000-11,-1.000 0.000-11,-2.000 0.000-10</inkml:trace>
</inkml:ink>
</file>

<file path=ppt/ink/ink61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39"/>
    </inkml:context>
    <inkml:brush xml:id="br0">
      <inkml:brushProperty name="width" value="0.0162794943898916" units="cm"/>
      <inkml:brushProperty name="height" value="0.0162794943898916" units="cm"/>
      <inkml:brushProperty name="color" value="#000000"/>
      <inkml:brushProperty name="ignorePressure" value="0"/>
    </inkml:brush>
  </inkml:definitions>
  <inkml:trace contextRef="#ctx0" brushRef="#br0">73836.000 9997.000 900,'1.000'-12.000'1,"1.000"0.000"0,2.000-1.000 1,1.000 1.000 1,2.000 1.000 0,-1.000 4.000 0,0.000 2.000 0,0.000 4.000 0,2.000 0.000 1,2.000-1.000 2,4.000-2.000 3,3.000-2.000 1,1.000 1.000 2,0.000 1.000-2,1.000 2.000-1,-1.000 1.000-2,1.000 1.000-1,2.000 0.000-2,1.000 0.000-2,1.000 0.000 0,2.000 0.000-3,-1.000 0.000 0,1.000 0.000-1,-1.000 0.000-2,1.000 1.000 0,-1.000 1.000-1,0.000 2.000 1,1.000 1.000-1,-2.000 2.000-1,-3.000 2.000 0,-4.000 1.000 0,-2.000 1.000-1,-1.000 1.000 0,-1.000 1.000 0,0.000-1.000-1,0.000 0.000 0,0.000 0.000 1,-2.000 0.000-1,-2.000 1.000 0,-1.000-1.000 1,-2.000 0.000 0,-1.000 0.000 1,-2.000 0.000 2,-1.000 1.000 0,-1.000-1.000 0,0.000 0.000-2,0.000 0.000-1,0.000 1.000-2,-1.000 0.000 0,-4.000 1.000 0,-3.000 2.000 1,-2.000 2.000 0,-3.000-1.000 1,1.000-1.000 1,0.000-1.000 0,0.000-2.000 0,-2.000 0.000 1,0.000 1.000 0,-2.000 2.000-1,-1.000 2.000 1,-2.000-1.000 1,1.000-1.000 0,0.000-1.000 1,-1.000-2.000 1,1.000-1.000 1,0.000 0.000 1,-1.000 1.000 0,1.000-1.000 1,0.000 0.000 0,2.000 0.000 0,2.000 0.000 1,1.000 1.000 0,1.000-2.000 0,-1.000-1.000 0,1.000-2.000 1,0.000-1.000 0,1.000-1.000 1,4.000 0.000 0,2.000 1.000 1,4.000-1.000 0,1.000-1.000 3,3.000-1.000 7,1.000-2.000 5,1.000-1.000 7,2.000-1.000 0,1.000 0.000-4,2.000 0.000-6,1.000 0.000-4,2.000 0.000-4,-1.000 0.000-2,0.000 0.000-2,1.000 0.000-1,0.000 0.000-2,1.000 0.000-1,2.000 0.000 0,2.000 0.000-2,0.000 0.000 0,0.000 0.000-1,1.000 0.000 0,-1.000 0.000 0,0.000 1.000-1,-3.000 1.000 1,0.000 2.000-1,-2.000 1.000 1,0.000 1.000 0,1.000 0.000 0,2.000 0.000 1,2.000 1.000 0,-1.000-1.000 1,-3.000 0.000 1,-4.000 0.000 0,-2.000 0.000 2,-2.000 0.000-1,0.000 0.000 0,0.000 0.000 0,0.000 0.000-1,0.000 1.000 0,0.000 2.000-1,1.000 1.000 1,-2.000 1.000-1,1.000 1.000 0,-2.000 1.000 1,-2.000-1.000-1,-1.000 0.000 0,-2.000 1.000 1,-1.000 1.000-1,-2.000 2.000 1,-2.000 2.000 0,0.000 0.000-1,-3.000-2.000 0,-1.000-2.000 0,-1.000-1.000 0,-1.000 0.000-1,0.000 2.000 1,-1.000 1.000 0,1.000 1.000 1,-1.000 1.000-1,-1.000-2.000-1,-2.000-2.000-2,-2.000-1.000-2,0.000 0.000 1,2.000 2.000 0,2.000 1.000 1,1.000 1.000 2,-1.000 2.000-1,-2.000-1.000-1,-4.000 0.000-2,-3.000 1.000 0,-1.000-3.000-1,2.000-2.000 1,1.000-3.000 2,2.000-3.000 0,2.000-2.000-1,0.000 3.000-2,3.000 1.000-4,1.000 1.000-2,0.000 0.000-1,-2.000-3.000 1,0.000-4.000 0,-3.000-2.000 1,1.000-3.000 0,4.000-1.000-3,2.000-2.000-1,3.000-2.000-2,3.000 0.000 0,1.000-3.000 2,2.000-1.000 2,1.000-1.000 3</inkml:trace>
</inkml:ink>
</file>

<file path=ppt/ink/ink61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40"/>
    </inkml:context>
    <inkml:brush xml:id="br0">
      <inkml:brushProperty name="width" value="0.0162458419799805" units="cm"/>
      <inkml:brushProperty name="height" value="0.0162458419799805" units="cm"/>
      <inkml:brushProperty name="color" value="#000000"/>
      <inkml:brushProperty name="ignorePressure" value="0"/>
    </inkml:brush>
  </inkml:definitions>
  <inkml:trace contextRef="#ctx0" brushRef="#br0">74740.000 9899.000 902,'11.000'-10.000'6,"0.000"2.000"-2,-3.000 3.000-1,-1.000 4.000-1,0.000 0.000-1,1.000-1.000 0,2.000-2.000-1,2.000-1.000 1,0.000-1.000-2,0.000 2.000 0,0.000 2.000 0,0.000 1.000-2,1.000 1.000 0,2.000-3.000 0,1.000 0.000 1,1.000-3.000 1,1.000 1.000 0,-2.000 1.000 0,-2.000 2.000 0,0.000 1.000-1,-1.000 0.000 1,1.000-1.000 0,2.000-2.000 0,2.000-1.000 0,-2.000-1.000 0,-2.000 3.000 1,-3.000 0.000 1,-4.000 3.000-1,-1.000 0.000 1,1.000 0.000 0,-1.000 0.000-1,0.000 0.000 0,0.000 0.000 0,0.000 0.000 1,0.000 0.000-1,0.000 0.000 2,0.000 1.000 0,-2.000 4.000 1,-2.000 2.000 1,-1.000 4.000 2,-1.000 3.000 0,0.000 2.000 1,0.000 4.000-1,0.000 3.000 1,-1.000 2.000-1,-1.000-1.000 0,-2.000 1.000-2,-2.000-1.000 0,0.000 1.000-1,0.000 2.000-1,0.000 1.000-1,0.000 2.000 0,0.000 1.000 0,0.000 2.000 1,-1.000 1.000-1,1.000 2.000 1,0.000 2.000 0,0.000 4.000 1,0.000 2.000 0,0.000 3.000 0,0.000 1.000 0,0.000-4.000 0,0.000-3.000 0,0.000-3.000-1,-1.000 0.000 0,1.000 1.000-2,1.000 1.000 0,-2.000 2.000-2,1.000-1.000-1,0.000-2.000 0,0.000-4.000-1,0.000-3.000-1,0.000-2.000 1,0.000 1.000 1,-1.000-1.000 1,1.000 1.000 1,0.000-2.000-1,0.000-3.000-1,0.000-3.000-2,0.000-3.000-3,0.000-3.000 0,0.000-1.000-1,0.000-1.000-1,-1.000-2.000 0,2.000-3.000-5,1.000-5.000-7,2.000-4.000-9,1.000-5.000-7</inkml:trace>
</inkml:ink>
</file>

<file path=ppt/ink/ink61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40"/>
    </inkml:context>
    <inkml:brush xml:id="br0">
      <inkml:brushProperty name="width" value="0.0173326190561056" units="cm"/>
      <inkml:brushProperty name="height" value="0.0173326190561056" units="cm"/>
      <inkml:brushProperty name="color" value="#000000"/>
      <inkml:brushProperty name="ignorePressure" value="0"/>
    </inkml:brush>
  </inkml:definitions>
  <inkml:trace contextRef="#ctx0" brushRef="#br0">75449.000 9997.000 846,'-1.000'-11.000'0,"-1.000"4.000"-1,-2.000 2.000 1,-1.000 4.000 0,0.000 2.000-1,1.000 4.000-1,1.000 2.000-1,3.000 4.000 0,0.000 1.000 0,0.000 0.000-1,0.000 1.000 2,0.000-1.000 0,0.000 2.000 0,0.000 2.000 1,0.000 4.000 1,0.000 3.000 1,0.000 2.000 0,3.000-1.000 2,1.000 0.000 0,1.000 1.000 1,1.000 0.000 1,0.000 2.000 2,0.000 1.000 2,0.000 2.000 2,1.000 0.000 0,1.000 1.000-2,2.000-1.000-1,2.000 1.000-1,0.000 0.000 0,0.000-1.000-1,0.000 1.000 1,0.000-1.000 0,1.000-1.000 0,2.000-3.000 0,1.000-3.000-1,2.000-3.000-1,-1.000-2.000 1,-1.000 1.000-1,-1.000-1.000 1,-2.000 0.000 0,0.000 0.000-1,1.000-2.000-1,2.000-2.000 0,2.000-1.000-1,0.000-2.000 0,-2.000-3.000-1,-2.000-4.000-1,-1.000-2.000 0,-1.000-2.000 0,0.000 0.000-2,1.000 0.000-1,-1.000 0.000 0,-2.000-1.000-2,-5.000-1.000-1,-4.000-2.000-2,-5.000-2.000-1,-4.000 2.000 0,-3.000 2.000 0,-2.000 4.000 3,-4.000 2.000 0,-1.000 3.000 1,2.000-1.000 0,2.000 0.000-1,1.000 0.000 0,0.000 1.000-1,-2.000 1.000 1,-1.000 2.000-1,-1.000 2.000 1,-2.000 1.000-1,1.000 1.000 0,0.000 2.000 0,0.000 2.000-1,-1.000-2.000 1,1.000-2.000-1,0.000-3.000 0,-1.000-3.000-1,1.000-2.000 1,0.000 3.000 1,-1.000 1.000 1,1.000 1.000 0,0.000 0.000 1,2.000-4.000 0,2.000-2.000-1,1.000-3.000-1,1.000-2.000 1,0.000 0.000 0,-1.000 0.000 0,1.000 0.000 0,1.000-1.000-1,4.000-1.000-1,2.000-2.000-1,3.000-2.000-3,2.000 0.000 0,-2.000-3.000-3,-2.000-1.000-2,-2.000-1.000-3</inkml:trace>
</inkml:ink>
</file>

<file path=ppt/ink/ink61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40"/>
    </inkml:context>
    <inkml:brush xml:id="br0">
      <inkml:brushProperty name="width" value="0.0170819107443094" units="cm"/>
      <inkml:brushProperty name="height" value="0.0170819107443094" units="cm"/>
      <inkml:brushProperty name="color" value="#000000"/>
      <inkml:brushProperty name="ignorePressure" value="0"/>
    </inkml:brush>
  </inkml:definitions>
  <inkml:trace contextRef="#ctx0" brushRef="#br0">75522.000 10192.000 858,'1.000'-12.000'-3,"1.000"0.000"-5,2.000 0.000-6,1.000 0.000-6,1.000 0.000 2,0.000 2.000 10,1.000 2.000 8,-1.000 1.000 11,0.000 2.000 5,0.000 1.000 2,0.000 1.000 4,0.000 3.000 2,1.000 0.000 0,1.000 0.000-3,2.000 0.000-3,2.000 0.000-2,0.000 0.000-3,0.000 0.000-2,1.000 0.000-2,-1.000 0.000-2,0.000-1.000-4,0.000-1.000-7,0.000-2.000-5,0.000-2.000-6,1.000 0.000-8,-1.000 0.000-10,0.000 0.000-10,0.000 0.000-9</inkml:trace>
</inkml:ink>
</file>

<file path=ppt/ink/ink62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41"/>
    </inkml:context>
    <inkml:brush xml:id="br0">
      <inkml:brushProperty name="width" value="0.0188666228204966" units="cm"/>
      <inkml:brushProperty name="height" value="0.0188666228204966" units="cm"/>
      <inkml:brushProperty name="color" value="#000000"/>
      <inkml:brushProperty name="ignorePressure" value="0"/>
    </inkml:brush>
  </inkml:definitions>
  <inkml:trace contextRef="#ctx0" brushRef="#br0">76451.000 8018.000 777,'-14.000'12.000'0,"-3.000"0.000"0,-3.000 1.000 0,-3.000-1.000 0,1.000-1.000 2,5.000-1.000 6,4.000-1.000 4,4.000-3.000 5,4.000 1.000 2,1.000 2.000-1,2.000 1.000-1,1.000 1.000-1,2.000 1.000-2,1.000-3.000-1,2.000 0.000-1,1.000-2.000-3,4.000 0.000 0,4.000 1.000 0,4.000 2.000 1,5.000 1.000-1,3.000 2.000 0,-1.000-1.000-3,0.000 0.000 0,1.000 0.000-3,0.000 0.000 0,2.000 1.000-2,1.000-1.000-1,2.000 0.000 0,1.000 0.000-1,-1.000 1.000-1,0.000-1.000 0,1.000 0.000 0,-1.000-1.000-2,-2.000-1.000-1,-1.000-1.000-3,-2.000-2.000 0,-1.000-1.000-2,1.000 3.000 1,-1.000 1.000 0,1.000 1.000 1,-1.000 1.000-2,-3.000 1.000-2,0.000-1.000-1,-2.000 0.000-4,-1.000 0.000 1,-2.000 1.000 1,-2.000-1.000 1,-1.000 0.000 2,-1.000-1.000 0,-2.000-1.000-2,-2.000-1.000-1,-1.000-2.000-1</inkml:trace>
</inkml:ink>
</file>

<file path=ppt/ink/ink62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41"/>
    </inkml:context>
    <inkml:brush xml:id="br0">
      <inkml:brushProperty name="width" value="0.018198749050498" units="cm"/>
      <inkml:brushProperty name="height" value="0.018198749050498" units="cm"/>
      <inkml:brushProperty name="color" value="#000000"/>
      <inkml:brushProperty name="ignorePressure" value="0"/>
    </inkml:brush>
  </inkml:definitions>
  <inkml:trace contextRef="#ctx0" brushRef="#br0">76866.000 7969.000 805,'-2.000'-12.000'2,"-5.000"0.000"5,-4.000-1.000 3,-6.000 1.000 4,0.000 3.000 3,4.000 6.000 1,2.000 6.000 1,3.000 6.000 0,3.000 3.000 0,1.000 1.000-4,2.000-1.000-4,1.000 0.000-2,0.000 2.000-3,-1.000 3.000-1,-2.000 2.000-1,-1.000 4.000-1,-1.000 2.000-1,0.000-1.000 0,0.000 1.000-1,0.000-1.000-1,-1.000 0.000 0,1.000 1.000-1,0.000-1.000 0,0.000 1.000 0,-1.000 0.000 0,-1.000 2.000 3,-2.000 1.000 1,-1.000 2.000 2,-2.000 0.000-1,1.000-2.000-2,0.000-2.000-5,-1.000 0.000-2,1.000-1.000-2,0.000 2.000 0,0.000 1.000 1,0.000 2.000 0,-2.000 0.000-1,-3.000 1.000-1,-2.000-1.000-3,-4.000 1.000-1,-1.000-1.000-3,5.000-2.000-2,2.000-1.000-4,3.000-2.000-2,2.000-2.000-1,0.000-3.000 4,-1.000-4.000 1,1.000-2.000 4,0.000-2.000-1,0.000 0.000-4,0.000 1.000-2,-1.000-1.000-3</inkml:trace>
</inkml:ink>
</file>

<file path=ppt/ink/ink62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44"/>
    </inkml:context>
    <inkml:brush xml:id="br0">
      <inkml:brushProperty name="width" value="0.0165441334247589" units="cm"/>
      <inkml:brushProperty name="height" value="0.0165441334247589" units="cm"/>
      <inkml:brushProperty name="color" value="#000000"/>
      <inkml:brushProperty name="ignorePressure" value="0"/>
    </inkml:brush>
  </inkml:definitions>
  <inkml:trace contextRef="#ctx0" brushRef="#br0">76880.000 6890.000 886,'-2.000'10.000'0,"-1.000"0.000"0,-4.000-1.000 0,-1.000 2.000 0,-2.000-2.000-3,2.000-1.000-7,1.000-1.000-7,2.000-2.000-6,0.000 0.000-2,0.000-2.000 2,-1.000-1.000 3,2.000-2.000 3,-1.000 2.000 5,2.000 2.000 7,1.000 2.000 9,2.000 3.000 7,0.000 1.000 4,0.000 2.000-2,0.000 1.000 0,0.000 2.000-3,0.000 0.000 0,0.000-1.000-2,0.000 1.000-2,0.000 1.000-1,0.000-1.000 0,0.000 2.000 2,0.000 1.000 3,0.000 1.000 2,0.000 1.000 0,0.000 0.000 1,0.000 1.000 0,0.000-1.000-1,0.000 0.000 1,0.000 0.000-2,0.000 0.000-1,0.000 0.000 0,0.000-1.000-2,2.000-1.000-1,1.000-1.000-3,2.000-1.000-1,0.000-2.000-1,-1.000-1.000 1,2.000-1.000 1,-1.000-1.000 0,0.000-2.000 1,-1.000-1.000-2,1.000-1.000-1,1.000-1.000-1,-1.000-3.000-2,2.000-1.000-3,1.000-4.000-1,2.000-1.000-3,0.000-3.000 0,0.000-1.000 1,-1.000-1.000 3,1.000-1.000 2,-1.000-2.000 1,-2.000-1.000-1,-4.000-1.000-1,-2.000-1.000 0,0.000-2.000 0,1.000 1.000 0,1.000 1.000 1,2.000-1.000 0,0.000-1.000 1,0.000-1.000-1,-1.000-1.000 0,1.000-2.000-1,0.000 1.000 0,-2.000-1.000 0,-1.000 0.000-1,-1.000 0.000 0,-1.000-1.000-2,2.000-1.000 1,1.000-1.000-1,1.000-1.000 0,1.000-1.000 0,-2.000 2.000-2,-1.000 1.000-1,-1.000 1.000-1,-1.000 2.000-1,2.000-2.000 1,1.000 2.000 0,2.000-1.000 1,-1.000 0.000-1,-1.000 2.000-2,-1.000 1.000 0,-2.000 1.000-2,1.000 1.000 0,1.000 1.000 1,1.000-1.000 1,2.000 0.000 0,-1.000 1.000 2,-1.000 3.000 1,-1.000 2.000 1,-2.000 2.000 1,0.000 2.000 1,0.000 1.000 1,0.000-1.000 2,0.000 0.000 1,1.000 0.000 1,1.000 2.000 0,1.000 1.000 0,2.000 2.000 1,-1.000 1.000 0,-1.000 3.000-1,-1.000 2.000 1,-1.000 3.000 0,-1.000 0.000 0,0.000-1.000 0,0.000-1.000 0,0.000-1.000 0,0.000-1.000 0,2.000 2.000 0,1.000 1.000 0,1.000 1.000 0</inkml:trace>
</inkml:ink>
</file>

<file path=ppt/ink/ink62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44"/>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77300.000 7330.000 1000,'-10.000'0.000'-34,"2.000"0.000"7,1.000 0.000 8,1.000 0.000 8</inkml:trace>
</inkml:ink>
</file>

<file path=ppt/ink/ink62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44"/>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77460.000 6609.000 1000,'-18.000'10.000'-30,"6.000"-2.000"6,4.000-1.000 7,5.000-1.000 5,3.000-1.000 4,0.000 2.000 1,0.000 1.000 1,0.000 1.000 1,0.000 2.000 1,0.000 1.000 2,0.000 1.000 2,0.000 1.000 2,1.000 1.000 1,1.000 1.000 0,1.000-1.000 1,2.000 0.000 0,0.000 0.000 1,-1.000 2.000 0,1.000 1.000 1,1.000 2.000 0,-2.000 0.000 0,-1.000 2.000 1,-1.000 1.000 0,-1.000 2.000 0,-1.000 0.000 0,2.000 0.000-1,1.000 0.000 0,1.000 0.000-2,1.000-1.000 0,-2.000-1.000 0,-1.000-1.000-1,-1.000-1.000 0,-1.000-1.000-1,0.000-1.000-2,0.000 1.000-3,0.000 0.000-3,0.000-1.000 1,2.000-3.000 1,1.000-2.000 2,1.000-3.000 2,1.000-1.000-3,-2.000-2.000-9,-1.000-1.000-9,-1.000-1.000-9,-1.000-3.000-2,0.000-1.000 6,0.000-4.000 6,0.000-1.000 5,0.000-3.000 4,2.000-1.000 2,1.000-1.000 0,2.000-2.000 3</inkml:trace>
</inkml:ink>
</file>

<file path=ppt/ink/ink62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45"/>
    </inkml:context>
    <inkml:brush xml:id="br0">
      <inkml:brushProperty name="width" value="0.0178590584546328" units="cm"/>
      <inkml:brushProperty name="height" value="0.0178590584546328" units="cm"/>
      <inkml:brushProperty name="color" value="#000000"/>
      <inkml:brushProperty name="ignorePressure" value="0"/>
    </inkml:brush>
  </inkml:definitions>
  <inkml:trace contextRef="#ctx0" brushRef="#br0">77800.000 6409.000 821,'9.000'0.000'-70,"-1.000"0.000"20,-1.000 0.000 20,-1.000 0.000 19,-1.000 0.000 11,-1.000-2.000 1,1.000-1.000 1,1.000-1.000 1,-1.000-1.000 0,2.000 2.000 0,1.000 1.000 0,2.000 2.000-1,0.000 0.000 0,0.000 0.000 0,-1.000 0.000 0,1.000 0.000 0,1.000 0.000 1,-2.000 0.000-1,2.000 0.000 1,-1.000 0.000-1,0.000-1.000 1,0.000-1.000 0,-1.000-1.000 0,2.000-2.000 0,-2.000 1.000-1,1.000 1.000 0,0.000 1.000-1,0.000 2.000-1,1.000 0.000 0,-1.000 2.000 1,0.000 1.000 2,0.000 1.000 0,0.000 2.000 1,0.000-1.000 1,-1.000 0.000 0,1.000 0.000 1,0.000-1.000 0,-2.000 1.000-2,-1.000 0.000 0,-1.000 0.000-2,-2.000 1.000 0,-1.000 1.000 1,-1.000 1.000 1,-1.000 2.000 0,-1.000-1.000 0,0.000 1.000 1,0.000 1.000-1,0.000-1.000 2,0.000 0.000-1,0.000 2.000 1,0.000 1.000 0,0.000 2.000 1,-1.000 0.000 0,-1.000-1.000-1,-1.000 1.000-1,-1.000 1.000-1,-2.000-1.000 0,-1.000 2.000 0,-1.000 1.000 0,-2.000 1.000 0,1.000 1.000-1,1.000 0.000 1,1.000 1.000 0,1.000-1.000 0,1.000 0.000-1,-2.000 2.000 1,-1.000 1.000-1,-1.000 2.000 1,-1.000 0.000-1,-1.000 0.000 0,1.000 0.000 1,0.000 0.000-1,1.000 0.000 1,1.000 0.000-2,1.000 0.000 0,1.000 0.000-1,2.000-1.000 0,1.000-1.000 0,1.000-1.000-1,2.000-1.000 0,0.000-2.000-1,0.000-1.000 2,0.000-1.000 0,0.000-1.000 1,0.000-2.000-1,0.000-1.000-2,0.000-1.000-1,0.000-1.000-1,0.000-2.000-1,2.000-1.000 2,1.000-1.000 0,1.000-1.000 2,2.000-2.000 0,1.000-1.000-3,1.000-1.000-1,1.000-1.000-3,1.000-2.000 0,-2.000-1.000 1,-1.000-1.000 1,-1.000-1.000 0,-1.000-2.000 1,2.000-1.000-1,1.000-1.000 1,2.000-1.000-1,0.000-1.000 0,0.000 2.000 0,-1.000 1.000 2,1.000 1.000-1,0.000 1.000 2,-2.000 0.000-1,-1.000 1.000 0,-1.000-1.000 0,-1.000-1.000 1,2.000-1.000 1,1.000-1.000 0,2.000-2.000 1,-1.000 1.000 1,-4.000 1.000-2,-1.000 1.000-1,-2.000 2.000-1,-2.000-1.000 0,0.000 2.000 1,0.000-1.000-1,0.000-1.000 1,0.000 1.000 2,0.000-2.000 2,0.000-1.000 3,0.000-1.000 3,-1.000-1.000 1,-1.000 2.000-1,-1.000 1.000 0,-2.000 1.000-1,0.000 1.000 1,1.000-2.000 3,-1.000-1.000 3,-1.000-1.000 3,1.000-1.000 0,-2.000 2.000-1,-1.000 1.000-2,-2.000 2.000-1,0.000-1.000-1,0.000-1.000-2,1.000-1.000-2,-1.000-2.000-1,-1.000 1.000-1,-1.000-1.000-2,-1.000 0.000-1,-1.000 0.000-1,-1.000 0.000-1,2.000-1.000-2,1.000 2.000 1,2.000-1.000-1,0.000 0.000-3,0.000-1.000-2,0.000 1.000-5,0.000 1.000-2,-1.000-3.000-1,-1.000-1.000 1,-1.000-4.000 2,-1.000-1.000 2,0.000-2.000-1,0.000 0.000-3,2.000-1.000-3,2.000 1.000-2,0.000 0.000-2,-1.000-2.000 2,1.000-1.000 2,0.000-2.000 1,0.000-1.000 0,1.000-3.000-2,-1.000-2.000-3,0.000-2.000-3,0.000-1.000 1,2.000 5.000 4,1.000 3.000 3,2.000 5.000 4</inkml:trace>
</inkml:ink>
</file>

<file path=ppt/ink/ink62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46"/>
    </inkml:context>
    <inkml:brush xml:id="br0">
      <inkml:brushProperty name="width" value="0.0150342369452119" units="cm"/>
      <inkml:brushProperty name="height" value="0.0150342369452119" units="cm"/>
      <inkml:brushProperty name="color" value="#000000"/>
      <inkml:brushProperty name="ignorePressure" value="0"/>
    </inkml:brush>
  </inkml:definitions>
  <inkml:trace contextRef="#ctx0" brushRef="#br0">74319.000 13030.000 975,'10.000'0.000'15,"-2.000"0.000"-7,-1.000 0.000-6,-1.000 0.000-8,-1.000 0.000-3,0.000 2.000-3,-1.000 1.000-3,1.000 1.000-2,1.000 2.000 2,1.000 1.000 7,1.000 1.000 7,2.000 1.000 8,0.000 3.000 3,2.000 1.000-2,1.000 4.000 0,2.000 2.000-2,0.000 1.000-1,0.000 0.000 2,0.000-1.000-1,0.000 2.000 1,0.000-2.000-1,2.000-1.000-1,1.000-1.000-2,2.000-1.000 0,-1.000-2.000-2,-1.000 2.000-1,-1.000-1.000-1,-1.000-1.000-1,-1.000 1.000 0,0.000-2.000-2,0.000-1.000 1,0.000-2.000-2,-1.000 0.000 0,-1.000-2.000 0,-1.000-1.000 0,-1.000-2.000-1,-1.000 1.000 0,0.000-2.000-3,-1.000 2.000-3,2.000-2.000-1,-2.000 1.000-4,-1.000-2.000-3,-1.000-1.000-5,-1.000-1.000-4</inkml:trace>
</inkml:ink>
</file>

<file path=ppt/ink/ink62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46"/>
    </inkml:context>
    <inkml:brush xml:id="br0">
      <inkml:brushProperty name="width" value="0.0175585839897394" units="cm"/>
      <inkml:brushProperty name="height" value="0.0175585839897394" units="cm"/>
      <inkml:brushProperty name="color" value="#000000"/>
      <inkml:brushProperty name="ignorePressure" value="0"/>
    </inkml:brush>
  </inkml:definitions>
  <inkml:trace contextRef="#ctx0" brushRef="#br0">74780.000 12750.000 835,'0.000'-10.000'-1,"0.000"0.000"-2,0.000 0.000-2,0.000-1.000-1,-1.000 3.000 0,-1.000 1.000 3,-1.000 4.000 2,-2.000 2.000 4,0.000 2.000 1,1.000 5.000 1,-1.000 3.000 1,0.000 4.000 1,-1.000 3.000 1,-1.000 1.000 0,-1.000 1.000 2,-2.000 2.000-1,1.000 0.000 2,1.000 2.000 0,1.000 1.000 0,1.000 2.000 2,1.000 0.000-2,-2.000 0.000 0,-1.000 0.000-1,-1.000 0.000 0,-1.000 0.000-2,2.000 0.000 0,1.000 0.000 0,2.000 0.000 0,-1.000 0.000-2,-1.000 0.000-3,-1.000 0.000-3,-1.000 0.000-2,-1.000 0.000 0,0.000 2.000 0,0.000 1.000 0,0.000 1.000 2,0.000 1.000-1,-1.000 1.000-4,1.000-1.000-4,0.000 0.000-3,-1.000-1.000-3,0.000 1.000-2,-2.000 1.000-2,-2.000-1.000-3,1.000-1.000 1,-2.000-1.000 0,2.000-1.000 0,-1.000-2.000 2,1.000-1.000-1,0.000-3.000-3,2.000-2.000-1,2.000-3.000-3</inkml:trace>
</inkml:ink>
</file>

<file path=ppt/ink/ink62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58"/>
    </inkml:context>
    <inkml:brush xml:id="br0">
      <inkml:brushProperty name="width" value="0.0194147601723671" units="cm"/>
      <inkml:brushProperty name="height" value="0.0194147601723671" units="cm"/>
      <inkml:brushProperty name="color" value="#000000"/>
      <inkml:brushProperty name="ignorePressure" value="0"/>
    </inkml:brush>
  </inkml:definitions>
  <inkml:trace contextRef="#ctx0" brushRef="#br0">75560.000 13150.000 755,'-10.000'0.000'0,"-1.000"0.000"0,1.000 0.000 0,0.000 0.000 0,0.000 0.000 0,1.000 0.000 0,-1.000 0.000 0,0.000 0.000 0,1.000 0.000 2,2.000 2.000 6,4.000 1.000 4,2.000 2.000 5,4.000-1.000 2,6.000 1.000 1,7.000 1.000 1,6.000-1.000-1,3.000-1.000 0,0.000-1.000-2,0.000-1.000-3,0.000-2.000-2,0.000 0.000-2,2.000-2.000-2,1.000-1.000-1,1.000-1.000-2,2.000 0.000-1,1.000 3.000-1,1.000 2.000 0,2.000 3.000 1,-1.000 0.000-2,-1.000-1.000-1,-1.000-1.000 0,-1.000-2.000-2,-2.000 0.000 0,-1.000 0.000 0,-1.000 0.000-1,-2.000 0.000 0,1.000 1.000 0,1.000 1.000-1,1.000 1.000 1,2.000 2.000-1,-1.000-1.000 1,-1.000-1.000 1,-1.000-1.000 1,-1.000-1.000 2,-1.000-1.000-1,0.000 0.000-2,0.000 0.000-1,0.000 0.000-3,0.000 0.000 0,0.000 2.000 1,0.000 1.000 0,0.000 1.000 1,-1.000 0.000 0,-1.000-2.000 0,-1.000-4.000 0,-1.000-2.000 0,-2.000-1.000 0,-1.000 1.000-1,-1.000-1.000-1,-2.000 0.000 0,0.000 0.000 0,1.000 2.000 1,-1.000 1.000 1,0.000 1.000 1,-1.000 1.000-1,-1.000-2.000-2,-1.000-1.000-1,-1.000-1.000-3,-4.000 0.000-6,-5.000 5.000-11,-4.000 3.000-11,-5.000 4.000-11,-4.000 2.000-3,2.000-2.000 7,-1.000-1.000 7,-1.000-2.000 7</inkml:trace>
</inkml:ink>
</file>

<file path=ppt/ink/ink62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59"/>
    </inkml:context>
    <inkml:brush xml:id="br0">
      <inkml:brushProperty name="width" value="0.0166005622595549" units="cm"/>
      <inkml:brushProperty name="height" value="0.0166005622595549" units="cm"/>
      <inkml:brushProperty name="color" value="#000000"/>
      <inkml:brushProperty name="ignorePressure" value="0"/>
    </inkml:brush>
  </inkml:definitions>
  <inkml:trace contextRef="#ctx0" brushRef="#br0">75519.000 13769.000 883,'-26.000'-26.000'-8,"8.000"5.000"5,7.000 7.000 7,7.000 6.000 5,5.000 2.000 3,3.000-1.000-2,2.000-1.000-1,3.000-2.000-2,2.000 1.000-1,0.000 1.000-2,2.000 1.000-1,2.000 1.000-3,-1.000 3.000 0,2.000 2.000 0,-1.000 2.000 2,-1.000 2.000 0,2.000 1.000 0,1.000-3.000-1,1.000-2.000-1,2.000-3.000 0,-1.000 0.000-2,-1.000 1.000 0,-1.000 1.000 0,-1.000 2.000-1,-2.000 0.000 0,2.000 0.000 2,-1.000 0.000 0,-1.000 0.000 2,1.000 0.000-1,0.000 2.000 0,1.000 1.000-1,-1.000 1.000 0,-2.000 3.000-1,-1.000 2.000 1,-4.000 2.000 1,-2.000 3.000 0,0.000 0.000 0,-1.000-1.000-2,0.000-1.000-2,0.000-1.000-1,-1.000-1.000-1,-1.000 0.000 2,-1.000-1.000 0,-2.000 1.000 2,0.000 1.000 1,-2.000 1.000-3,-1.000 1.000 0,-1.000 1.000-1,-2.000 1.000 0,2.000 1.000 0,-2.000-1.000 1,1.000 0.000 1,-1.000-1.000 0,-2.000-1.000-2,-3.000-1.000-1,-3.000-1.000-2,-1.000-1.000-1,2.000 2.000 2,1.000 1.000 1,2.000 2.000 0,-1.000-1.000 1,-1.000-1.000 1,-1.000-1.000 0,-1.000-1.000-1,-2.000-1.000 2,1.000 0.000 0,0.000-1.000 1,0.000 1.000 2,1.000 1.000-1,1.000-2.000 1,1.000 2.000 0,1.000-1.000 0,1.000 0.000 2,0.000 0.000 2,1.000-1.000 2,-1.000 2.000 3,0.000-2.000 1,2.000-1.000-1,1.000-1.000-2,1.000-1.000-1,1.000-1.000 0,1.000-1.000 1,-1.000 1.000 1,0.000 1.000 1,0.000-1.000 0,2.000 0.000-1,1.000-1.000 0,1.000 1.000 0,3.000 1.000-1,1.000-2.000 1,4.000 2.000 0,2.000-2.000 0,1.000 2.000 0,0.000-1.000-1,-1.000 0.000-1,2.000 0.000-1,-1.000 0.000-1,2.000-1.000 1,1.000 2.000-1,2.000-1.000 1,-1.000 0.000 0,-1.000-1.000-1,-1.000 1.000-1,-1.000 1.000-1,-2.000-1.000 0,1.000 0.000-1,0.000-1.000 0,0.000 1.000-1,1.000 1.000 0,1.000-2.000-1,1.000 2.000-2,1.000-2.000 0,0.000 2.000 0,-3.000-1.000 0,-2.000 0.000 2,-2.000 0.000 1,-2.000 0.000 0,-1.000-1.000 0,1.000 2.000-1,1.000-1.000-1,-1.000 0.000 0,0.000-1.000 1,-1.000 1.000-1,1.000 1.000 2,0.000-1.000-1,-2.000 2.000 0,-1.000 1.000-1,-1.000 2.000 0,-3.000-1.000-1,-1.000-1.000-2,-4.000-1.000-2,-1.000-1.000-3,-2.000-1.000 1,-1.000-1.000 2,1.000 2.000 1,0.000-1.000 2,-1.000 0.000 0,0.000 2.000-2,-2.000 1.000-3,-2.000 2.000-2,1.000 0.000 0,-2.000 0.000 1,2.000-1.000 2,-1.000 2.000 2,0.000-2.000 1,0.000 1.000-1,-1.000 0.000-1,2.000 0.000-1,-2.000 1.000 0,-1.000-1.000 1,-1.000 0.000 2,-1.000 0.000 1,0.000-1.000 0,2.000-1.000 0,4.000-1.000 0,1.000-1.000-1,2.000-2.000 1,1.000-1.000 0,-1.000-1.000 2,0.000-2.000 1,1.000 0.000-1,2.000-2.000-2,4.000-1.000-2,2.000-1.000-2,2.000-2.000 0,5.000-1.000 1,3.000-1.000 1,4.000-1.000 1,2.000-2.000 0,0.000 2.000-1,1.000-1.000-3,-1.000-1.000-1</inkml:trace>
</inkml:ink>
</file>

<file path=ppt/ink/ink63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59"/>
    </inkml:context>
    <inkml:brush xml:id="br0">
      <inkml:brushProperty name="width" value="0.0150913540273905" units="cm"/>
      <inkml:brushProperty name="height" value="0.0150913540273905" units="cm"/>
      <inkml:brushProperty name="color" value="#000000"/>
      <inkml:brushProperty name="ignorePressure" value="0"/>
    </inkml:brush>
  </inkml:definitions>
  <inkml:trace contextRef="#ctx0" brushRef="#br0">76019.000 14169.000 971,'9.000'0.000'0,"-2.000"-2.000"1,-4.000-1.000-1,-2.000-1.000 0,-1.000-2.000 1,0.000 2.000 1,0.000-2.000 2,0.000 1.000 2,1.000 2.000-2,1.000 2.000-2,1.000 2.000-3,2.000 2.000-3,-1.000 3.000-1,-1.000 1.000 0,-1.000 1.000 0,-1.000 1.000 1,-1.000 2.000 1,2.000 1.000 1,1.000 1.000 1,1.000 1.000 1,2.000 1.000 0,-2.000 1.000 1,2.000-1.000 0,-2.000 0.000 0,2.000-1.000-1,-1.000 2.000-2,0.000-1.000-3,0.000-1.000-2,0.000 1.000-1,-1.000 0.000 2,2.000 1.000 1,-1.000-1.000 1,0.000 0.000 1,-1.000 0.000-1,1.000 0.000 0,1.000 0.000-2,-1.000-1.000 1,0.000-1.000 0,-1.000-1.000 1,1.000-1.000 0,1.000-2.000 1,-2.000-1.000 1,2.000-1.000 0,-2.000-2.000 1,2.000 0.000 0,-1.000-2.000 1,0.000-1.000 1,0.000-1.000 0,0.000-2.000 1,2.000-1.000 1,1.000-1.000 0,1.000-2.000 0,1.000 0.000 1,-2.000-2.000-1,-1.000-1.000 0,-2.000-1.000-2,1.000-2.000 1,1.000-1.000-1,1.000-1.000 1,2.000-1.000 0,-1.000-2.000-1,1.000-1.000 0,0.000-1.000 0,0.000-2.000 0,0.000 1.000 0,-2.000-1.000 0,-1.000 0.000 0,-2.000 0.000 1,1.000 0.000 0,-2.000-1.000 2,2.000 2.000 2,-2.000-1.000 2,1.000 0.000-1,-2.000-1.000 0,-1.000 1.000-2,-1.000 1.000 0,-1.000-1.000-2,0.000 0.000 1,0.000-1.000 1,0.000 1.000-1,-1.000 1.000 1,-1.000 1.000-2,-1.000 1.000-1,-2.000 2.000-1,-1.000 1.000-1,-2.000 3.000 1,-3.000 2.000 1,-3.000 3.000 0,-2.000 0.000-1,-1.000 2.000-3,-1.000-2.000-1,-1.000 1.000-3,-1.000 1.000-1,-1.000 1.000-1,1.000 1.000-1,1.000 2.000 0,-1.000 0.000 0,0.000 0.000 0,-1.000 0.000 0,1.000 0.000 0,1.000 0.000-1,1.000 0.000 0,1.000 0.000-1,2.000 0.000 0,-1.000 0.000-3,1.000 0.000-2,0.000 0.000-4,0.000 0.000-2</inkml:trace>
</inkml:ink>
</file>

<file path=ppt/ink/ink63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59"/>
    </inkml:context>
    <inkml:brush xml:id="br0">
      <inkml:brushProperty name="width" value="0.0155336558818817" units="cm"/>
      <inkml:brushProperty name="height" value="0.0155336558818817" units="cm"/>
      <inkml:brushProperty name="color" value="#000000"/>
      <inkml:brushProperty name="ignorePressure" value="0"/>
    </inkml:brush>
  </inkml:definitions>
  <inkml:trace contextRef="#ctx0" brushRef="#br0">75700.000 12169.000 944,'-12.000'-1.000'0,"-1.000"-3.000"0,-4.000-2.000 0,-2.000-2.000 0,2.000-2.000 0,5.000 2.000 1,4.000 1.000 0,6.000 1.000 0,2.000 2.000 2,2.000 1.000 2,1.000 1.000 2,2.000 1.000 1,0.000 1.000 0,-1.000 0.000-3,2.000 0.000-3,-1.000 0.000-2,0.000 0.000-2,2.000 0.000 0,1.000 0.000 1,2.000 0.000 0,1.000 0.000 0,0.000 0.000 2,2.000 0.000 1,2.000 0.000 0,-1.000 0.000 1,-1.000-2.000 0,-1.000-1.000-1,-1.000-1.000 1,0.000-1.000-1,0.000 2.000-1,2.000 1.000 0,2.000 2.000 0,0.000 0.000 0,-1.000 0.000-2,1.000 0.000-1,0.000 0.000-1,0.000 0.000 0,1.000 0.000-1,-1.000 0.000 0,0.000 0.000 0,-1.000 0.000-1,-1.000 0.000-4,-1.000 0.000-2,-1.000 0.000-3,-1.000-1.000-1,0.000-1.000 2,-1.000-1.000 3,1.000-1.000 0,1.000-1.000 2,-2.000 2.000-1,2.000 1.000-1,-1.000 1.000-1,-1.000 1.000 1,-1.000 0.000 1,-1.000 0.000 1,-2.000 0.000 2,1.000 0.000-2,-1.000 0.000-3,0.000 0.000-3,0.000 0.000-3</inkml:trace>
</inkml:ink>
</file>

<file path=ppt/ink/ink63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0:59"/>
    </inkml:context>
    <inkml:brush xml:id="br0">
      <inkml:brushProperty name="width" value="0.0148735698312521" units="cm"/>
      <inkml:brushProperty name="height" value="0.0148735698312521" units="cm"/>
      <inkml:brushProperty name="color" value="#000000"/>
      <inkml:brushProperty name="ignorePressure" value="0"/>
    </inkml:brush>
  </inkml:definitions>
  <inkml:trace contextRef="#ctx0" brushRef="#br0">75860.000 12309.000 986,'-10.000'0.000'-1,"-1.000"0.000"0,1.000 0.000-1,0.000 0.000-1,1.000 0.000 1,1.000 0.000 2,1.000 0.000 2,1.000 0.000 3,2.000 1.000 0,1.000 1.000-1,1.000 1.000 0,2.000 1.000-2,0.000 2.000-1,0.000-2.000-3,0.000 2.000-1,0.000-1.000-3,0.000 0.000 0,0.000 2.000 0,0.000 1.000 1,0.000 1.000 1,0.000 1.000 0,0.000 1.000 1,0.000-1.000 2,0.000-1.000 0,0.000 2.000 0,0.000 1.000-2,0.000 1.000-1,0.000 1.000-3,0.000 2.000 0,2.000 1.000-1,1.000 1.000-1,1.000 2.000-1,1.000-1.000 1,-2.000-1.000 0,-1.000-1.000 0,-1.000-1.000 1,-1.000-2.000-1,2.000-1.000-1,1.000-1.000-1,2.000-1.000-1,-1.000-2.000 0,-1.000-1.000 1,-1.000-1.000 1,-2.000-1.000 2,0.000-1.000 0,0.000 2.000 1,0.000 1.000 0,0.000 1.000 1</inkml:trace>
</inkml:ink>
</file>

<file path=ppt/ink/ink63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1:00"/>
    </inkml:context>
    <inkml:brush xml:id="br0">
      <inkml:brushProperty name="width" value="0.0158415958285332" units="cm"/>
      <inkml:brushProperty name="height" value="0.0158415958285332" units="cm"/>
      <inkml:brushProperty name="color" value="#000000"/>
      <inkml:brushProperty name="ignorePressure" value="0"/>
    </inkml:brush>
  </inkml:definitions>
  <inkml:trace contextRef="#ctx0" brushRef="#br0">75980.000 12390.000 925,'10.000'-22.000'0,"0.000"-2.000"1,-1.000-2.000-1,1.000-2.000 1,-1.000 1.000-1,-2.000 6.000 2,-4.000 7.000-1,-2.000 5.000 2,-1.000 6.000 0,0.000 1.000 1,0.000 4.000 3,0.000 1.000 0,0.000 3.000 2,0.000 1.000 0,0.000 1.000-1,0.000 2.000 1,0.000 1.000-2,0.000 3.000-4,0.000 2.000-3,0.000 2.000-3,0.000 3.000-2,0.000-1.000 1,0.000-1.000 3,0.000 2.000 1,0.000-1.000-2,0.000 2.000-5,0.000 1.000-3,0.000 2.000-6,1.000-2.000 0,1.000-4.000 3,1.000-3.000 3,2.000-4.000 2,0.000-2.000-1,0.000 2.000-9,-1.000 1.000-8,1.000 2.000-9</inkml:trace>
</inkml:ink>
</file>

<file path=ppt/ink/ink63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1:00"/>
    </inkml:context>
    <inkml:brush xml:id="br0">
      <inkml:brushProperty name="width" value="0.0164905395358801" units="cm"/>
      <inkml:brushProperty name="height" value="0.0164905395358801" units="cm"/>
      <inkml:brushProperty name="color" value="#000000"/>
      <inkml:brushProperty name="ignorePressure" value="0"/>
    </inkml:brush>
  </inkml:definitions>
  <inkml:trace contextRef="#ctx0" brushRef="#br0">77039.000 12950.000 889,'0.000'-18.000'-27,"-2.000"6.000"12,-1.000 4.000 11,-1.000 6.000 11,0.000 2.000 7,5.000 2.000 2,3.000 1.000 4,4.000 1.000 3,3.000 2.000-1,1.000 1.000-5,1.000 1.000-4,1.000 2.000-4,2.000 0.000-3,1.000 2.000-2,1.000 1.000-1,2.000 2.000-1,-1.000 0.000-2,2.000 0.000 0,-2.000 0.000 0,1.000 0.000-1,1.000 0.000 0,1.000-1.000-3,1.000 1.000-2,2.000 0.000-1,0.000-1.000 0,0.000-2.000 1,0.000-4.000 1,0.000-1.000 2,0.000-3.000-2,0.000 1.000-4,0.000 1.000-3,0.000-1.000-5,-1.000 0.000-1,-1.000-1.000 1,-1.000 1.000 2,-2.000 1.000 2,-1.000-2.000 1,-2.000-1.000-1,-4.000-1.000 0,-1.000-1.000-1,-3.000-1.000 0,-1.000 0.000-2,-1.000 0.000-2,-1.000 0.000-1</inkml:trace>
</inkml:ink>
</file>

<file path=ppt/ink/ink63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1:00"/>
    </inkml:context>
    <inkml:brush xml:id="br0">
      <inkml:brushProperty name="width" value="0.0169552452862263" units="cm"/>
      <inkml:brushProperty name="height" value="0.0169552452862263" units="cm"/>
      <inkml:brushProperty name="color" value="#000000"/>
      <inkml:brushProperty name="ignorePressure" value="0"/>
    </inkml:brush>
  </inkml:definitions>
  <inkml:trace contextRef="#ctx0" brushRef="#br0">77539.000 12750.000 865,'-1.000'-20.000'0,"-5.000"2.000"0,-3.000 1.000 0,-4.000 2.000 0,-1.000 1.000 0,3.000 5.000 0,2.000 3.000 0,2.000 5.000 1,2.000 1.000 1,1.000 0.000 2,-1.000 0.000 1,0.000 0.000 3,-1.000 0.000 1,-1.000 2.000 0,-1.000 1.000 0,-2.000 1.000 0,1.000 3.000 1,1.000 2.000 0,1.000 2.000 0,1.000 3.000 0,1.000 0.000-1,1.000-1.000-3,-1.000-1.000-2,-1.000-1.000-3,1.000-1.000-1,1.000 2.000 1,-1.000 1.000 1,0.000 2.000 1,-1.000 0.000 0,1.000 2.000 0,1.000 1.000-1,-1.000 1.000 1,-1.000 1.000-1,-1.000-2.000-3,-1.000-1.000-1,-1.000-2.000-3,-1.000 1.000 0,2.000 1.000 0,1.000 1.000 0,1.000 2.000 0,1.000-1.000-1,1.000-1.000-2,-1.000-1.000-1,0.000-1.000-2,-1.000-1.000-2,1.000 2.000 2,1.000 1.000 0,-1.000 2.000 0,0.000-1.000 0,0.000 1.000-1,-1.000 1.000 0,2.000-1.000-1,-2.000-1.000-1,2.000-1.000 0,-2.000-1.000-1,1.000-1.000 1,1.000-1.000-1,1.000 2.000 0,1.000 1.000 0,2.000 1.000-1,0.000 0.000 2,0.000-5.000 1,0.000-3.000 2,0.000-5.000 2</inkml:trace>
</inkml:ink>
</file>

<file path=ppt/ink/ink63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1:01"/>
    </inkml:context>
    <inkml:brush xml:id="br0">
      <inkml:brushProperty name="width" value="0.0187407657504082" units="cm"/>
      <inkml:brushProperty name="height" value="0.0187407657504082" units="cm"/>
      <inkml:brushProperty name="color" value="#000000"/>
      <inkml:brushProperty name="ignorePressure" value="0"/>
    </inkml:brush>
  </inkml:definitions>
  <inkml:trace contextRef="#ctx0" brushRef="#br0">78080.000 12250.000 782,'-1.000'-9.000'0,"-1.000"3.000"0,-1.000 2.000 0,-2.000 3.000 0,0.000 1.000 1,1.000 0.000 3,-1.000 0.000 3,0.000 0.000 2,-1.000 0.000 1,-1.000 0.000-1,-1.000 0.000-1,-2.000 0.000 0,1.000 1.000-2,1.000 3.000 0,1.000 2.000 0,1.000 3.000-1,1.000 1.000-1,1.000 2.000-1,-1.000 1.000-2,-1.000 2.000-1,1.000 0.000-1,-2.000 2.000 0,-1.000 1.000-1,-2.000 1.000-1,1.000 2.000 1,4.000 1.000-1,1.000 1.000 1,2.000 1.000 0,2.000 1.000 0,0.000 0.000 2,0.000 0.000 2,0.000 0.000 1,0.000 0.000 0,0.000 0.000-1,0.000 0.000-2,0.000 0.000 0,1.000 0.000-1,1.000-2.000 1,1.000-1.000 1,2.000-1.000 2,0.000-1.000-1,2.000-1.000 0,1.000 2.000-1,2.000-1.000 0,0.000 0.000-1,0.000 0.000 1,-1.000-1.000 0,2.000 2.000 0,-1.000-3.000 1,2.000-2.000 0,1.000-2.000 2,2.000-3.000 0,-1.000-1.000 0,-1.000-2.000 1,-1.000-1.000 0,-1.000-1.000 1,-1.000-1.000-1,2.000 2.000 1,1.000 1.000-1,2.000 2.000-1,0.000-2.000 1,0.000-2.000-1,0.000-2.000 1,0.000-2.000 0,0.000-2.000-1,-1.000 2.000 1,1.000 1.000-1,0.000 2.000 0,0.000-1.000 0,1.000-1.000 0,-1.000-1.000 0,0.000-2.000 0,-1.000 1.000 0,-1.000 1.000-1,-1.000 1.000 1,-1.000 2.000 0,-1.000 0.000-1,0.000-1.000-1,-1.000 1.000-2,1.000 1.000-1,1.000-1.000 0,-2.000 0.000 1,2.000-1.000 1,-1.000 1.000 1,-1.000 1.000-1,-3.000 1.000 0,-3.000 1.000-3,-1.000 2.000-1,-2.000 1.000-1,0.000 3.000 1,0.000 2.000 0,0.000 3.000 0,-2.000-1.000 0,-1.000-2.000 0,-4.000-2.000 0,-1.000-3.000 0,-3.000 0.000 0,-1.000 1.000 0,-1.000 1.000-1,-1.000 1.000 0,0.000 1.000 0,0.000-2.000-1,2.000-1.000 0,2.000-2.000-1,-1.000 1.000 1,-1.000-2.000 0,-1.000 2.000 1,-1.000-1.000 2,-1.000 0.000-2,0.000 0.000-1,-1.000-1.000-3,2.000 2.000-2,-2.000-2.000-1,1.000-1.000 1,0.000-1.000 0,0.000-1.000 1,1.000-2.000 0,-1.000-1.000-3,0.000-1.000-2,0.000-2.000-2,1.000 0.000-1,0.000 0.000-1,2.000 0.000 0,2.000 0.000-1,-1.000 0.000 0,-1.000-2.000 0,-1.000-1.000 0,-1.000-1.000 1,0.000-2.000 1,2.000-1.000 3,4.000-1.000 4,1.000-1.000 3</inkml:trace>
</inkml:ink>
</file>

<file path=ppt/ink/ink63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1:01"/>
    </inkml:context>
    <inkml:brush xml:id="br0">
      <inkml:brushProperty name="width" value="0.0182927940040827" units="cm"/>
      <inkml:brushProperty name="height" value="0.0182927940040827" units="cm"/>
      <inkml:brushProperty name="color" value="#000000"/>
      <inkml:brushProperty name="ignorePressure" value="0"/>
    </inkml:brush>
  </inkml:definitions>
  <inkml:trace contextRef="#ctx0" brushRef="#br0">78060.000 12609.000 801,'9.000'-19.000'3,"-1.000"1.000"5,-1.000 1.000 6,-2.000 2.000 4,1.000 1.000 3,-1.000 3.000-3,0.000 2.000-3,0.000 3.000-1,0.000 1.000-3,2.000 2.000 1,1.000 1.000-1,1.000 2.000-1,2.000-1.000 0,1.000-1.000-1,1.000-1.000-1,1.000-1.000 0,2.000-2.000-3,4.000-1.000-2,1.000-1.000-2,2.000-1.000-4,2.000-2.000-1,0.000-1.000 1,0.000-1.000-1,0.000-1.000 0,0.000-2.000 1,-2.000 1.000 0,-1.000 0.000 1,-1.000 1.000 1,-2.000-1.000-8,-1.000 0.000-19,-1.000 0.000-18,-1.000 0.000-18</inkml:trace>
</inkml:ink>
</file>

<file path=ppt/ink/ink63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1:08"/>
    </inkml:context>
    <inkml:brush xml:id="br0">
      <inkml:brushProperty name="width" value="0.015582138672471" units="cm"/>
      <inkml:brushProperty name="height" value="0.015582138672471" units="cm"/>
      <inkml:brushProperty name="color" value="#000000"/>
      <inkml:brushProperty name="ignorePressure" value="0"/>
    </inkml:brush>
  </inkml:definitions>
  <inkml:trace contextRef="#ctx0" brushRef="#br0">72460.000 17369.000 941,'-28.000'0.000'0,"6.000"0.000"0,4.000 0.000 0,6.000 0.000 0,2.000 0.000-2,2.000-2.000-3,1.000-1.000-3,2.000-1.000-3,0.000-2.000 0,2.000 2.000 6,1.000-2.000 6,1.000 1.000 5,3.000 1.000 4,1.000 1.000-1,4.000 1.000 0,2.000 2.000 1,1.000 0.000-1,0.000 0.000 0,-1.000 0.000-2,2.000 0.000 0,-1.000 0.000-1,2.000 0.000-1,1.000 0.000 0,2.000 0.000-1,0.000 0.000-2,0.000 0.000-1,0.000 0.000-1,0.000 0.000-2,0.000-1.000 0,-1.000-1.000 1,1.000-1.000 0,0.000-2.000 2,1.000 0.000-2,1.000-2.000-4,1.000-1.000-5,1.000-2.000-4,0.000 2.000-1,-2.000 2.000 2,-3.000 2.000 1,-3.000 2.000 2,-2.000 2.000-2,1.000-2.000-7,0.000-1.000-7,0.000-1.000-8</inkml:trace>
</inkml:ink>
</file>

<file path=ppt/ink/ink63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1:08"/>
    </inkml:context>
    <inkml:brush xml:id="br0">
      <inkml:brushProperty name="width" value="0.0151924770325422" units="cm"/>
      <inkml:brushProperty name="height" value="0.0151924770325422" units="cm"/>
      <inkml:brushProperty name="color" value="#000000"/>
      <inkml:brushProperty name="ignorePressure" value="0"/>
    </inkml:brush>
  </inkml:definitions>
  <inkml:trace contextRef="#ctx0" brushRef="#br0">72500.000 17869.000 965,'-1.000'10.000'14,"-1.000"-2.000"-4,-1.000-1.000-3,-2.000-1.000-3,0.000-2.000-7,1.000-1.000-6,-1.000-1.000-8,-1.000-1.000-8,3.000-1.000-2,2.000 2.000 1,2.000 1.000 2,2.000 1.000 2,3.000 1.000 3,1.000-2.000 7,1.000-1.000 5,2.000-1.000 7,0.000-1.000 1,2.000 0.000 0,1.000 0.000-1,2.000 0.000-1,0.000 0.000-1,2.000 0.000-1,1.000 0.000-1,1.000 0.000-1,2.000-1.000-2,1.000-1.000 0,1.000-1.000-2,2.000-2.000-1,-2.000 1.000 0,-1.000 1.000 3,-4.000 1.000 1,-2.000 2.000 3,-1.000-1.000 1,0.000-1.000 1,1.000-1.000 0,-1.000-1.000 0</inkml:trace>
</inkml:ink>
</file>

<file path=ppt/ink/ink64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1:12"/>
    </inkml:context>
    <inkml:brush xml:id="br0">
      <inkml:brushProperty name="width" value="0.0160094033926725" units="cm"/>
      <inkml:brushProperty name="height" value="0.0160094033926725" units="cm"/>
      <inkml:brushProperty name="color" value="#000000"/>
      <inkml:brushProperty name="ignorePressure" value="0"/>
    </inkml:brush>
  </inkml:definitions>
  <inkml:trace contextRef="#ctx0" brushRef="#br0">75280.000 18130.000 916,'-18.000'9.000'2,"3.000"-1.000"1,4.000-1.000-1,5.000-1.000 1,1.000-1.000-1,0.000-1.000 1,-1.000 2.000 0,2.000-1.000-1,-1.000 0.000 1,2.000-1.000 0,1.000 1.000-1,2.000 1.000 1,1.000-1.000 0,3.000 0.000 1,1.000-1.000-1,4.000 1.000 1,2.000 0.000-1,-2.000-2.000-1,2.000-1.000-1,-1.000-1.000-3,1.000-1.000 1,0.000 0.000-1,2.000 0.000 1,2.000 0.000 1,0.000-1.000-1,-1.000-1.000 1,1.000-1.000 1,0.000-2.000-1,1.000 1.000 1,1.000 1.000 0,1.000 1.000 0,1.000 2.000-1,1.000-1.000 0,-2.000-1.000 0,-1.000-1.000 1,-1.000-1.000-1,-1.000-2.000 1,2.000 1.000-1,1.000 1.000-1,2.000-1.000 0,-1.000 0.000 0,-1.000 2.000 1,-1.000 1.000-1,-1.000 1.000 1,-1.000 1.000 1,0.000 0.000-1,0.000 0.000 2,0.000 0.000-1,-1.000 0.000 0,-1.000 0.000 1,-1.000 0.000-1,-1.000 0.000 0,-1.000 0.000-1,0.000 0.000 1,-1.000 0.000-1,2.000 0.000 1,-2.000 1.000-2,-1.000 1.000-1,-1.000 1.000-1,-1.000 2.000-1,-1.000-1.000 0,-1.000-1.000 3,1.000-1.000 1,1.000-2.000 3,-2.000 1.000 1,-1.000 1.000-1,-1.000 1.000-1,-1.000 2.000-1,-3.000-1.000 0,-1.000-1.000 0,-4.000-1.000 1,-2.000-1.000 0,0.000-1.000 0,1.000 2.000-1,1.000 1.000 0,2.000 1.000 0,-1.000 2.000 0,2.000 1.000 0,-2.000 1.000 0,1.000 2.000 0,0.000-1.000 0,1.000 2.000-1,-1.000-2.000 1,-1.000 1.000 0,2.000 1.000 0,1.000 1.000 1,1.000 1.000-1,2.000 1.000 1,-1.000 2.000-1,-1.000 1.000 0,-1.000 1.000-1,-1.000 2.000 0,-2.000-1.000 0,1.000 2.000 1,1.000-2.000-1,-1.000 1.000 1,0.000 1.000-1,2.000 1.000 1,1.000 1.000-2,1.000 2.000 0,1.000 0.000 1,0.000 2.000-1,0.000 1.000 1,0.000 1.000-1,0.000 2.000 1,-2.000-1.000-2,-1.000 0.000 0,-1.000 0.000-1,-1.000 0.000-1,2.000-1.000 2,1.000 2.000 0,2.000-1.000 1,0.000-1.000-1,0.000-1.000-2,0.000-1.000-1,0.000-2.000-3,0.000 0.000 1,0.000 0.000 1,0.000 0.000 1,0.000 0.000 1,0.000-1.000 1,0.000-3.000-2,0.000-2.000 0,0.000-3.000-2,0.000-1.000-1,0.000 1.000 0,0.000-2.000-1,0.000 2.000 0,0.000-2.000 0,0.000-1.000-2,0.000-1.000 0,0.000-1.000 0,0.000-2.000-1,2.000-1.000 1,1.000-1.000-1,2.000-1.000 1,0.000-2.000-1,-1.000-1.000-1,2.000-1.000-1,-1.000-2.000-2</inkml:trace>
</inkml:ink>
</file>

<file path=ppt/ink/ink64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1:13"/>
    </inkml:context>
    <inkml:brush xml:id="br0">
      <inkml:brushProperty name="width" value="0.0169171188026667" units="cm"/>
      <inkml:brushProperty name="height" value="0.0169171188026667" units="cm"/>
      <inkml:brushProperty name="color" value="#000000"/>
      <inkml:brushProperty name="ignorePressure" value="0"/>
    </inkml:brush>
  </inkml:definitions>
  <inkml:trace contextRef="#ctx0" brushRef="#br0">76139.000 18469.000 866,'9.000'10.000'-9,"-2.000"-2.000"2,-4.000-1.000 2,-1.000-1.000 2,-2.000-1.000 1,2.000 0.000-3,1.000-1.000-2,1.000 1.000-2,1.000 1.000 0,-2.000-2.000 2,-1.000 2.000 2,-1.000-2.000 2,-1.000 2.000 1,2.000 1.000 0,1.000 1.000 2,1.000 1.000 1,2.000 2.000 0,-1.000 1.000 0,0.000 1.000 1,0.000 1.000 0,0.000 1.000 0,-1.000 1.000 1,2.000-2.000 0,-1.000 2.000 0,1.000-1.000 2,2.000 0.000 1,4.000 0.000 3,1.000-1.000 1,2.000 3.000 2,1.000 2.000 0,-1.000 2.000 2,0.000 2.000-1,-1.000 1.000 0,2.000-3.000-1,-1.000-2.000-2,-1.000-2.000-3,1.000-2.000 0,0.000-1.000 0,1.000 2.000-1,-1.000-1.000 0,0.000-1.000-1,0.000-1.000-1,0.000-1.000-2,0.000-1.000 0,0.000-2.000-1,-1.000-1.000 2,1.000-1.000 1,0.000-2.000 1,-1.000 1.000 0,0.000-1.000-3,-2.000 0.000-1,-2.000 0.000-2,1.000 0.000-1,-2.000-1.000 3,2.000 2.000 1,-1.000-1.000 1,0.000-1.000 0,0.000-1.000-2,-1.000-1.000-1,2.000-2.000-3,-3.000 2.000-1,-2.000 1.000 2,-2.000 4.000 1,-3.000 2.000 1,-1.000 1.000 1,-2.000 2.000-1,-1.000 1.000 0,-1.000 2.000-1,-2.000-2.000 0,2.000-1.000-1,-2.000-4.000-1,1.000-1.000 1,0.000-2.000-1,-2.000 2.000 0,-1.000 1.000 2,-1.000 2.000-1,-1.000-1.000 1,-1.000-1.000-3,1.000-1.000-2,0.000-1.000-1,-1.000-1.000-2,0.000 2.000 0,-2.000 1.000-1,-2.000 1.000-1,1.000 1.000 1,1.000-2.000-1,1.000-1.000 0,1.000-2.000 1,0.000 0.000-1,0.000-2.000 0,-2.000-1.000 0,-2.000-1.000-1,1.000-1.000 0,-2.000 0.000-1,2.000 0.000 0,-1.000 0.000-1,0.000 0.000 0,0.000 0.000 0,-1.000 0.000 1,2.000 0.000 1,-1.000-1.000 0,2.000-1.000 1,1.000-1.000 1,2.000-2.000 1,0.000 0.000 2,0.000-2.000 1,0.000-1.000 2,0.000-2.000 1,0.000 0.000 2,2.000 0.000 0,1.000 1.000 0,2.000-1.000 0,-1.000 0.000 1,-1.000-1.000 0,-1.000 2.000 0,-1.000-1.000-1</inkml:trace>
</inkml:ink>
</file>

<file path=ppt/ink/ink64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1:13"/>
    </inkml:context>
    <inkml:brush xml:id="br0">
      <inkml:brushProperty name="width" value="0.0165747087448835" units="cm"/>
      <inkml:brushProperty name="height" value="0.0165747087448835" units="cm"/>
      <inkml:brushProperty name="color" value="#000000"/>
      <inkml:brushProperty name="ignorePressure" value="0"/>
    </inkml:brush>
  </inkml:definitions>
  <inkml:trace contextRef="#ctx0" brushRef="#br0">76280.000 18730.000 884,'18.000'-36.000'1,"-4.000"9.000"1,-3.000 9.000 0,-4.000 8.000 2,-2.000 6.000 2,-1.000 1.000 2,1.000 1.000 2,1.000 2.000 1,-1.000 0.000 2,2.000 0.000-1,1.000 0.000 0,2.000 0.000 0,0.000-1.000-3,0.000-1.000-2,-1.000-1.000-2,1.000-2.000-3,1.000 0.000-3,-2.000 1.000-2,2.000-1.000-2,-1.000 0.000-1,-1.000-1.000-2,-1.000 1.000 0,-1.000 1.000 0,-2.000-1.000 0,2.000-2.000-2,2.000-2.000-1,2.000-2.000-2,3.000-3.000-2,0.000-1.000 0,2.000-2.000 1,-1.000-1.000 3,-1.000-2.000 1,0.000 2.000-2,0.000 2.000-6,-2.000 2.000-6,-2.000 3.000-6</inkml:trace>
</inkml:ink>
</file>

<file path=ppt/ink/ink64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1:24"/>
    </inkml:context>
    <inkml:brush xml:id="br0">
      <inkml:brushProperty name="width" value="0.0167944468557835" units="cm"/>
      <inkml:brushProperty name="height" value="0.0167944468557835" units="cm"/>
      <inkml:brushProperty name="color" value="#000000"/>
      <inkml:brushProperty name="ignorePressure" value="0"/>
    </inkml:brush>
  </inkml:definitions>
  <inkml:trace contextRef="#ctx0" brushRef="#br0">75180.000 13730.000 873,'9.000'-10.000'0,"-4.000"2.000"0,-1.000 1.000 0,-2.000 2.000 0,-2.000-1.000 1,0.000 1.000 3,0.000 1.000 2,0.000-1.000 2,0.000 0.000 1,2.000 2.000-2,1.000 1.000-1,2.000 1.000-2,0.000 1.000 0,-1.000-2.000-1,2.000-1.000-1,-1.000-1.000 1,0.000-1.000-1,2.000 2.000 0,1.000 1.000 0,2.000 2.000-1,0.000 0.000 0,0.000 0.000 0,-1.000 0.000-1,2.000 0.000 1,-2.000 0.000-1,1.000 0.000-2,0.000 0.000-1,0.000 0.000-1,1.000 0.000 0,1.000 2.000 0,1.000 1.000 2,1.000 2.000 2,0.000 0.000-1,0.000-1.000 1,-2.000 2.000-1,-2.000-1.000 0,0.000 0.000 0,-2.000-1.000-1,-1.000 1.000 0,-2.000 1.000-1,1.000-1.000 0,-2.000 0.000 0,2.000-1.000-1,-2.000 1.000-1,1.000 1.000 0,-2.000-2.000 1,-1.000 2.000 0,-1.000-2.000 0,-1.000 2.000 0,0.000 1.000 0,0.000 1.000 0,0.000 1.000-1,0.000 1.000 0,0.000-2.000 1,0.000-1.000 1,0.000-1.000 0,-1.000-1.000 1,-1.000 2.000-1,-1.000 1.000-1,-2.000 2.000 0,0.000-1.000 1,-2.000-1.000 0,-1.000-1.000 2,-1.000-1.000 0,-1.000-1.000 1,-1.000 2.000 0,1.000 1.000-1,0.000 1.000 0,0.000 2.000 0,1.000-1.000 0,-1.000 0.000 0,0.000 0.000 1,0.000 0.000 0,2.000 0.000 1,1.000-1.000 0,2.000 1.000 0,-1.000 1.000 1,1.000-2.000-1,1.000 2.000 0,-1.000-1.000-1,0.000-1.000 0,0.000-1.000 1,-1.000-1.000 2,2.000-2.000 0,-2.000 1.000 0,2.000 1.000 1,-2.000 1.000 1,1.000 1.000 0,1.000 1.000 0,1.000-2.000-1,1.000-1.000 0,2.000-1.000 0,0.000-1.000-1,0.000 0.000 0,0.000-1.000 0,0.000 1.000-1,0.000 1.000 0,2.000-2.000 0,1.000 2.000 1,1.000-2.000 0,2.000 2.000-1,1.000-1.000 1,1.000 0.000-1,1.000 0.000 0,2.000 0.000 0,-2.000-1.000 0,2.000 2.000-1,-1.000-1.000 0,0.000 0.000 0,0.000-1.000 0,-1.000 1.000-1,2.000 1.000 0,-2.000-1.000 1,1.000 0.000-1,0.000-1.000 1,0.000 1.000 0,1.000 1.000 0,-1.000 1.000-1,0.000 1.000 0,0.000 2.000-1,1.000-1.000-1,0.000-1.000 1,2.000-1.000 1,2.000-1.000 0,-2.000-1.000 0,-1.000 2.000-1,-4.000 1.000 1,-2.000 2.000-1,0.000 0.000 0,1.000 0.000 0,1.000-1.000 1,2.000 2.000 0,-1.000-2.000 0,-1.000-1.000 0,-1.000-1.000 1,-1.000-1.000-1,-2.000-1.000 1,-1.000-1.000 0,-1.000 1.000-1,-2.000 1.000 0,0.000-1.000 1,0.000 2.000 0,0.000 1.000 2,0.000 2.000 1,0.000-1.000-1,0.000-1.000 0,0.000-1.000 0,0.000-1.000-2,-1.000-1.000 1,-3.000-1.000 1,-2.000 2.000 0,-3.000-1.000 1,-1.000 0.000 0,1.000 2.000 2,-1.000 1.000 0,0.000 2.000 1,-1.000-1.000 0,2.000-1.000-2,-1.000-1.000 0,-1.000-2.000-1,1.000 1.000-1,0.000-1.000 0,1.000 0.000-1,-1.000 0.000-1,-1.000 0.000 1,-1.000-1.000 0,-1.000 2.000 0,-1.000-1.000 1,-2.000 0.000-1,1.000-1.000-3,0.000 1.000-2,0.000 1.000-2,1.000-1.000-1,-1.000 0.000 1,0.000-1.000 1,0.000 1.000 1,0.000 1.000-1,0.000-2.000-4,-1.000 2.000-2,1.000-2.000-3,1.000 1.000-1,1.000-2.000 2,1.000-1.000 1,1.000-1.000 1,2.000-1.000 0,1.000 0.000-1,1.000 0.000-1,1.000 0.000-1,1.000-1.000-3,1.000-1.000-4,-1.000-1.000-5,-1.000-2.000-4</inkml:trace>
</inkml:ink>
</file>

<file path=ppt/ink/ink64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1:25"/>
    </inkml:context>
    <inkml:brush xml:id="br0">
      <inkml:brushProperty name="width" value="0.019876878708601" units="cm"/>
      <inkml:brushProperty name="height" value="0.019876878708601" units="cm"/>
      <inkml:brushProperty name="color" value="#000000"/>
      <inkml:brushProperty name="ignorePressure" value="0"/>
    </inkml:brush>
  </inkml:definitions>
  <inkml:trace contextRef="#ctx0" brushRef="#br0">73860.000 16950.000 737,'-20.000'-10.000'0,"-1.000"0.000"-2,2.000 0.000-1,-1.000 0.000-1,2.000 1.000-1,3.000 2.000 3,4.000 4.000 0,5.000 1.000 2,1.000 2.000 1,0.000 0.000 2,-1.000 0.000 2,2.000 0.000 1,-1.000 0.000 1,2.000-2.000-1,1.000-1.000-1,2.000-1.000 0,1.000-1.000-1,3.000 0.000 1,1.000-1.000 0,4.000 2.000 1,3.000-2.000 0,1.000 2.000 1,4.000-2.000 1,2.000 1.000 0,1.000 0.000 0,0.000 1.000 0,-1.000-1.000 0,2.000-1.000-1,-1.000 1.000-1,2.000-2.000-1,1.000-1.000-1,2.000-2.000-1,0.000 2.000 0,2.000 2.000 0,1.000 2.000 1,2.000 2.000 0,-1.000 2.000 1,-1.000 0.000 0,-1.000 0.000-1,-2.000 0.000 1,2.000 1.000 0,2.000 1.000 1,2.000 1.000 0,2.000 2.000 0,2.000 0.000 0,-2.000-1.000-1,-1.000 1.000-1,-2.000 1.000-1,2.000-1.000 0,2.000 2.000-1,2.000 1.000 0,3.000 2.000 0,1.000-1.000-1,-1.000-1.000 1,1.000-1.000 1,0.000-1.000 0,1.000-1.000 1,1.000-1.000 0,1.000 2.000 0,1.000-1.000-1,1.000 0.000 0,1.000-1.000 0,-1.000 1.000 1,-1.000 1.000 0,1.000-2.000-1,1.000-1.000 0,-1.000-1.000 0,0.000-1.000-1,-1.000-1.000-1,-1.000 0.000 2,-1.000 0.000-1,-2.000 0.000 1,0.000-1.000 0,1.000-1.000-3,-1.000-1.000 0,0.000-1.000-3,0.000-1.000 0,2.000 2.000 1,1.000 1.000 2,2.000 1.000 1,-3.000 1.000 0,-2.000-2.000 0,-5.000-1.000-1,-2.000-1.000 0,-3.000-2.000-1,2.000-1.000 0,1.000-1.000 0,2.000-1.000 0,-1.000-1.000 0,-1.000 2.000 0,-1.000 1.000-1,-1.000 1.000 1,-1.000 1.000-1,-1.000 1.000 0,2.000-1.000 0,-1.000 0.000-1,0.000-1.000 0,-1.000 1.000 1,1.000 1.000 1,1.000-1.000 0,-1.000 0.000 0,2.000 0.000 0,1.000-1.000 1,2.000 2.000-1,-1.000-2.000 0,-1.000-1.000 1,-1.000-1.000-1,-1.000-1.000 1,-1.000-1.000-1,-1.000 2.000 0,2.000 1.000 0,-1.000 2.000-1,0.000-1.000 0,-1.000 1.000 1,1.000 1.000 0,1.000-1.000 0,-2.000-1.000 0,-1.000-1.000 0,-1.000-1.000 0,-1.000-1.000-1,-1.000-1.000 0,2.000 0.000 0,1.000 0.000-2,1.000 0.000 0,2.000 0.000 0,-2.000 2.000 0,2.000 1.000 1,-2.000 2.000 1,1.000 0.000 0,-2.000 0.000-1,-1.000-1.000 0,-1.000 2.000-1,-1.000-1.000 0,0.000 2.000 0,0.000 1.000 1,0.000 2.000 0,0.000 0.000 1,0.000 2.000 1,0.000 1.000 0,0.000 2.000 0,-1.000 0.000 1,-1.000 2.000-1,-1.000 1.000 0,-2.000 1.000 0,0.000 2.000-2,-2.000-1.000-2,-1.000 0.000-3,-1.000 0.000-2,-1.000-2.000 0,-1.000-2.000 2,1.000-2.000 1,0.000-2.000 1,-1.000-2.000 0,0.000 0.000-4,-2.000 0.000-3,-2.000 0.000-5,0.000 0.000 1,-2.000 0.000 2,-1.000 0.000 2,-1.000 0.000 4,-1.000-2.000-3,0.000-2.000-4,-1.000-2.000-7,1.000-2.000-6</inkml:trace>
</inkml:ink>
</file>

<file path=ppt/ink/ink64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1:28"/>
    </inkml:context>
    <inkml:brush xml:id="br0">
      <inkml:brushProperty name="width" value="0.0189722701907158" units="cm"/>
      <inkml:brushProperty name="height" value="0.0189722701907158" units="cm"/>
      <inkml:brushProperty name="color" value="#000000"/>
      <inkml:brushProperty name="ignorePressure" value="0"/>
    </inkml:brush>
  </inkml:definitions>
  <inkml:trace contextRef="#ctx0" brushRef="#br0">74239.000 15810.000 773,'-11.000'-9.000'1,"-3.000"2.000"4,-2.000 4.000 3,-2.000 1.000 3,0.000 2.000 1,3.000-2.000 0,4.000-1.000-1,5.000-1.000-1,2.000-1.000 2,5.000 2.000 4,3.000 1.000 3,4.000 1.000 5,3.000 2.000-1,-1.000 1.000-5,0.000 1.000-3,0.000 2.000-5,1.000 0.000-2,0.000 2.000-3,2.000 1.000-1,2.000 2.000-2,-1.000 0.000-1,2.000 0.000-2,-1.000-1.000 0,-1.000 2.000-1,1.000-2.000-1,0.000 1.000-1,1.000 0.000-1,-1.000 0.000-2,0.000 0.000-1,0.000-2.000 0,0.000-1.000-2,0.000-2.000 0,0.000 1.000 0,-1.000 1.000 0,1.000 1.000 0,0.000 2.000 0,-1.000-1.000 1,0.000-1.000 1,-2.000-1.000 1,-2.000-1.000 0,1.000-1.000 1,-2.000-1.000-1,2.000 1.000 0,-1.000 1.000 0,-1.000-1.000 0,-3.000 2.000 1,-3.000 1.000 1,-1.000 2.000 1,-3.000-1.000 2,-1.000-1.000 0,-1.000-1.000 2,-2.000-1.000 1,0.000-1.000 0,-2.000 2.000 1,-1.000 1.000 0,-2.000 1.000 0,1.000 2.000 0,1.000 1.000-1,1.000 1.000 0,2.000 1.000 0,-1.000 1.000-1,-1.000-2.000 0,-1.000-1.000 1,-1.000-2.000-1,-2.000 1.000 0,2.000 1.000 0,-1.000 1.000-1,-1.000 1.000 1,2.000 1.000 1,1.000 0.000 0,1.000 1.000 0,2.000-1.000 1,-1.000-1.000 0,-1.000-1.000-1,-1.000-1.000 0,-1.000-1.000 0,0.000-2.000 0,2.000 1.000 2,4.000 0.000 2,2.000 0.000 2,1.000 0.000 1,2.000-2.000-2,1.000-1.000 0,1.000-2.000-2,3.000-1.000 0,2.000-2.000-1,2.000-4.000 0,3.000-2.000-2,0.000-1.000 0,-1.000 1.000 0,-1.000-1.000-2,-1.000 0.000 0,-1.000-1.000 0,0.000 1.000 0,-1.000 1.000 0,2.000-1.000 1,-2.000 0.000-1,1.000 2.000 0,0.000 1.000-2,0.000 1.000-1,1.000 1.000 0,-1.000-2.000 0,0.000-1.000 0,0.000-1.000 0,0.000-2.000 0,0.000 2.000 0,-1.000-2.000 0,1.000 1.000 1,1.000 1.000-2,-2.000 1.000-1,2.000 1.000 0,-1.000 2.000-2,-1.000-1.000-1,-1.000-1.000 0,-1.000-1.000-1,-2.000-2.000 0,1.000 1.000-1,1.000 1.000-3,1.000 1.000-2,1.000 2.000-3,1.000 0.000 1,-2.000 0.000 3,-1.000 0.000 2,-1.000 0.000 2,-1.000-1.000 2,0.000-1.000-1,-1.000-1.000-2,1.000-1.000 0</inkml:trace>
</inkml:ink>
</file>

<file path=ppt/ink/ink64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1:30"/>
    </inkml:context>
    <inkml:brush xml:id="br0">
      <inkml:brushProperty name="width" value="0.0154516259208322" units="cm"/>
      <inkml:brushProperty name="height" value="0.0154516259208322" units="cm"/>
      <inkml:brushProperty name="color" value="#000000"/>
      <inkml:brushProperty name="ignorePressure" value="0"/>
    </inkml:brush>
  </inkml:definitions>
  <inkml:trace contextRef="#ctx0" brushRef="#br0">74960.000 15630.000 949,'-10.000'-10.000'-3,"-1.000"2.000"-6,1.000 1.000-5,0.000 2.000-6,1.000 0.000 3,1.000 2.000 12,1.000 1.000 12,1.000 1.000 12,2.000 2.000 4,1.000 1.000-5,1.000 1.000-4,2.000 2.000-5,1.000 0.000-2,3.000 2.000 0,2.000 1.000-2,3.000 2.000 0,1.000 0.000-2,2.000 0.000-1,1.000 0.000-3,2.000-1.000-1,0.000 2.000-1,0.000 1.000 1,0.000 1.000 2,0.000 1.000 1,0.000 1.000 0,2.000-2.000-3,1.000-1.000-1,2.000-2.000-3,-1.000 1.000-1,-1.000 1.000 0,-1.000 1.000 0,-1.000 1.000 1,-1.000 1.000-1,2.000-2.000-1,1.000-1.000 0,1.000-2.000-1,1.000 1.000 1,-2.000-2.000 0,-1.000 2.000 1,-2.000-1.000 2,-1.000-1.000-1,0.000-1.000 1,-2.000-1.000-1,-2.000-2.000 1,1.000 1.000-1,-1.000 1.000 0,0.000 1.000-1,0.000 1.000-1,-1.000 1.000 0,-1.000-2.000 0,-1.000-1.000-1,-1.000-1.000 1,-2.000-1.000-1,-1.000 0.000 0,-1.000-1.000-1,-2.000 1.000 0,0.000 1.000 1,0.000-2.000 0,0.000 2.000 1,0.000-2.000 1,0.000 1.000 1,-2.000-2.000 1,-1.000-1.000 1,-1.000-1.000 1,-2.000-1.000 1,2.000 2.000 1,-2.000 1.000 0,1.000 2.000 0</inkml:trace>
</inkml:ink>
</file>

<file path=ppt/ink/ink64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1:30"/>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75180.000 15669.000 1000,'-10.000'0.000'-23,"2.000"0.000"5,1.000 0.000 6,2.000 0.000 5,-1.000 1.000 2,1.000 1.000 2,1.000 1.000-1,-1.000 2.000 2,0.000 0.000 0,0.000-1.000-1,-1.000 1.000 1,2.000 1.000 0,-2.000-1.000 0,2.000 2.000 0,-2.000 1.000 0,1.000 2.000 0,0.000 0.000 1,1.000 2.000 1,-1.000 1.000 0,-1.000 2.000 2,2.000-1.000-2,1.000 2.000-2,1.000-1.000-3,2.000-1.000-3,-1.000 2.000 0,-1.000 1.000 0,-1.000 1.000 0,-1.000 2.000 2,-1.000 0.000-2,2.000 2.000 0,1.000 1.000-2,1.000 2.000-2,1.000-2.000 0,-2.000-4.000 1,-1.000-3.000 1,-1.000-5.000 0</inkml:trace>
</inkml:ink>
</file>

<file path=ppt/ink/ink64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1:30"/>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75639.000 15730.000 1000,'-9.000'0.000'-4,"1.000"0.000"-5,1.000 0.000-7,2.000 0.000-6,-1.000 0.000-1,2.000 0.000 5,-2.000 0.000 6,1.000 0.000 6,0.000 0.000 3,1.000 0.000 3,-1.000 0.000 2,-1.000 0.000 3,2.000 0.000 1,1.000 2.000 0,1.000 1.000 1,2.000 1.000-1,0.000 2.000 0,0.000-1.000-3,0.000 0.000-2,0.000 0.000-2,0.000 0.000-1,2.000 2.000 1,1.000 1.000 1,1.000 1.000 1,2.000 2.000 0,-2.000 1.000-1,2.000 1.000 0,-2.000 1.000 0,3.000 1.000-1,2.000 0.000 0,2.000 1.000-1,3.000-1.000 0,0.000 0.000 0,-1.000 2.000 1,-1.000 1.000 1,-1.000 1.000 0,0.000 1.000 0,0.000-2.000 0,2.000-1.000-1,2.000-2.000-1,-1.000 0.000 1,2.000 0.000 0,-1.000 1.000 0,-1.000-1.000 0,0.000-1.000 1,0.000-1.000-1,-2.000-1.000-1,-2.000-1.000 1,1.000-3.000-1,-1.000-2.000 1,0.000-2.000 0,0.000-3.000 0,0.000-1.000 0,0.000 0.000 0,-1.000 0.000-1,1.000 0.000-1,-1.000-1.000 1,-2.000-3.000 0,-4.000-2.000 0,-2.000-2.000 1,-1.000-4.000 0,0.000-1.000 0,0.000-4.000-1,0.000-2.000 1,0.000-1.000-1,0.000-2.000 0,0.000-1.000 0,0.000-1.000 1,0.000-1.000-1,0.000 2.000 0,0.000 1.000 1,0.000 2.000-1,0.000 0.000 1,-2.000-1.000 1,-1.000 2.000 0,-1.000-1.000 0,-1.000 0.000 0,0.000-1.000 0,-1.000 1.000 0,2.000 1.000-1,-2.000 0.000 1,2.000 2.000 0,-2.000 4.000 0,1.000 1.000 1,0.000 2.000-1,-2.000 0.000 1,-1.000 1.000-1,-1.000-1.000 0,-1.000 0.000 0,-1.000 2.000 0,1.000 1.000 0,0.000 1.000 0,0.000 2.000 0,1.000 1.000 0,-1.000 1.000 0,0.000 2.000 0,0.000 0.000-1,2.000 2.000 0,1.000 1.000 0,2.000 1.000-2,-1.000 2.000 1,1.000 1.000 0,1.000 1.000-1,-1.000 2.000 1,0.000-1.000 0,0.000 1.000 0,-1.000 0.000 1,2.000 0.000-1,-1.000 1.000 1,2.000-1.000-2,1.000 0.000-1,2.000 0.000-2,1.000 0.000-1,3.000 0.000-1,1.000 0.000-2,4.000-1.000-2</inkml:trace>
</inkml:ink>
</file>

<file path=ppt/ink/ink64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1:30"/>
    </inkml:context>
    <inkml:brush xml:id="br0">
      <inkml:brushProperty name="width" value="0.015881709754467" units="cm"/>
      <inkml:brushProperty name="height" value="0.015881709754467" units="cm"/>
      <inkml:brushProperty name="color" value="#000000"/>
      <inkml:brushProperty name="ignorePressure" value="0"/>
    </inkml:brush>
  </inkml:definitions>
  <inkml:trace contextRef="#ctx0" brushRef="#br0">76180.000 15989.000 923,'11.000'11.000'2,"0.000"-1.000"5,2.000 0.000 5,2.000 0.000 4,-2.000-1.000 1,-1.000-1.000-5,-4.000-1.000-5,-2.000-1.000-3</inkml:trace>
</inkml:ink>
</file>

<file path=ppt/ink/ink65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1:31"/>
    </inkml:context>
    <inkml:brush xml:id="br0">
      <inkml:brushProperty name="width" value="0.015859991312027" units="cm"/>
      <inkml:brushProperty name="height" value="0.015859991312027" units="cm"/>
      <inkml:brushProperty name="color" value="#000000"/>
      <inkml:brushProperty name="ignorePressure" value="0"/>
    </inkml:brush>
  </inkml:definitions>
  <inkml:trace contextRef="#ctx0" brushRef="#br0">76480.000 15389.000 924,'-36.000'1.000'-2,"9.000"1.000"-6,9.000 1.000-6,8.000 2.000-4,5.000-1.000-2,1.000-1.000 3,-1.000-1.000 2,-1.000-1.000 3,1.000-1.000 2,1.000 2.000 3,-1.000 1.000 1,0.000 1.000 3,-1.000 1.000 1,1.000-2.000 2,1.000-1.000 1,-1.000-1.000 2,0.000-1.000 1,2.000 2.000-2,1.000 1.000 0,1.000 1.000 0,1.000 2.000 1,0.000-1.000 3,0.000 0.000 4,0.000 0.000 4,0.000 0.000 0,0.000-1.000-3,0.000 2.000-2,0.000-1.000-3,1.000 0.000 0,1.000-1.000 1,1.000 1.000 3,2.000 1.000 1,0.000-1.000 1,-1.000 2.000-1,1.000 1.000-2,1.000 2.000-1,-2.000 0.000 0,-1.000 0.000-1,-1.000 0.000-1,-1.000-1.000 0,-1.000 2.000-1,2.000 1.000-2,1.000 1.000-1,1.000 1.000-1,2.000 2.000-1,-2.000 1.000 1,2.000 1.000 2,-2.000 1.000 0,2.000 1.000 0,-1.000 1.000-2,0.000-1.000-3,0.000-1.000-1,0.000 1.000 0,-1.000 1.000 1,2.000-1.000 1,-1.000 0.000 2,0.000-1.000 1,-1.000 1.000-2,1.000 1.000-1,1.000-1.000-1,-2.000 0.000-1,-1.000 0.000 0,-1.000-1.000-1,-1.000 2.000-1,-1.000-2.000-1,2.000 2.000 0,1.000-2.000 0,1.000 1.000-2,1.000 0.000 1,-2.000-2.000 0,-1.000-1.000 0,-1.000-1.000 0,-1.000-2.000-1,0.000-1.000 1,0.000-1.000-1,0.000-1.000 0,0.000-2.000-1,0.000-1.000 0,0.000-1.000 1,0.000-2.000-1,0.000-1.000-2,0.000-5.000-4,0.000-3.000-5,0.000-4.000-3,0.000-2.000-1,0.000 2.000 5,0.000 1.000 6,0.000 2.000 4,0.000-1.000 3,0.000-1.000 1,0.000-1.000 2,0.000-2.000 1</inkml:trace>
</inkml:ink>
</file>

<file path=ppt/ink/ink65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1:31"/>
    </inkml:context>
    <inkml:brush xml:id="br0">
      <inkml:brushProperty name="width" value="0.0147904856130481" units="cm"/>
      <inkml:brushProperty name="height" value="0.0147904856130481" units="cm"/>
      <inkml:brushProperty name="color" value="#000000"/>
      <inkml:brushProperty name="ignorePressure" value="0"/>
    </inkml:brush>
  </inkml:definitions>
  <inkml:trace contextRef="#ctx0" brushRef="#br0">76660.000 15430.000 991,'0.000'-11.000'-1,"0.000"2.000"-1,0.000-1.000-2,0.000-1.000-2,0.000 2.000 0,0.000 1.000-1,0.000 1.000 0,0.000 2.000-1,0.000-1.000 1,2.000 2.000 1,1.000-2.000 1,1.000 1.000 0,2.000 1.000 2,-2.000 1.000 0,2.000 1.000 1,-2.000 2.000 0,2.000-1.000 0,-1.000-1.000 1,0.000-1.000 0,0.000-2.000 0,0.000 1.000 1,-1.000 1.000-1,2.000 1.000 0,-1.000 2.000 1,0.000-1.000-1,2.000-1.000 1,1.000-1.000 0,2.000-1.000 1,-1.000-1.000-1,-1.000 2.000 0,-1.000 1.000 0,-2.000 1.000 0,1.000 1.000 0,1.000 0.000 1,1.000 0.000 0,1.000 0.000 0,2.000 0.000 1,-2.000-2.000-1,2.000-1.000 0,-1.000-1.000-1,-1.000-1.000 1,-1.000 2.000 0,-1.000 1.000 1,-2.000 1.000 1,1.000 1.000 0,1.000-2.000-1,1.000-1.000 0,1.000-1.000-1,1.000-1.000 0,-2.000 2.000 1,-1.000 1.000 0,-1.000 2.000 1,-1.000 0.000 0,0.000 0.000-1,-1.000 0.000 0,1.000 0.000 0,1.000 0.000-1,-2.000 0.000 1,2.000 0.000 0,-2.000 0.000 1,2.000 0.000-1,-1.000 0.000 0,0.000 0.000 0,0.000 0.000-1,-1.000 0.000 0,-1.000 2.000 1,-1.000 1.000 0,-2.000 2.000 0,0.000 0.000 1,0.000 2.000-1,0.000 1.000 0,0.000 1.000-1,0.000 2.000 0,0.000-1.000 0,0.000 0.000 1,0.000 0.000-1,0.000 0.000 1,0.000 0.000-1,0.000 0.000 1,0.000-1.000 0,0.000 2.000-1,0.000 1.000 1,0.000 1.000 0,0.000 1.000 0,0.000 1.000-1,-2.000 1.000-1,-1.000-2.000 0,-1.000 2.000 0,-2.000-2.000-1,2.000 2.000 0,-2.000-1.000 1,1.000-1.000 0,0.000 2.000 0,-2.000 1.000-1,-1.000 1.000-1,-1.000 2.000-2,-1.000-1.000 0,2.000-1.000 0,1.000-1.000-1,2.000-1.000 1,0.000-1.000-1,0.000 2.000 2,-1.000 1.000 0,2.000 2.000 2,-2.000-1.000-1,-1.000-1.000 0,-1.000-1.000-1,-1.000-2.000 0,-1.000 0.000-1,2.000 1.000 1,1.000-2.000 0,2.000 2.000 1,0.000-2.000 0,2.000-1.000 1,1.000-1.000 0,1.000-1.000 1,1.000-1.000 0,-2.000 2.000-1,-1.000 1.000 1,-1.000 2.000-2,-1.000-2.000 1,2.000-1.000-1,1.000-4.000 1,1.000-2.000 0,2.000 0.000 0,1.000 1.000 0,1.000 1.000 0,2.000 2.000-1,0.000-1.000 1,2.000 1.000 0,1.000 0.000 0,2.000 0.000 1,-1.000 1.000-1,-1.000-1.000 2,-1.000 0.000 1,-2.000 0.000 0,1.000 0.000 2,1.000 0.000-1,1.000 0.000 1,1.000-1.000 0,2.000 1.000 0,1.000-2.000 0,1.000-1.000 0,1.000-1.000 0,0.000-1.000 0,0.000 0.000 0,-2.000-1.000-2,-2.000 1.000-1,1.000 0.000 1,-2.000-2.000 1,2.000-1.000 1,-1.000-1.000 0,0.000-1.000 1,0.000 0.000-1,-1.000 0.000 0,2.000 0.000-1,-2.000-1.000-1,1.000-1.000 0,0.000-1.000-1,0.000-2.000-1,0.000 0.000 0,-2.000 1.000-1,-1.000-1.000 0,-2.000 0.000-1,0.000-2.000 1,-2.000-1.000 0,-1.000-4.000 1,-1.000-1.000 1,-1.000-2.000-1,2.000 2.000-1,1.000 1.000-1,1.000 2.000-2,1.000-1.000 0,-2.000-1.000 1,-1.000-1.000 1,-1.000-1.000 0,-2.000-2.000 2,-1.000-1.000-2,-1.000-1.000 0,-2.000-2.000 0,0.000 1.000-1,1.000 1.000 1,-1.000 1.000 0,-1.000 1.000 0,1.000 2.000 1,-2.000-2.000-2,-1.000 2.000 0,-2.000-1.000-1,0.000-1.000 0,0.000-1.000 1,1.000-1.000 0,-1.000-2.000 0,-1.000 2.000 1,-1.000 2.000 1,-1.000 2.000 1,-1.000 3.000 0,-2.000 0.000 0,1.000-1.000 0,0.000-1.000 1,0.000-1.000-1,1.000-1.000 0,-1.000 2.000 0,0.000 1.000 0,0.000 2.000 1,0.000 0.000-1,0.000 2.000 1,-1.000 1.000-1,1.000 2.000 1,1.000-1.000 0,-2.000 1.000 0,2.000 1.000 0,-1.000-1.000-2,1.000 0.000 1,0.000 0.000 1,2.000-1.000-1,2.000 2.000 1,0.000-1.000 0,-1.000 2.000 0,1.000 1.000-1,0.000 2.000 0,1.000-1.000 0,4.000-1.000 0,1.000-1.000-2,3.000-2.000 0,1.000 0.000-1,2.000 1.000-3,1.000-1.000-3,2.000-1.000-2,0.000 1.000 0,-1.000 1.000 0,2.000-1.000 1,-1.000 0.000 2,0.000-1.000-1,-1.000 1.000 0,1.000 1.000-1,1.000-1.000-1,-1.000-1.000 0,0.000-1.000-1,-1.000-1.000 1,1.000-1.000-1</inkml:trace>
</inkml:ink>
</file>

<file path=ppt/ink/ink65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1:32"/>
    </inkml:context>
    <inkml:brush xml:id="br0">
      <inkml:brushProperty name="width" value="0.0149873308837414" units="cm"/>
      <inkml:brushProperty name="height" value="0.0149873308837414" units="cm"/>
      <inkml:brushProperty name="color" value="#000000"/>
      <inkml:brushProperty name="ignorePressure" value="0"/>
    </inkml:brush>
  </inkml:definitions>
  <inkml:trace contextRef="#ctx0" brushRef="#br0">77319.000 15550.000 978,'-18.000'26.000'-13,"4.000"-5.000"0,3.000-7.000 2,4.000-6.000 0,4.000-2.000 0,2.000-2.000-1,2.000 2.000-1,2.000-2.000-1,3.000 2.000 2,-2.000-1.000 3,2.000 0.000 5,-2.000 0.000 3,2.000-1.000 3,1.000-1.000 0,1.000-1.000 2,1.000-2.000 1,2.000 1.000 2,1.000 1.000 0,1.000 1.000 3,1.000 2.000 0,1.000 0.000 1,1.000-1.000-2,-1.000 1.000-1,0.000 1.000-1,-1.000-1.000-1,2.000 2.000 1,-1.000 1.000 0,-1.000 2.000 0,1.000-1.000 1,0.000-1.000-2,1.000-1.000-1,-1.000-1.000-1,0.000-1.000-1,0.000-1.000 0,0.000 2.000-1,0.000-1.000 1,-1.000 0.000-1,-1.000-1.000-1,-1.000 1.000-2,-1.000 1.000 0,0.000-2.000-1,0.000-1.000 0,2.000-1.000 1,2.000-1.000-1,-2.000-1.000 0,-1.000 0.000-2,-4.000 0.000 0,-1.000 0.000-1,-2.000 0.000-1,0.000 0.000-1,-1.000 0.000 0,1.000 0.000-1,1.000-1.000 0,1.000-1.000-1,1.000-1.000-1,2.000-1.000-1,-2.000-2.000 0,-2.000-1.000-1,-2.000-1.000-1,-3.000-2.000 0,0.000 0.000-2,1.000 1.000-1,1.000-2.000-1,2.000 2.000 0</inkml:trace>
</inkml:ink>
</file>

<file path=ppt/ink/ink65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1:32"/>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77600.000 15389.000 1000,'-12.000'21.000'-2,"-1.000"1.000"-2,-4.000 1.000-2,-2.000 2.000-3,1.000-2.000-1,2.000-1.000-1,2.000-4.000 0,3.000-1.000 0,0.000-2.000 2,2.000-1.000 4,-1.000 1.000 3,-1.000 0.000 4,2.000 0.000 3,1.000-2.000 0,1.000-1.000 0,2.000-2.000 0,0.000 1.000 1,2.000 1.000 1,1.000 1.000 0,2.000 1.000 0,0.000 1.000-1,0.000-2.000-2,0.000-1.000-3,0.000-2.000-3,0.000 0.000-1,2.000-2.000 1,1.000-1.000-1,2.000-1.000 1,0.000-1.000-1,-1.000 2.000-2,2.000 1.000-1,-1.000 2.000-1,0.000 0.000-1,-1.000 0.000-1,1.000 0.000 0,1.000-1.000 0,-2.000 2.000 0,-1.000-2.000 0,-1.000 2.000 0,-1.000-1.000 1,-1.000 0.000-1,2.000 0.000 0,1.000-1.000 0,1.000 2.000 0,1.000-2.000 0,-2.000-1.000 0,-1.000-1.000 2,-1.000-1.000 0,-1.000-1.000 1,0.000-1.000 0,0.000 1.000-1,0.000 1.000 0,0.000-1.000 1,0.000 0.000 1,0.000-1.000 1,0.000 1.000 1,0.000 0.000 0,2.000-2.000 2,1.000-1.000-1,1.000-1.000 2</inkml:trace>
</inkml:ink>
</file>

<file path=ppt/ink/ink65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1:32"/>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77980.000 15189.000 1000,'-2.000'12.000'-1,"-4.000"1.000"-1,-3.000 4.000-1,-4.000 2.000-1,-2.000-1.000-1,2.000-4.000 0,1.000-3.000 0,2.000-4.000-1,1.000-2.000 1,3.000 0.000 1,2.000-1.000 1,3.000 1.000 1,1.000 1.000 1,0.000-2.000 1,0.000 2.000-1,0.000-2.000 1,2.000 0.000 0,3.000-3.000 1,4.000-2.000 1,5.000-3.000 0,1.000-1.000 1,-1.000 1.000-1,1.000-1.000 0,0.000-1.000 0,0.000 0.000-1,1.000-2.000 0,-1.000-4.000 0,0.000-1.000 0,0.000-2.000 0,2.000 0.000 0,1.000 0.000-1,2.000-1.000 1,-1.000 1.000-1,1.000-2.000 0,1.000-1.000-1,-1.000-1.000 0,0.000 0.000 0,0.000 2.000-1,-1.000 4.000 2,2.000 1.000 0,-2.000 2.000-2,2.000-2.000-1,-2.000-1.000-4,1.000-2.000-1,0.000 1.000-1,-2.000-1.000 1,-1.000 0.000 2,-1.000 0.000 2,-1.000 0.000-1,-1.000 2.000-1,1.000 1.000-3,0.000 2.000-1,0.000-1.000-1,1.000 2.000 0,-1.000-1.000 1,0.000-1.000 0,-2.000 2.000 0,-1.000 1.000 0,-4.000 1.000-1,-2.000 2.000 0,-1.000-1.000 0,-2.000 2.000 3,-1.000-2.000 1,-1.000 1.000 2,-1.000 0.000 1,2.000 1.000 1,1.000-1.000 0,1.000-1.000 0</inkml:trace>
</inkml:ink>
</file>

<file path=ppt/ink/ink65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1:32"/>
    </inkml:context>
    <inkml:brush xml:id="br0">
      <inkml:brushProperty name="width" value="0.0147207314148545" units="cm"/>
      <inkml:brushProperty name="height" value="0.0147207314148545" units="cm"/>
      <inkml:brushProperty name="color" value="#000000"/>
      <inkml:brushProperty name="ignorePressure" value="0"/>
    </inkml:brush>
  </inkml:definitions>
  <inkml:trace contextRef="#ctx0" brushRef="#br0">78039.000 15350.000 996,'-19.000'11.000'0,"1.000"3.000"0,1.000 2.000 1,1.000 3.000 0,3.000-1.000 0,4.000-4.000 0,3.000-3.000-2,4.000-4.000 0,2.000-2.000-1,0.000-1.000-1,0.000 2.000-1,0.000-1.000-2,1.000 0.000 0,1.000-1.000-2,1.000 1.000 0,2.000 1.000 0,0.000-1.000 0,2.000 0.000 0,1.000-1.000 3,2.000 1.000 0,-1.000 0.000 1,-1.000-2.000 0,-1.000-1.000 0,-1.000-1.000 0,-1.000 0.000 0,-1.000 3.000 2,2.000 2.000 1,-1.000 3.000 1,0.000 0.000 0,2.000 1.000-1,1.000 0.000-1,2.000 0.000 0,-1.000 0.000-1,-1.000-2.000 0,-1.000-1.000 1,-2.000-2.000 1,1.000 1.000 0,-1.000 1.000 1,0.000 1.000-1,0.000 2.000 1,0.000-1.000-1,-1.000 1.000-2,2.000 0.000-1,-1.000 0.000-2,-1.000 0.000-1,-1.000-2.000-1,-1.000-1.000 0,-2.000-2.000-1,1.000 1.000 0,1.000-2.000-2,1.000 2.000-1,2.000-2.000-2</inkml:trace>
</inkml:ink>
</file>

<file path=ppt/ink/ink65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1:33"/>
    </inkml:context>
    <inkml:brush xml:id="br0">
      <inkml:brushProperty name="width" value="0.0152482511475682" units="cm"/>
      <inkml:brushProperty name="height" value="0.0152482511475682" units="cm"/>
      <inkml:brushProperty name="color" value="#000000"/>
      <inkml:brushProperty name="ignorePressure" value="0"/>
    </inkml:brush>
  </inkml:definitions>
  <inkml:trace contextRef="#ctx0" brushRef="#br0">78439.000 15089.000 961,'10.000'0.000'0,"-2.000"0.000"0,-1.000 0.000 0,-2.000 0.000 0,1.000 0.000 0,-2.000 0.000 1,2.000 0.000-1,-2.000 0.000 1,1.000 1.000 1,-2.000 1.000 2,-1.000 1.000 2,-1.000 2.000 3,-1.000 0.000-1,0.000 0.000-3,0.000-1.000-3,0.000 1.000-2,0.000 1.000-2,0.000 1.000-2,0.000 1.000 0,0.000 2.000 0,0.000 0.000-2,2.000 2.000-1,1.000 1.000 0,2.000 2.000-2,-1.000 0.000 1,-1.000 2.000 1,-1.000 1.000 3,-2.000 1.000 0,0.000 2.000 2,0.000 1.000-2,0.000 1.000 0,0.000 2.000-2,0.000 0.000 2,0.000 0.000 0,0.000 0.000 3,0.000 0.000 1,1.000 0.000 0,1.000 0.000 1,1.000 0.000-2,2.000 0.000 1,0.000 0.000-2,-1.000 2.000-2,1.000 1.000-2,1.000 1.000-2,-1.000 0.000-1,0.000-2.000 2,-1.000-4.000-1,1.000-2.000 2,1.000-1.000-1,-2.000-2.000-1,2.000-1.000-1,-2.000-2.000-2,2.000 0.000 0,-1.000-2.000-1,0.000-1.000-2,0.000-2.000 0</inkml:trace>
</inkml:ink>
</file>

<file path=ppt/ink/ink65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1:33"/>
    </inkml:context>
    <inkml:brush xml:id="br0">
      <inkml:brushProperty name="width" value="0.0166568979620934" units="cm"/>
      <inkml:brushProperty name="height" value="0.0166568979620934" units="cm"/>
      <inkml:brushProperty name="color" value="#000000"/>
      <inkml:brushProperty name="ignorePressure" value="0"/>
    </inkml:brush>
  </inkml:definitions>
  <inkml:trace contextRef="#ctx0" brushRef="#br0">77580.000 16789.000 880,'-11.000'-9.000'0,"2.000"1.000"0,-1.000 1.000 0,-1.000 2.000 0,2.000-1.000-1,1.000 2.000-1,1.000-2.000-2,2.000 1.000-2,0.000 0.000-1,2.000 1.000 0,1.000-1.000 0,2.000-1.000-1,0.000 1.000 1,0.000 1.000 3,0.000-1.000 2,0.000 0.000 3,0.000 0.000 2,2.000 2.000 1,1.000 1.000 2,2.000 1.000 1,0.000 1.000 1,2.000 0.000-1,1.000 0.000-1,1.000 0.000 0,2.000 0.000 0,-1.000 0.000 0,0.000 0.000 1,0.000 0.000-1,1.000 0.000 1,0.000-2.000-1,2.000-1.000 0,2.000-1.000 1,0.000-1.000-1,2.000 2.000 1,1.000 1.000 0,2.000 1.000 0,0.000 1.000 1,2.000-2.000-1,1.000-1.000 1,1.000-1.000-1,1.000-2.000-1,0.000 2.000-1,0.000-2.000-1,0.000 1.000-2,2.000 0.000-1,1.000 1.000 0,4.000-1.000-2,2.000-1.000-1,1.000 1.000 0,0.000 1.000 0,-1.000-1.000-1,2.000 0.000-1,-2.000-1.000 1,1.000-1.000-1,0.000-1.000 0,0.000-2.000 1,1.000 1.000-1,-1.000 1.000-1,0.000 1.000 0,0.000 1.000-1,-1.000 1.000 0,-1.000 1.000 0,-1.000-1.000 0,-1.000-1.000 1,-2.000 1.000 0,-1.000 1.000 1,-1.000-1.000 1,-2.000 0.000 1,0.000-1.000-1,0.000 1.000 0,0.000 1.000-1,0.000-1.000-2,0.000 0.000 1,0.000 0.000 0,0.000-1.000 0,0.000 2.000 1,0.000-2.000 0,-2.000 2.000-2,-1.000-2.000-3,-1.000 1.000-1,-2.000 0.000-1,-1.000-2.000-1,-1.000-1.000-1,-1.000-1.000-1,-1.000-2.000 0,2.000-1.000-1,1.000-1.000 1,2.000-1.000 0,-2.000-1.000 1,-1.000 2.000 0,-4.000 1.000 2,-1.000 2.000 0</inkml:trace>
</inkml:ink>
</file>

<file path=ppt/ink/ink65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2:31"/>
    </inkml:context>
    <inkml:brush xml:id="br0">
      <inkml:brushProperty name="width" value="0.0212468542158604" units="cm"/>
      <inkml:brushProperty name="height" value="0.0212468542158604" units="cm"/>
      <inkml:brushProperty name="color" value="#000000"/>
      <inkml:brushProperty name="ignorePressure" value="0"/>
    </inkml:brush>
  </inkml:definitions>
  <inkml:trace contextRef="#ctx0" brushRef="#br0">70700.000 1450.000 690,'-49.000'0.000'-2,"4.000"0.000"-1,3.000 0.000-4,3.000 0.000-2,4.000 0.000 1,7.000 0.000 5,6.000 0.000 4,7.000 0.000 5,2.000 0.000 4,1.000 0.000 3,-1.000 0.000 2,1.000 0.000 2,-1.000 1.000 4,1.000 4.000 2,-1.000 3.000 3,1.000 3.000 2,-1.000 1.000 0,1.000 1.000-4,-1.000-1.000-5,1.000 1.000-3,2.000 1.000-2,7.000 3.000 0,6.000 3.000 0,7.000 4.000 1,4.000-3.000-2,3.000-5.000-2,3.000-7.000-3,4.000-5.000-3,1.000-4.000-5,0.000 0.000-4,0.000 0.000-5,0.000 0.000-5,0.000 0.000-1,0.000 0.000 2,0.000 0.000 4,0.000 0.000 1,1.000 0.000 1,4.000 0.000-4,3.000 0.000-4,3.000 0.000-4,-1.000-4.000-1,-2.000-5.000 0,-3.000-7.000 0,-3.000-5.000 0,-2.000-3.000 2,0.000 4.000 0,0.000 3.000 1,0.000 3.000 2,-2.000 3.000 0,-3.000 3.000 1,-3.000 3.000 0,-2.000 4.000 2,-1.000-1.000-2,3.000-3.000-3,3.000-3.000-3,4.000-2.000-4</inkml:trace>
</inkml:ink>
</file>

<file path=ppt/ink/ink65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2:31"/>
    </inkml:context>
    <inkml:brush xml:id="br0">
      <inkml:brushProperty name="width" value="0.0165395885705948" units="cm"/>
      <inkml:brushProperty name="height" value="0.0165395885705948" units="cm"/>
      <inkml:brushProperty name="color" value="#000000"/>
      <inkml:brushProperty name="ignorePressure" value="0"/>
    </inkml:brush>
  </inkml:definitions>
  <inkml:trace contextRef="#ctx0" brushRef="#br0">70100.000 2800.000 886,'3.000'-22.000'24,"6.000"6.000"-1,7.000 7.000-3,6.000 6.000-1,3.000 1.000-4,0.000-3.000-6,0.000-3.000-5,0.000-2.000-6,1.000-3.000-3,4.000 1.000-1,3.000-1.000-1,3.000 1.000 0,-1.000 1.000-2,-2.000 3.000-1,-3.000 3.000-1,-3.000 4.000-2,-2.000-1.000-5,0.000-3.000-8,0.000-3.000-8,0.000-2.000-8</inkml:trace>
</inkml:ink>
</file>

<file path=ppt/ink/ink66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2:31"/>
    </inkml:context>
    <inkml:brush xml:id="br0">
      <inkml:brushProperty name="width" value="0.0164816621690989" units="cm"/>
      <inkml:brushProperty name="height" value="0.0164816621690989" units="cm"/>
      <inkml:brushProperty name="color" value="#000000"/>
      <inkml:brushProperty name="ignorePressure" value="0"/>
    </inkml:brush>
  </inkml:definitions>
  <inkml:trace contextRef="#ctx0" brushRef="#br0">72200.000 1750.000 889,'-49.000'23.000'0,"4.000"-3.000"0,3.000-3.000 0,3.000-2.000-1,4.000-3.000 2,7.000 1.000 1,6.000-1.000 1,7.000 1.000 2,2.000 1.000 1,1.000 3.000 1,-1.000 3.000-1,1.000 4.000 1,1.000 1.000 0,3.000 0.000 0,3.000 0.000 1,4.000 0.000 0,1.000 1.000-1,0.000 4.000-2,0.000 3.000-1,0.000 3.000-2,-2.000 1.000-1,-3.000 1.000 0,-3.000-1.000-1,-2.000 1.000-1,-1.000 1.000 0,3.000 3.000 0,3.000 3.000-2,4.000 4.000 0,1.000-1.000 0,0.000-3.000 1,0.000-3.000 2,0.000-2.000 2,1.000-5.000 0,4.000-2.000 2,3.000-3.000 0,3.000-3.000 1,3.000-4.000 0,3.000-3.000-1,3.000-3.000 1,4.000-2.000-1,1.000-5.000-1,0.000-2.000-3,0.000-3.000-2,0.000-3.000-2,0.000-4.000-2,0.000-3.000 1,0.000-3.000 0,0.000-2.000 0,0.000-6.000 1,0.000-6.000-1,0.000-6.000 1,0.000-6.000-1,0.000-6.000 0,0.000-2.000 1,0.000-3.000-1,0.000-3.000 0,0.000-4.000-1,0.000-3.000 1,0.000-3.000-1,0.000-2.000 0,-2.000-1.000-1,-3.000 3.000 0,-3.000 3.000-2,-2.000 4.000 0,-3.000 2.000 0,1.000 4.000 1,-1.000 3.000 1,1.000 3.000 2,-3.000 1.000 0,-2.000 1.000-2,-3.000-1.000 0,-3.000 1.000-3,-2.000 1.000 1,0.000 3.000 1,0.000 3.000 1,0.000 4.000 1,-2.000 2.000 0,-3.000 4.000-1,-3.000 3.000 0,-2.000 3.000-1,-3.000 3.000-1,1.000 3.000 2,-1.000 3.000 2,1.000 4.000 0,-1.000-1.000 0,1.000-3.000-2,-1.000-3.000-2,1.000-2.000-1</inkml:trace>
</inkml:ink>
</file>

<file path=ppt/ink/ink66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2:31"/>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72900.000 2550.000 1000,'-22.000'1.000'-2,"6.000"4.000"-14,7.000 3.000-14,6.000 3.000-13</inkml:trace>
</inkml:ink>
</file>

<file path=ppt/ink/ink66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2:40"/>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72800.000 21100.000 1000,'0.000'-24.000'-42,"0.000"4.000"8,0.000 3.000 5,0.000 3.000 7,1.000 3.000 5,4.000 3.000 6,3.000 3.000 4,3.000 4.000 6,1.000 1.000 3,1.000 0.000-1,-1.000 0.000 1,1.000 0.000 1,-1.000-2.000-1,1.000-3.000-1,-1.000-3.000-1,1.000-2.000-2,-1.000-1.000 0,1.000 3.000 0,-1.000 3.000 1,1.000 4.000 0,1.000 1.000 0,3.000 0.000-1,3.000 0.000 1,4.000 0.000-2,-1.000 0.000 1,-3.000 0.000-1,-3.000 0.000-1,-2.000 0.000 0,-3.000-2.000 0,1.000-3.000-1,-1.000-3.000-1,1.000-2.000-1,-1.000-1.000 1,1.000 3.000-1,-1.000 3.000 1,1.000 4.000 1</inkml:trace>
</inkml:ink>
</file>

<file path=ppt/ink/ink66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2:40"/>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72750.000 21950.000 1000,'-2.000'-22.000'-24,"-3.000"6.000"4,-3.000 7.000 4,-2.000 6.000 2,-1.000 1.000 5,3.000-3.000 5,3.000-3.000 7,4.000-2.000 6,4.000-1.000 1,6.000 3.000-3,7.000 3.000-2,6.000 4.000-4,3.000 1.000-1,0.000 0.000-1,0.000 0.000 0,0.000 0.000-1,0.000-2.000-2,0.000-3.000-2,0.000-3.000-2,0.000-2.000-2,1.000-1.000-2,4.000 3.000 0,3.000 3.000-1,3.000 4.000-1,-1.000-1.000 0,-2.000-3.000-1,-3.000-3.000 0,-3.000-2.000-1</inkml:trace>
</inkml:ink>
</file>

<file path=ppt/ink/ink66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2:41"/>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76100.000 20500.000 1000,'3.000'-22.000'-20,"6.000"6.000"-5,7.000 7.000-8,6.000 6.000-6</inkml:trace>
</inkml:ink>
</file>

<file path=ppt/ink/ink66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2:46"/>
    </inkml:context>
    <inkml:brush xml:id="br0">
      <inkml:brushProperty name="width" value="0.0156328603625298" units="cm"/>
      <inkml:brushProperty name="height" value="0.0156328603625298" units="cm"/>
      <inkml:brushProperty name="color" value="#000000"/>
      <inkml:brushProperty name="ignorePressure" value="0"/>
    </inkml:brush>
  </inkml:definitions>
  <inkml:trace contextRef="#ctx0" brushRef="#br0">74900.000 20850.000 938,'-2.000'-46.000'-11,"-3.000"10.000"6,-3.000 10.000 6,-2.000 9.000 4,-3.000 6.000 4,1.000 3.000-1,-1.000 3.000-1,1.000 4.000 1,-1.000 2.000-1,1.000 4.000-3,-1.000 3.000-1,1.000 3.000-2,-1.000 1.000-1,1.000 1.000-1,-1.000-1.000-1,1.000 1.000-1,-1.000-1.000 0,1.000 1.000 1,-1.000-1.000-1,1.000 1.000 0,-1.000 1.000 0,1.000 3.000 1,-1.000 3.000-1,1.000 4.000 0,-1.000 1.000 0,1.000 0.000 0,-1.000 0.000 1,1.000 0.000 0,-1.000 0.000 0,1.000 0.000 1,-1.000 0.000 0,1.000 0.000 1,-1.000 0.000-1,1.000 0.000 2,-1.000 0.000-1,1.000 0.000 0,1.000 0.000 1,3.000 0.000-1,3.000 0.000 0,4.000 0.000 0,-1.000 0.000 1,-3.000 0.000 0,-3.000 0.000 1,-2.000 0.000 1,-1.000 0.000 0,3.000 0.000 0,3.000 0.000-1,4.000 0.000 1,1.000 0.000-1,0.000 0.000 0,0.000 0.000 0,0.000 0.000 0,0.000 0.000 0,0.000 0.000 0,0.000 0.000 1,0.000 0.000 1,0.000 1.000 0,0.000 4.000 0,0.000 3.000-1,0.000 3.000 0,1.000-2.000 0,4.000-6.000-1,3.000-6.000 0,3.000-6.000-1,1.000-2.000 0,1.000 3.000 0,-1.000 3.000 1,1.000 4.000-1,-1.000-3.000 1,1.000-5.000-3,-1.000-7.000 0,1.000-5.000-2,-1.000-3.000 0,1.000 4.000 1,-1.000 3.000 0,1.000 3.000 2,1.000-1.000 0,3.000-2.000-2,3.000-3.000-1,4.000-3.000-1,-1.000-4.000-1,-3.000-3.000 1,-3.000-3.000 1,-2.000-2.000 0,-3.000-3.000 1,1.000 1.000 0,-1.000-1.000 1,1.000 1.000 0,-3.000-4.000-1,-2.000-6.000 0,-3.000-6.000-1,-3.000-6.000-2,-1.000-6.000 1,4.000-2.000 0,3.000-3.000 0,3.000-3.000 2,-1.000-2.000-2,-2.000 0.000 0,-3.000 0.000-2,-3.000 0.000-1,-2.000 0.000 0,0.000 0.000 0,0.000 0.000 2,0.000 0.000 1,0.000 0.000 0,0.000 0.000-1,0.000 0.000-1,0.000 0.000-2,0.000 1.000 1,0.000 4.000 0,0.000 3.000 2,0.000 3.000 0,0.000 3.000 0,0.000 3.000 0,0.000 3.000-1,0.000 4.000-1,0.000 1.000 0,0.000 0.000 0,0.000 0.000 2,0.000 0.000-1,0.000 1.000 1,0.000 4.000 0,0.000 3.000 1,0.000 3.000-1,0.000 6.000 0,0.000 9.000-2,0.000 10.000-1,0.000 10.000-3,0.000 4.000 1,0.000 0.000 3,0.000 0.000 1,0.000 0.000 3,0.000 0.000 1,0.000 0.000 0,0.000 0.000 1,0.000 0.000 1,1.000 0.000-1,4.000 0.000 1,3.000 0.000 0,3.000 0.000 0</inkml:trace>
</inkml:ink>
</file>

<file path=ppt/ink/ink66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2:46"/>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75250.000 21800.000 1000,'-2.000'-22.000'-1,"-3.000"6.000"-1,-3.000 7.000-3,-2.000 6.000-2,-1.000 1.000-2,3.000-3.000-3,3.000-3.000-3,4.000-2.000-2</inkml:trace>
</inkml:ink>
</file>

<file path=ppt/ink/ink66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2:47"/>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75800.000 20900.000 1000,'-24.000'0.000'-62,"4.000"0.000"19,3.000 0.000 19,3.000 0.000 20,1.000 0.000 9,1.000 0.000-2,-1.000 0.000-1,1.000 0.000-2,1.000 1.000 0,3.000 4.000 1,3.000 3.000 1,4.000 3.000 1,-1.000 1.000 1,-3.000 1.000 0,-3.000-1.000-1,-2.000 1.000 0,-1.000-1.000 1,3.000 1.000-1,3.000-1.000 1,4.000 1.000-1,1.000 1.000 1,0.000 3.000-2,0.000 3.000 0,0.000 4.000 0,0.000 1.000-1,0.000 0.000 2,0.000 0.000 0,0.000 0.000 2,0.000 0.000 0,0.000 0.000-1,0.000 0.000-1,0.000 0.000 0,0.000 1.000-1,0.000 4.000 0,0.000 3.000 0,0.000 3.000 1,0.000-1.000-1,0.000-2.000 0,0.000-3.000 0,0.000-3.000-1,0.000-2.000 0,0.000 0.000 0,0.000 0.000 1,0.000 0.000 0,0.000-2.000 0,0.000-3.000 0,0.000-3.000 1,0.000-2.000-1,1.000-3.000 0,4.000 1.000-2,3.000-1.000-1,3.000 1.000-1,1.000-3.000-1,1.000-2.000 0,-1.000-3.000 1,1.000-3.000-1,1.000-2.000 1,3.000 0.000 0,3.000 0.000 2,4.000 0.000-1,-1.000 0.000 1,-3.000 0.000 0,-3.000 0.000 0,-2.000 0.000-1,-1.000-4.000 1,3.000-5.000-2,3.000-7.000 0,4.000-5.000-1,-1.000-4.000 0,-3.000 0.000 0,-3.000 0.000-1,-2.000 0.000 0,-3.000-2.000 0,1.000-3.000-1,-1.000-3.000 0,1.000-2.000 0,-1.000-3.000 0,1.000 1.000 0,-1.000-1.000-1,1.000 1.000 0,-3.000-1.000 0,-2.000 1.000-1,-3.000-1.000 1,-3.000 1.000-2,-2.000-1.000 2,0.000 1.000 0,0.000-1.000 0,0.000 1.000 2,0.000 1.000 0,0.000 3.000 0,0.000 3.000 1,0.000 4.000 0,-2.000 2.000-1,-3.000 4.000 1,-3.000 3.000 0,-2.000 3.000-1,-3.000 1.000 1,1.000 1.000 0,-1.000-1.000 1,1.000 1.000 0,-3.000-1.000 2,-2.000 1.000 0,-3.000-1.000 2,-3.000 1.000 1,-1.000 1.000-1,4.000 3.000 0,3.000 3.000-1,3.000 4.000-1,1.000 1.000-1,1.000 0.000 2,-1.000 0.000 0,1.000 0.000 1,-1.000 0.000 0,1.000 0.000 0,-1.000 0.000-1,1.000 0.000-1,2.000 0.000-2,7.000 0.000-3,6.000 0.000-4,7.000 0.000-4,2.000 0.000 0,1.000 0.000 3,-1.000 0.000 2,1.000 0.000 4</inkml:trace>
</inkml:ink>
</file>

<file path=ppt/ink/ink66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2:47"/>
    </inkml:context>
    <inkml:brush xml:id="br0">
      <inkml:brushProperty name="width" value="0.0148593969643116" units="cm"/>
      <inkml:brushProperty name="height" value="0.0148593969643116" units="cm"/>
      <inkml:brushProperty name="color" value="#000000"/>
      <inkml:brushProperty name="ignorePressure" value="0"/>
    </inkml:brush>
  </inkml:definitions>
  <inkml:trace contextRef="#ctx0" brushRef="#br0">76250.000 20550.000 987,'-24.000'0.000'1,"4.000"0.000"1,3.000 0.000 1,3.000 0.000 1,4.000-2.000-1,7.000-3.000-5,6.000-3.000-5,7.000-2.000-4,2.000-1.000-1,1.000 3.000 3,-1.000 3.000 1,1.000 4.000 3,1.000 1.000 1,3.000 0.000-1,3.000 0.000 0,4.000 0.000-1,-1.000-2.000 1,-3.000-3.000 1,-3.000-3.000 2,-2.000-2.000 1,-1.000-1.000 2,3.000 3.000 0,3.000 3.000 0,4.000 4.000 1,1.000 1.000-1,0.000 0.000 0,0.000 0.000-1,0.000 0.000-1,-2.000 0.000 0,-3.000 0.000 0,-3.000 0.000 1,-2.000 0.000 0,-1.000-2.000 0,3.000-3.000 1,3.000-3.000-1,4.000-2.000 0,-1.000-1.000 0,-3.000 3.000 0,-3.000 3.000 1,-2.000 4.000-1,-1.000 1.000 1,3.000 0.000-1,3.000 0.000 0,4.000 0.000 0,-1.000 0.000 0,-3.000 0.000 0,-3.000 0.000 0,-2.000 0.000 0,-3.000 0.000 1,1.000 0.000-1,-1.000 0.000 0,1.000 0.000-1,-3.000 1.000 1,-2.000 4.000 1,-3.000 3.000 1,-3.000 3.000 0,-2.000 3.000 1,0.000 3.000-1,0.000 3.000 0,0.000 4.000-1,0.000 1.000 0,0.000 0.000 0,0.000 0.000 0,0.000 0.000-1,0.000 0.000 1,0.000 0.000 0,0.000 0.000-1,0.000 0.000 1,-2.000 0.000-1,-3.000 0.000 1,-3.000 0.000-1,-2.000 0.000 1,-1.000 0.000 0,3.000 0.000 0,3.000 0.000 0,4.000 0.000 0,-1.000 1.000 0,-3.000 4.000 0,-3.000 3.000-1,-2.000 3.000 0,-3.000 3.000 0,1.000 3.000 0,-1.000 3.000 0,1.000 4.000 1,1.000 1.000-1,3.000 0.000 0,3.000 0.000-1,4.000 0.000 0,-1.000 0.000 0,-3.000 0.000 0,-3.000 0.000 0,-2.000 0.000 1,-1.000-2.000 0,3.000-3.000-1,3.000-3.000-1,4.000-2.000-1,-1.000-3.000 0,-3.000 1.000 0,-3.000-1.000 2,-2.000 1.000 0,-1.000-1.000-1,3.000 1.000-3,3.000-1.000-2,4.000 1.000-4,1.000-4.000 1,0.000-6.000 1,0.000-6.000 2,0.000-6.000 2,1.000-7.000-2,4.000-6.000-4,3.000-6.000-6,3.000-6.000-4</inkml:trace>
</inkml:ink>
</file>

<file path=ppt/ink/ink66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2:47"/>
    </inkml:context>
    <inkml:brush xml:id="br0">
      <inkml:brushProperty name="width" value="0.0147455520927906" units="cm"/>
      <inkml:brushProperty name="height" value="0.0147455520927906" units="cm"/>
      <inkml:brushProperty name="color" value="#000000"/>
      <inkml:brushProperty name="ignorePressure" value="0"/>
    </inkml:brush>
  </inkml:definitions>
  <inkml:trace contextRef="#ctx0" brushRef="#br0">77450.000 20400.000 994,'-24.000'-22.000'-69,"4.000"6.000"15,3.000 7.000 17,3.000 6.000 15,1.000 3.000 10,1.000 0.000 3,-1.000 0.000 4,1.000 0.000 3,1.000 1.000 4,3.000 4.000 2,3.000 3.000 3,4.000 3.000 4,1.000 1.000 0,0.000 1.000-2,0.000-1.000-2,0.000 1.000-2,1.000-1.000 0,4.000 1.000 0,3.000-1.000 2,3.000 1.000 1,1.000-1.000-1,1.000 1.000 0,-1.000-1.000 0,1.000 1.000-1,-3.000 1.000-1,-2.000 3.000-1,-3.000 3.000 0,-3.000 4.000-1,-1.000-1.000 0,4.000-3.000-1,3.000-3.000 1,3.000-2.000-1,1.000-1.000 0,1.000 3.000 1,-1.000 3.000-1,1.000 4.000 1,-1.000-1.000 0,1.000-3.000 0,-1.000-3.000 1,1.000-2.000-1,-1.000-3.000 1,1.000 1.000-1,-1.000-1.000 0,1.000 1.000 0,-1.000 1.000 0,1.000 3.000-1,-1.000 3.000-1,1.000 4.000-1,-1.000-1.000 0,1.000-3.000 0,-1.000-3.000 1,1.000-2.000 0,-1.000-3.000 1,1.000 1.000-1,-1.000-1.000 0,1.000 1.000-1,-1.000-1.000 0,1.000 1.000 1,-1.000-1.000-1,1.000 1.000 1,-1.000-3.000 0,1.000-2.000 0,-1.000-3.000-1,1.000-3.000 2,-1.000-1.000-1,1.000 4.000-1,-1.000 3.000 0,1.000 3.000 0,-1.000 1.000-1,1.000 1.000 1,-1.000-1.000 1,1.000 1.000-1,-3.000-1.000 1,-2.000 1.000-1,-3.000-1.000-1,-3.000 1.000 0,-1.000-1.000 0,4.000 1.000 0,3.000-1.000 1,3.000 1.000 0,-1.000-1.000 0,-2.000 1.000 1,-3.000-1.000 0,-3.000 1.000 1,-2.000-1.000 0,0.000 1.000-1,0.000-1.000 0,0.000 1.000 0,-2.000-1.000 0,-3.000 1.000 0,-3.000-1.000 1,-2.000 1.000 0,-3.000-1.000 0,1.000 1.000 0,-1.000-1.000 0,1.000 1.000 0,-3.000-1.000-1,-2.000 1.000 1,-3.000-1.000-1,-3.000 1.000 1,-2.000-3.000-2,0.000-2.000 1,0.000-3.000-2,0.000-3.000 0,0.000 1.000 0,0.000 6.000 1,0.000 7.000 0,0.000 6.000 0,-2.000 1.000 0,-3.000-3.000-2,-3.000-3.000-1,-2.000-2.000-3,-1.000-3.000 0,3.000 1.000-2,3.000-1.000 1,4.000 1.000-2,1.000 1.000 1,0.000 3.000-1,0.000 3.000-1,0.000 4.000 1,1.000-3.000 0,4.000-5.000 1,3.000-7.000 2,3.000-5.000 1,1.000-4.000-1,1.000 0.000-5,-1.000 0.000-5,1.000 0.000-4,1.000-4.000 0,3.000-5.000 3,3.000-7.000 4,4.000-5.000 2</inkml:trace>
</inkml:ink>
</file>

<file path=ppt/ink/ink67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2:48"/>
    </inkml:context>
    <inkml:brush xml:id="br0">
      <inkml:brushProperty name="width" value="0.0172819066792727" units="cm"/>
      <inkml:brushProperty name="height" value="0.0172819066792727" units="cm"/>
      <inkml:brushProperty name="color" value="#000000"/>
      <inkml:brushProperty name="ignorePressure" value="0"/>
    </inkml:brush>
  </inkml:definitions>
  <inkml:trace contextRef="#ctx0" brushRef="#br0">77700.000 20350.000 848,'0.000'25.000'44,"0.000"0.000"-7,0.000 0.000-8,0.000 0.000-8,3.000-4.000-7,6.000-5.000-7,7.000-7.000-8,6.000-5.000-6,3.000-4.000-4,0.000 0.000-1,0.000 0.000-2,0.000 0.000 0,1.000 0.000-3,4.000 0.000-3,3.000 0.000-4,3.000 0.000-2,1.000-2.000-1,1.000-3.000 3,-1.000-3.000 4,1.000-2.000 4,-4.000-3.000 1,-6.000 1.000 1,-6.000-1.000 2,-6.000 1.000-1,-4.000-1.000 2,1.000 1.000 0,-1.000-1.000 1,1.000 1.000 0</inkml:trace>
</inkml:ink>
</file>

<file path=ppt/ink/ink67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2:55"/>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61150.000 15550.000 1000,'-25.000'0.000'-2,"0.000"0.000"-4,0.000 0.000-4,0.000 0.000-3,1.000 0.000-3,4.000 0.000 1,3.000 0.000 0,3.000 0.000 0,1.000 1.000 2,1.000 4.000 1,-1.000 3.000 1,1.000 3.000 3,-1.000 4.000 1,1.000 7.000 2,-1.000 6.000 1,1.000 7.000 1,1.000 0.000 1,3.000-2.000 1,3.000-3.000 0,4.000-3.000 1,-1.000 1.000-1,-3.000 6.000 1,-3.000 7.000 0,-2.000 6.000 0,-1.000 4.000-1,3.000 4.000 1,3.000 3.000-1,4.000 3.000 1,1.000-1.000-1,0.000-2.000 1,0.000-3.000-1,0.000-3.000 1,0.000-2.000-1,0.000 0.000 1,0.000 0.000 0,0.000 0.000 0,0.000-2.000 1,0.000-3.000 0,0.000-3.000 1,0.000-2.000 0,1.000-3.000 1,4.000 1.000-2,3.000-1.000 1,3.000 1.000-1,3.000-3.000 0,3.000-2.000 0,3.000-3.000 2,4.000-3.000 0,-1.000-4.000 0,-3.000-3.000-1,-3.000-3.000 1,-2.000-2.000-2,-1.000-5.000 0,3.000-2.000 1,3.000-3.000-1,4.000-3.000 0,-1.000-2.000 1,-3.000 0.000-1,-3.000 0.000-1,-2.000 0.000 1,-1.000-2.000-1,3.000-3.000 1,3.000-3.000 0,4.000-2.000 0,-1.000-6.000 0,-3.000-6.000-1,-3.000-6.000 1,-2.000-6.000-1,-3.000-4.000 0,1.000 1.000 0,-1.000-1.000 1,1.000 1.000-1,-1.000-3.000 1,1.000-2.000-2,-1.000-3.000 0,1.000-3.000-1,-3.000-1.000 0,-2.000 4.000 0,-3.000 3.000 1,-3.000 3.000 0,-2.000-1.000 1,0.000-2.000-1,0.000-3.000 0,0.000-3.000 0,0.000-1.000-1,0.000 4.000 1,0.000 3.000 1,0.000 3.000-1,0.000 1.000 0,0.000 1.000 0,0.000-1.000 0,0.000 1.000-1,0.000 1.000 0,0.000 3.000 1,0.000 3.000 0,0.000 4.000 0,0.000 1.000 0,0.000 0.000-1,0.000 0.000-1,0.000 0.000-1,0.000 1.000-1,0.000 4.000-4,0.000 3.000-2,0.000 3.000-3</inkml:trace>
</inkml:ink>
</file>

<file path=ppt/ink/ink67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2:55"/>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61950.000 16550.000 1000,'0.000'23.000'-27,"0.000"-3.000"7,0.000-3.000 6,0.000-2.000 8,0.000-3.000 1,0.000 1.000-3,0.000-1.000-3,0.000 1.000-3,1.000-1.000-3,4.000 1.000-1,3.000-1.000-1,3.000 1.000-2</inkml:trace>
</inkml:ink>
</file>

<file path=ppt/ink/ink67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2:56"/>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62550.000 15850.000 1000,'0.000'-24.000'-34,"0.000"4.000"5,0.000 3.000 3,0.000 3.000 3,-2.000 3.000 4,-3.000 3.000 5,-3.000 3.000 3,-2.000 4.000 5,-1.000-1.000 3,3.000-3.000 1,3.000-3.000 3,4.000-2.000 2,1.000 0.000 0,0.000 7.000 0,0.000 6.000-1,0.000 7.000 1,0.000 2.000-1,0.000 1.000 0,0.000-1.000-1,0.000 1.000 1,0.000-1.000-1,0.000 1.000 0,0.000-1.000 0,0.000 1.000 0,0.000 2.000 0,0.000 7.000 0,0.000 6.000 0,0.000 7.000 1,0.000 0.000-1,0.000-2.000 0,0.000-3.000 1,0.000-3.000-1,0.000-1.000 0,0.000 4.000 2,0.000 3.000-1,0.000 3.000 2,1.000-1.000-1,4.000-2.000 0,3.000-3.000-1,3.000-3.000 0,3.000-2.000 0,3.000 0.000 0,3.000 0.000 1,4.000 0.000-1,-1.000-2.000 1,-3.000-3.000-1,-3.000-3.000 1,-2.000-2.000-1,-1.000-5.000-1,3.000-2.000 1,3.000-3.000-2,4.000-3.000 1,2.000-2.000-1,4.000 0.000 0,3.000 0.000 1,3.000 0.000 1,-1.000 0.000-2,-2.000 0.000-1,-3.000 0.000-2,-3.000 0.000-1,-1.000-2.000-1,4.000-3.000 1,3.000-3.000 2,3.000-2.000 1,-1.000-5.000-1,-2.000-2.000-2,-3.000-3.000-2,-3.000-3.000-3,-4.000-2.000 0,-3.000 0.000 1,-3.000 0.000 1,-2.000 0.000 2,-5.000 0.000 0,-2.000 0.000 1,-3.000 0.000 0,-3.000 0.000 1,-2.000 1.000 0,0.000 4.000 0,0.000 3.000 1,0.000 3.000-1,0.000-1.000 0,0.000-2.000 0,0.000-3.000 0,0.000-3.000 0,-4.000-1.000 0,-5.000 4.000 0,-7.000 3.000 0,-5.000 3.000-1,-4.000 1.000 1,0.000 1.000 0,0.000-1.000-1,0.000 1.000 1,-2.000-1.000 1,-3.000 1.000 1,-3.000-1.000 2,-2.000 1.000 0,-1.000 1.000 2,3.000 3.000-1,3.000 3.000 0,4.000 4.000 0,2.000-1.000 0,4.000-3.000-1,3.000-3.000-1,3.000-2.000 0,1.000-3.000-1,1.000 1.000-1,-1.000-1.000 0,1.000 1.000 0,-1.000-1.000-1,1.000 1.000-1,-1.000-1.000 0,1.000 1.000 0</inkml:trace>
</inkml:ink>
</file>

<file path=ppt/ink/ink67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2:56"/>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63650.000 15600.000 1000,'-25.000'26.000'-1,"0.000"4.000"-1,0.000 3.000-1,0.000 3.000-2,3.000-1.000 0,6.000-2.000-1,7.000-3.000 1,6.000-3.000-1,3.000-2.000 0,0.000 0.000 0,0.000 0.000 0,0.000 0.000 0,0.000 0.000 0,0.000 0.000-1,0.000 0.000-1,0.000 0.000-2,0.000 0.000 1,0.000 0.000 2,0.000 0.000 1,0.000 0.000 1,1.000 0.000 2,4.000 0.000 0,3.000 0.000 0,3.000 0.000 1,3.000 0.000 0,3.000 0.000 1,3.000 0.000 1,4.000 0.000 1,-1.000-2.000 0,-3.000-3.000-1,-3.000-3.000-1,-2.000-2.000 0,-3.000-5.000-1,1.000-2.000 2,-1.000-3.000-1,1.000-3.000 2,-1.000-1.000-1,1.000 4.000-1,-1.000 3.000-1,1.000 3.000-1,-1.000-1.000 0,1.000-2.000 1,-1.000-3.000 2,1.000-3.000 0,-1.000-2.000 2,1.000 0.000-1,-1.000 0.000 0,1.000 0.000 0,-1.000-2.000 0,1.000-3.000 0,-1.000-3.000 1,1.000-2.000 0,-3.000-5.000 1,-2.000-2.000-1,-3.000-3.000-1,-3.000-3.000 0,-1.000-1.000 0,4.000 4.000 0,3.000 3.000 0,3.000 3.000-1,-1.000-1.000 1,-2.000-2.000-1,-3.000-3.000 0,-3.000-3.000-2,-2.000-4.000 1,0.000-3.000 1,0.000-3.000-1,0.000-2.000 2,0.000-1.000-2,0.000 3.000 0,0.000 3.000-1,0.000 4.000-2,0.000 1.000 0,0.000 0.000 0,0.000 0.000 0,0.000 0.000 0,-2.000 0.000 0,-3.000 0.000 1,-3.000 0.000 0,-2.000 0.000 1,-3.000 0.000 1,1.000 0.000-1,-1.000 0.000 1,1.000 0.000 0,1.000 1.000-1,3.000 4.000 1,3.000 3.000-1,4.000 3.000 1,-1.000 1.000 0,-3.000 1.000-2,-3.000-1.000 1,-2.000 1.000-2,-1.000-1.000 0,3.000 1.000 0,3.000-1.000-1,4.000 1.000 0,1.000-1.000-1,0.000 1.000 0,0.000-1.000 0,0.000 1.000-1</inkml:trace>
</inkml:ink>
</file>

<file path=ppt/ink/ink67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2:56"/>
    </inkml:context>
    <inkml:brush xml:id="br0">
      <inkml:brushProperty name="width" value="0.015328224748373" units="cm"/>
      <inkml:brushProperty name="height" value="0.015328224748373" units="cm"/>
      <inkml:brushProperty name="color" value="#000000"/>
      <inkml:brushProperty name="ignorePressure" value="0"/>
    </inkml:brush>
  </inkml:definitions>
  <inkml:trace contextRef="#ctx0" brushRef="#br0">64550.000 15100.000 956,'0.000'-25.000'0,"0.000"0.000"-2,0.000 0.000 0,0.000 0.000-2,-2.000 1.000 0,-3.000 4.000 1,-3.000 3.000 1,-2.000 3.000 1,-1.000 4.000 3,3.000 7.000 3,3.000 6.000 5,4.000 7.000 4,1.000 4.000-1,0.000 3.000-3,0.000 3.000-4,0.000 4.000-5,0.000 2.000-2,0.000 4.000-2,0.000 3.000-2,0.000 3.000-1,0.000 1.000-1,0.000 1.000 2,0.000-1.000 1,0.000 1.000 2,0.000 1.000 0,0.000 3.000-1,0.000 3.000-2,0.000 4.000-1,0.000 1.000 0,0.000 0.000-1,0.000 0.000 1,0.000 0.000-1,0.000 0.000 0,0.000 0.000 1,0.000 0.000-1,0.000 0.000 1,0.000 0.000 0,0.000 0.000 0,0.000 0.000 0,0.000 0.000 1,0.000-2.000 0,0.000-3.000 1,0.000-3.000 1,0.000-2.000 0,0.000-3.000 1,0.000 1.000 0,0.000-1.000 0,0.000 1.000 0,0.000-1.000 0,0.000 1.000 1,0.000-1.000-1,0.000 1.000 0,0.000-4.000 0,0.000-6.000-2,0.000-6.000-1,0.000-6.000-1</inkml:trace>
</inkml:ink>
</file>

<file path=ppt/ink/ink67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2:57"/>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65550.000 14700.000 1000,'-2.000'-24.000'0,"-3.000"4.000"0,-3.000 3.000 0,-2.000 3.000 0,-3.000 1.000-2,1.000 1.000-2,-1.000-1.000-4,1.000 1.000-2,-1.000 1.000-2,1.000 3.000 2,-1.000 3.000 1,1.000 4.000 1,1.000 2.000 2,3.000 4.000 1,3.000 3.000 4,4.000 3.000 1,-1.000 4.000 2,-3.000 7.000 0,-3.000 6.000 0,-2.000 7.000 0,-3.000 2.000 0,1.000 1.000-1,-1.000-1.000 1,1.000 1.000-1,1.000 1.000 0,3.000 3.000 0,3.000 3.000-1,4.000 4.000 0,-1.000 2.000 1,-3.000 4.000-1,-3.000 3.000 1,-2.000 3.000 0,-3.000 3.000 0,1.000 3.000 0,-1.000 3.000-2,1.000 4.000 0,1.000 1.000 0,3.000 0.000-1,3.000 0.000 0,4.000 0.000 0,1.000-4.000 0,0.000-5.000 1,0.000-7.000 1,0.000-5.000 0,0.000-4.000 0,0.000 0.000 0,0.000 0.000-1,0.000 0.000 0,0.000-2.000 0,0.000-3.000 0,0.000-3.000 0,0.000-2.000 1,1.000-6.000 0,4.000-6.000-2,3.000-6.000 0,3.000-6.000 0,1.000-6.000-1,1.000-2.000 1,-1.000-3.000 0,1.000-3.000 1,1.000-2.000 0,3.000 0.000-1,3.000 0.000 0,4.000 0.000-1,-1.000 0.000 0,-3.000 0.000 0,-3.000 0.000-1,-2.000 0.000 0,-3.000-4.000 1,1.000-5.000-1,-1.000-7.000 2,1.000-5.000 0,-1.000-3.000 0,1.000 4.000 0,-1.000 3.000 1,1.000 3.000 0,-3.000-1.000-1,-2.000-2.000 1,-3.000-3.000-1,-3.000-3.000 1,-1.000-2.000 0,4.000 0.000 0,3.000 0.000 1,3.000 0.000 0,-1.000 0.000 0,-2.000 0.000 0,-3.000 0.000-1,-3.000 0.000 0,-2.000-2.000 1,0.000-3.000-1,0.000-3.000 2,0.000-2.000 0,0.000-1.000 0,0.000 3.000 0,0.000 3.000-1,0.000 4.000 0,0.000 1.000 0,0.000 0.000 0,0.000 0.000 0,0.000 0.000 0,-2.000 0.000 1,-3.000 0.000 0,-3.000 0.000-1,-2.000 0.000 1,-3.000 0.000 0,1.000 0.000 1,-1.000 0.000 0,1.000 0.000 1,-1.000 0.000 0,1.000 0.000-1,-1.000 0.000 0,1.000 0.000-1,-3.000 1.000 1,-2.000 4.000 0,-3.000 3.000 1,-3.000 3.000 2,-1.000 3.000-1,4.000 3.000-1,3.000 3.000-1,3.000 4.000-1,3.000-1.000-1,3.000-3.000 1,3.000-3.000 0,4.000-2.000 0,2.000-3.000-4,4.000 1.000-8,3.000-1.000-9,3.000 1.000-7</inkml:trace>
</inkml:ink>
</file>

<file path=ppt/ink/ink67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2:57"/>
    </inkml:context>
    <inkml:brush xml:id="br0">
      <inkml:brushProperty name="width" value="0.015497257001698" units="cm"/>
      <inkml:brushProperty name="height" value="0.015497257001698" units="cm"/>
      <inkml:brushProperty name="color" value="#000000"/>
      <inkml:brushProperty name="ignorePressure" value="0"/>
    </inkml:brush>
  </inkml:definitions>
  <inkml:trace contextRef="#ctx0" brushRef="#br0">66050.000 15350.000 946,'-2.000'-22.000'-1,"-3.000"6.000"-1,-3.000 7.000-3,-2.000 6.000-1,-1.000 1.000 0,3.000-3.000-1,3.000-3.000 1,4.000-2.000-1,4.000-1.000 1,6.000 3.000 1,7.000 3.000 1,6.000 4.000 1,1.000 1.000 1,-3.000 0.000 0,-3.000 0.000 2,-2.000 0.000 1,-1.000-2.000 0,3.000-3.000 0,3.000-3.000 0,4.000-2.000 1,-1.000-1.000-1,-3.000 3.000 0,-3.000 3.000-1,-2.000 4.000 1,-1.000 1.000-1,3.000 0.000 1,3.000 0.000 0,4.000 0.000 1,-1.000 0.000-1,-3.000 0.000 1,-3.000 0.000 0,-2.000 0.000-1,-1.000 0.000 1,3.000 0.000-1,3.000 0.000 1,4.000 0.000-1,-1.000 0.000 1,-3.000 0.000 2,-3.000 0.000 1,-2.000 0.000 2,-3.000 0.000 1,1.000 0.000-2,-1.000 0.000-1,1.000 0.000-1,-1.000 0.000 0,1.000 0.000 0,-1.000 0.000 2,1.000 0.000-1,-1.000 1.000 1,1.000 4.000-1,-1.000 3.000 0,1.000 3.000-1,-1.000 1.000-1,1.000 1.000-1,-1.000-1.000-3,1.000 1.000 0,-3.000 1.000-1,-2.000 3.000 1,-3.000 3.000 1,-3.000 4.000 1,-2.000-1.000 0,0.000-3.000-1,0.000-3.000-2,0.000-2.000-1,0.000-1.000-1,0.000 3.000 1,0.000 3.000 1,0.000 4.000 0,-2.000 2.000 1,-3.000 4.000 0,-3.000 3.000 0,-2.000 3.000 2,-3.000 1.000-1,1.000 1.000 1,-1.000-1.000 1,1.000 1.000 0,-1.000-1.000 0,1.000 1.000 0,-1.000-1.000-1,1.000 1.000 0,-1.000 1.000 0,1.000 3.000 0,-1.000 3.000 1,1.000 4.000 0,-1.000 2.000 0,1.000 4.000-1,-1.000 3.000 1,1.000 3.000-1,-1.000 1.000-1,1.000 1.000 1,-1.000-1.000-1,1.000 1.000 0,-1.000 1.000 0,1.000 3.000 1,-1.000 3.000-1,1.000 4.000 1,1.000 1.000 0,3.000 0.000-3,3.000 0.000 0,4.000 0.000-2,1.000 0.000-1,0.000 0.000 0,0.000 0.000 1,0.000 0.000 0,0.000-4.000 1,0.000-5.000 0,0.000-7.000 1,0.000-5.000 1,0.000-4.000-2,0.000 0.000-4,0.000 0.000-5,0.000 0.000-4,-2.000-5.000-4,-3.000-9.000-4,-3.000-10.000-5,-2.000-8.000-3</inkml:trace>
</inkml:ink>
</file>

<file path=ppt/ink/ink67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3:00"/>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73800.000 2650.000 1000,'-2.000'-29.000'-3,"-3.000"-5.000"-4,-3.000-7.000-4,-2.000-5.000-5,-3.000 0.000-2,1.000 10.000 0,-1.000 10.000 1,1.000 9.000-1,1.000 2.000 4,3.000-2.000 4,3.000-3.000 5,4.000-3.000 6,1.000-1.000 2,0.000 4.000 0,0.000 3.000 0,0.000 3.000 0,0.000 6.000 1,0.000 9.000 2,0.000 10.000 2,0.000 10.000 1,0.000 4.000 0,0.000 0.000-2,0.000 0.000-3,0.000 0.000-3,0.000 1.000 0,0.000 4.000-1,0.000 3.000 1,0.000 3.000 1,0.000 3.000-1,0.000 3.000-1,0.000 3.000-1,0.000 4.000 0,0.000-1.000-1,0.000-3.000 0,0.000-3.000 2,0.000-2.000 0,0.000-3.000 0,0.000 1.000-1,0.000-1.000 1,0.000 1.000 0,1.000-1.000-1,4.000 1.000 1,3.000-1.000-1,3.000 1.000 1,-1.000-1.000-1,-2.000 1.000 1,-3.000-1.000 0,-3.000 1.000-1,-2.000-3.000 1,0.000-2.000 1,0.000-3.000-1,0.000-3.000 2,1.000-4.000-1,4.000-3.000 0,3.000-3.000 0,3.000-2.000 0,1.000-3.000 0,1.000 1.000 1,-1.000-1.000 1,1.000 1.000 2,-1.000-3.000-1,1.000-2.000 0,-1.000-3.000-1,1.000-3.000-1,-1.000-2.000 0,1.000 0.000 0,-1.000 0.000 0,1.000 0.000 0,1.000-4.000 0,3.000-5.000 0,3.000-7.000 0,4.000-5.000-1,1.000-8.000 1,0.000-5.000-1,0.000-7.000 0,0.000-5.000 0,0.000-6.000 0,0.000-3.000 0,0.000-3.000 0,0.000-2.000 1,1.000-3.000-1,4.000 1.000-1,3.000-1.000-1,3.000 1.000-1,-1.000-1.000-1,-2.000 1.000 1,-3.000-1.000-1,-3.000 1.000 0,-4.000-1.000 1,-3.000 1.000 0,-3.000-1.000 1,-2.000 1.000 0,-3.000 1.000 1,1.000 3.000-2,-1.000 3.000 0,1.000 4.000-1,-3.000 2.000-1,-2.000 4.000 1,-3.000 3.000 1,-3.000 3.000 0,-4.000 6.000 0,-3.000 9.000-1,-3.000 10.000-2,-2.000 10.000-1,-5.000 4.000-1,-2.000 0.000 2,-3.000 0.000 1,-3.000 0.000 1,-2.000 1.000 0,0.000 4.000 0,0.000 3.000-1,0.000 3.000 0,0.000 3.000 0,0.000 3.000 0,0.000 3.000 0,0.000 4.000 1,1.000 1.000 1,4.000 0.000 0,3.000 0.000-1,3.000 0.000 2,3.000-2.000-2,3.000-3.000 0,3.000-3.000-2,4.000-2.000 0,1.000-1.000-1,0.000 3.000 1,0.000 3.000 1,0.000 4.000 0,0.000-1.000-1,0.000-3.000-2,0.000-3.000-3,0.000-2.000-2</inkml:trace>
</inkml:ink>
</file>

<file path=ppt/ink/ink67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3:00"/>
    </inkml:context>
    <inkml:brush xml:id="br0">
      <inkml:brushProperty name="width" value="0.0146829653531313" units="cm"/>
      <inkml:brushProperty name="height" value="0.0146829653531313" units="cm"/>
      <inkml:brushProperty name="color" value="#000000"/>
      <inkml:brushProperty name="ignorePressure" value="0"/>
    </inkml:brush>
  </inkml:definitions>
  <inkml:trace contextRef="#ctx0" brushRef="#br0">75100.000 2000.000 998,'21.000'-24.000'-3,"-5.000"4.000"-6,-7.000 3.000-6,-5.000 3.000-6,-4.000 1.000-2,0.000 1.000 4,0.000-1.000 3,0.000 1.000 3,0.000-1.000 3,0.000 1.000 3,0.000-1.000 2,0.000 1.000 2,0.000-1.000 3,0.000 1.000 2,0.000-1.000 3,0.000 1.000 3,0.000 2.000 1,0.000 7.000 1,0.000 6.000 1,0.000 7.000 0,0.000 4.000-1,0.000 3.000-1,0.000 3.000-1,0.000 4.000-2,0.000 2.000-1,0.000 4.000 0,0.000 3.000-1,0.000 3.000-1,0.000 1.000-1,0.000 1.000 1,0.000-1.000 0,0.000 1.000 0,-2.000 1.000-1,-3.000 3.000 1,-3.000 3.000 0,-2.000 4.000 1,-3.000 1.000-1,1.000 0.000 0,-1.000 0.000 0,1.000 0.000 1,-1.000 0.000-2,1.000 0.000 0,-1.000 0.000-3,1.000 0.000 0,-1.000-2.000-1,1.000-3.000 2,-1.000-3.000 0,1.000-2.000 1,-1.000-1.000-1,1.000 3.000-1,-1.000 3.000-3,1.000 4.000-2,1.000-3.000 0,3.000-5.000 1,3.000-7.000 2,4.000-5.000 1,-1.000-6.000 0,-3.000-3.000-2,-3.000-3.000-4,-2.000-2.000-2,-1.000-3.000-1,3.000 1.000-2,3.000-1.000 0,4.000 1.000-2,2.000-4.000 0,4.000-6.000-3,3.000-6.000-1,3.000-6.000-2</inkml:trace>
</inkml:ink>
</file>

<file path=ppt/ink/ink68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3:01"/>
    </inkml:context>
    <inkml:brush xml:id="br0">
      <inkml:brushProperty name="width" value="0.015126908197999" units="cm"/>
      <inkml:brushProperty name="height" value="0.015126908197999" units="cm"/>
      <inkml:brushProperty name="color" value="#000000"/>
      <inkml:brushProperty name="ignorePressure" value="0"/>
    </inkml:brush>
  </inkml:definitions>
  <inkml:trace contextRef="#ctx0" brushRef="#br0">76250.000 1400.000 969,'-25.000'-2.000'-1,"0.000"-3.000"0,0.000-3.000-3,0.000-2.000 0,1.000-1.000 0,4.000 3.000 0,3.000 3.000 1,3.000 4.000 2,1.000 1.000 0,1.000 0.000 1,-1.000 0.000 2,1.000 0.000 0,-1.000 0.000 1,1.000 0.000 0,-1.000 0.000 1,1.000 0.000 0,1.000 1.000-2,3.000 4.000 0,3.000 3.000-3,4.000 3.000-1,-1.000 3.000-1,-3.000 3.000-1,-3.000 3.000-1,-2.000 4.000 0,-3.000 2.000-1,1.000 4.000 1,-1.000 3.000 1,1.000 3.000 0,-1.000 1.000 0,1.000 1.000 3,-1.000-1.000 1,1.000 1.000 1,-1.000 2.000 1,1.000 7.000 1,-1.000 6.000 0,1.000 7.000 1,-1.000 4.000 0,1.000 3.000 0,-1.000 3.000 0,1.000 4.000 0,-1.000 1.000 0,1.000 0.000 0,-1.000 0.000-1,1.000 0.000 1,-1.000 0.000-2,1.000 0.000 1,-1.000 0.000-2,1.000 0.000 1,1.000-2.000-1,3.000-3.000 1,3.000-3.000 0,4.000-2.000 1,1.000-6.000 0,0.000-6.000-1,0.000-6.000 0,0.000-6.000-1,0.000-6.000-1,0.000-2.000 2,0.000-3.000-1,0.000-3.000 2,3.000-4.000-2,6.000-3.000-1,7.000-3.000-3,6.000-2.000-2,1.000-5.000-1,-3.000-2.000 1,-3.000-3.000 0,-2.000-3.000 1,-1.000-2.000 0,3.000 0.000-2,3.000 0.000 1,4.000 0.000-2,-1.000-2.000 1,-3.000-3.000 0,-3.000-3.000 1,-2.000-2.000 0,-3.000-3.000 2,1.000 1.000-1,-1.000-1.000 1,1.000 1.000 1,-1.000-1.000-1,1.000 1.000-1,-1.000-1.000-1,1.000 1.000-1,-3.000-1.000 0,-2.000 1.000 0,-3.000-1.000 2,-3.000 1.000 0,-1.000-3.000 0,4.000-2.000 0,3.000-3.000 0,3.000-3.000-1,-1.000-1.000-1,-2.000 4.000 2,-3.000 3.000 0,-3.000 3.000 1,-2.000-1.000-1,0.000-2.000 1,0.000-3.000-2,0.000-3.000 1,0.000-2.000-1,0.000 0.000 0,0.000 0.000 1,0.000 0.000 0,-2.000 0.000 1,-3.000 0.000 0,-3.000 0.000 2,-2.000 0.000 1,-3.000 0.000 1,1.000 0.000 0,-1.000 0.000 0,1.000 0.000-1,1.000 0.000 1,3.000 0.000 0,3.000 0.000 0,4.000 0.000 1,-1.000 1.000-1,-3.000 4.000 1,-3.000 3.000 0,-2.000 3.000 0,-1.000 1.000 0,3.000 1.000 0,3.000-1.000-1,4.000 1.000-1,1.000-1.000-2,0.000 1.000-2,0.000-1.000-3,0.000 1.000-2,0.000-1.000-1,0.000 1.000 2,0.000-1.000 2,0.000 1.000 2,1.000-3.000 0,4.000-2.000 0,3.000-3.000-1,3.000-3.000-1</inkml:trace>
</inkml:ink>
</file>

<file path=ppt/ink/ink68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3:01"/>
    </inkml:context>
    <inkml:brush xml:id="br0">
      <inkml:brushProperty name="width" value="0.0164192877709866" units="cm"/>
      <inkml:brushProperty name="height" value="0.0164192877709866" units="cm"/>
      <inkml:brushProperty name="color" value="#000000"/>
      <inkml:brushProperty name="ignorePressure" value="0"/>
    </inkml:brush>
  </inkml:definitions>
  <inkml:trace contextRef="#ctx0" brushRef="#br0">76650.000 1950.000 893,'48.000'0.000'21,"-3.000"0.000"-6,-3.000 0.000-5,-2.000 0.000-7,-6.000 0.000-2,-6.000 0.000 0,-6.000 0.000-1,-6.000 0.000 1,1.000 0.000-1,9.000 0.000-1,10.000 0.000-1,10.000 0.000-1,0.000 0.000-1,-5.000 0.000-1,-7.000 0.000 0,-5.000 0.000 0,-4.000 0.000 0,0.000 0.000 0,0.000 0.000 2,0.000 0.000 1,1.000 0.000 1,4.000 0.000 0,3.000 0.000 1,3.000 0.000 0,-2.000 0.000 0,-6.000 0.000 1,-6.000 0.000 0,-6.000 0.000 0,-2.000 0.000 0,3.000 0.000 0,3.000 0.000-1,4.000 0.000-1,-1.000 0.000 0,-3.000 0.000 1,-3.000 0.000 1,-2.000 0.000 0,-5.000 1.000 0,-2.000 4.000 0,-3.000 3.000 0,-3.000 3.000-1,-1.000 1.000 2,4.000 1.000 0,3.000-1.000 2,3.000 1.000 1,-1.000 2.000 0,-2.000 7.000-1,-3.000 6.000-1,-3.000 7.000 0,-4.000 7.000-1,-3.000 9.000 3,-3.000 10.000 0,-2.000 10.000 3,-5.000 8.000-1,-2.000 10.000 0,-3.000 10.000-2,-3.000 9.000-1,-4.000 12.000-1,-3.000 16.000 0,-3.000 15.000 1,-2.000 17.000-1,-1.000 8.000 0,3.000 4.000-2,3.000 3.000 0,4.000 3.000-3,1.000 1.000 0,0.000 1.000 0,0.000-1.000-1,0.000 1.000-1,1.000-12.000-6,4.000-21.000-15,3.000-22.000-15,3.000-22.000-13</inkml:trace>
</inkml:ink>
</file>

<file path=ppt/ink/ink68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3:04"/>
    </inkml:context>
    <inkml:brush xml:id="br0">
      <inkml:brushProperty name="width" value="0.019420713186264" units="cm"/>
      <inkml:brushProperty name="height" value="0.019420713186264" units="cm"/>
      <inkml:brushProperty name="color" value="#000000"/>
      <inkml:brushProperty name="ignorePressure" value="0"/>
    </inkml:brush>
  </inkml:definitions>
  <inkml:trace contextRef="#ctx0" brushRef="#br0">67757.000 25283.000 755,'-33.000'1.000'1,"7.000"3.000"3,6.000 1.000 4,8.000 3.000 2,4.000 5.000 0,2.000 7.000-1,3.000 6.000-2,2.000 7.000-2,1.000 6.000-1,0.000 4.000 0,0.000 6.000-1,0.000 3.000 0,1.000 7.000-1,2.000 6.000 2,3.000 7.000-1,2.000 7.000 2,0.000 6.000-1,-2.000 4.000 0,-3.000 5.000 0,-2.000 4.000-1,0.000 4.000 1,3.000 2.000 1,2.000 3.000 1,2.000 1.000 1,-1.000 2.000 1,-1.000 0.000-1,-3.000 0.000 1,-1.000 0.000-1,-1.000-5.000 1,2.000-9.000 0,3.000-9.000 0,2.000-9.000 1,0.000-6.000 0,-2.000-2.000-1,-3.000-2.000-1,-2.000-3.000-2,-1.000-5.000 0,0.000-6.000 0,0.000-7.000 0,0.000-7.000 0,1.000-7.000-1,3.000-6.000 0,1.000-8.000-1,4.000-6.000 0,-4.000-4.000-4,-6.000 0.000-7,-7.000 0.000-6,-7.000 0.000-7,-3.000-1.000-3,0.000-2.000 3,0.000-2.000 2,-1.000-3.000 3,1.000-2.000-1,0.000-3.000-4,-1.000-2.000-2,1.000-2.000-4,2.000-3.000 0,4.000-5.000 3,5.000-5.000 3,5.000-4.000 3,3.000-3.000 1,2.000-3.000 2,4.000-3.000 0,0.000-1.000 1,4.000-4.000 1,2.000-4.000 1,1.000-6.000 2,4.000-3.000 2,0.000-1.000 1,0.000 5.000 2,1.000 5.000 1,-1.000 4.000 2</inkml:trace>
</inkml:ink>
</file>

<file path=ppt/ink/ink68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3:05"/>
    </inkml:context>
    <inkml:brush xml:id="br0">
      <inkml:brushProperty name="width" value="0.0231143739074469" units="cm"/>
      <inkml:brushProperty name="height" value="0.0231143739074469" units="cm"/>
      <inkml:brushProperty name="color" value="#000000"/>
      <inkml:brushProperty name="ignorePressure" value="0"/>
    </inkml:brush>
  </inkml:definitions>
  <inkml:trace contextRef="#ctx0" brushRef="#br0">68673.000 25759.000 634,'0.000'-17.000'14,"0.000"2.000"-2,0.000 3.000-2,0.000 1.000-1,-2.000 4.000 1,-5.000 5.000 4,-5.000 4.000 3,-4.000 5.000 4,-1.000 4.000 0,2.000 1.000-3,3.000 3.000-3,2.000 2.000-4,0.000 2.000-2,1.000-1.000 0,0.000 0.000-2,0.000 1.000-1,-2.000 0.000 0,-1.000 3.000 0,-3.000 2.000 0,-2.000 2.000 0,-1.000 3.000 0,-1.000 2.000 0,1.000 2.000-1,0.000 2.000 0,-2.000 2.000 0,-2.000 0.000-1,-2.000-1.000-1,-2.000 1.000-1,-2.000-1.000 1,1.000 1.000 0,-1.000 0.000 1,1.000-1.000 0,0.000 1.000 1,-1.000 0.000-1,1.000-1.000 0,-1.000 1.000-1,1.000-2.000-1,-1.000-2.000 0,1.000-2.000 0,0.000-2.000-1,2.000-2.000 0,4.000 1.000 0,5.000-1.000 0,4.000 1.000 0,3.000-3.000 0,0.000-4.000 1,0.000-5.000 0,-1.000-5.000 0,4.000-2.000 0,3.000 0.000-2,6.000 1.000-1,3.000-1.000-1,6.000-1.000-1,4.000-3.000 3,4.000-1.000 1,6.000-3.000 2,1.000 0.000 1,1.000 3.000-1,-1.000 1.000 0,1.000 3.000 0,-2.000 0.000-1,-2.000-2.000 0,-2.000-2.000-1,-3.000-3.000 1,0.000-1.000-1,-1.000 0.000 1,0.000 0.000-1,0.000 0.000 1,1.000 0.000-1,-1.000 0.000 1,1.000 0.000 0,-1.000 0.000-1,1.000 2.000 2,3.000 5.000-1,2.000 4.000 2,2.000 5.000-1,1.000 1.000 1,-3.000-2.000-1,-2.000-2.000-1,-3.000-3.000-1,-1.000 1.000-2,0.000 1.000-4,1.000 3.000-5,-1.000 2.000-4,1.000-1.000-5,-1.000-4.000-5,0.000-5.000-3,0.000-5.000-6,2.000-4.000-3,2.000-5.000-6,2.000-5.000-5,2.000-4.000-4,0.000-3.000 1,-2.000-3.000 9,-2.000-2.000 8,-3.000-2.000 9,-1.000-1.000 5,-4.000 3.000 5,-1.000 3.000 4,-2.000 1.000 3,-2.000 2.000 4,0.000-1.000 0,0.000 1.000 1,0.000 0.000 1</inkml:trace>
</inkml:ink>
</file>

<file path=ppt/ink/ink68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3:05"/>
    </inkml:context>
    <inkml:brush xml:id="br0">
      <inkml:brushProperty name="width" value="0.0271756909787655" units="cm"/>
      <inkml:brushProperty name="height" value="0.0271756909787655" units="cm"/>
      <inkml:brushProperty name="color" value="#000000"/>
      <inkml:brushProperty name="ignorePressure" value="0"/>
    </inkml:brush>
  </inkml:definitions>
  <inkml:trace contextRef="#ctx0" brushRef="#br0">69992.000 25759.000 539,'-20.000'-33.000'-3,"-2.000"7.000"-7,-2.000 6.000-6,-2.000 8.000-7,2.000 3.000 4,7.000-1.000 13,7.000 1.000 15,6.000 0.000 13,3.000 1.000 6,-2.000 2.000-3,-3.000 3.000-3,-2.000 2.000-2,-2.000 2.000-2,1.000 2.000-1,1.000 3.000 1,-2.000 2.000 0,1.000 4.000-2,0.000 4.000 0,0.000 4.000-2,-1.000 5.000-1,0.000 2.000-1,-2.000-3.000-1,-3.000-3.000-1,-2.000-1.000-2,0.000-2.000 0,2.000 1.000-1,2.000-1.000-1,3.000 0.000-1,0.000 0.000 0,1.000 1.000-1,0.000-1.000 0,0.000 0.000 0,-2.000 2.000-1,-1.000 2.000 0,-3.000 2.000-1,-2.000 2.000-1,-1.000 0.000 0,0.000-2.000 0,-1.000-2.000 0,1.000-2.000 0,-1.000-1.000 1,1.000 3.000 0,0.000 2.000 0,-1.000 2.000 1,1.000 2.000-1,0.000-1.000 0,0.000 1.000-2,-1.000-1.000 0,1.000 0.000-1,0.000 1.000-1,-1.000-1.000-1,1.000 1.000 0,1.000-1.000 1,2.000 1.000 1,2.000-1.000 2,3.000 1.000 2,1.000-2.000 1,0.000-2.000 0,0.000-2.000 0,-1.000-3.000 0,3.000 0.000 1,1.000-1.000 0,2.000 0.000 0,3.000 1.000 1,5.000-1.000 0,6.000 0.000 1,7.000 1.000 2,7.000-1.000 2,2.000-2.000 0,-2.000-5.000 0,-2.000-4.000-2,-2.000-5.000 1,-2.000 0.000-2,0.000 1.000-1,1.000 3.000-1,-1.000 2.000-1,0.000 0.000 0,0.000-3.000-1,1.000-1.000 1,-1.000-3.000-1,2.000 0.000 0,1.000 3.000 0,3.000 1.000-1,3.000 3.000-1,-1.000 2.000 0,-2.000-1.000-1,-2.000 0.000 0,-3.000 0.000 0,0.000 0.000 0,-1.000 0.000-1,0.000 0.000 1,1.000 1.000 0,-1.000-1.000 0,0.000 0.000 0,0.000 0.000 0,1.000 0.000-1,-1.000 0.000 1,0.000 1.000-2,1.000-1.000-1,-1.000 0.000-1,2.000 0.000-3,1.000 0.000-5,3.000 0.000-6,3.000 1.000-5,-1.000-4.000-9,-2.000-3.000-11,-2.000-6.000-10,-3.000-3.000-11,-2.000-4.000-3,-2.000 1.000 8,-2.000 0.000 7,-3.000 0.000 6</inkml:trace>
</inkml:ink>
</file>

<file path=ppt/ink/ink68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4:22"/>
    </inkml:context>
    <inkml:brush xml:id="br0">
      <inkml:brushProperty name="width" value="0.0148265529423952" units="cm"/>
      <inkml:brushProperty name="height" value="0.0148265529423952" units="cm"/>
      <inkml:brushProperty name="color" value="#000000"/>
      <inkml:brushProperty name="ignorePressure" value="0"/>
    </inkml:brush>
  </inkml:definitions>
  <inkml:trace contextRef="#ctx0" brushRef="#br0">71500.000 25350.000 989,'-50.000'-4.000'0,"0.000"-5.000"0,0.000-7.000 0,0.000-5.000 0,4.000-1.000-3,10.000 6.000-7,10.000 7.000-5,9.000 6.000-7,4.000 1.000-2,1.000-3.000 3,-1.000-3.000 2,1.000-2.000 3,1.000 0.000 4,3.000 7.000 6,3.000 6.000 5,4.000 7.000 5,1.000 4.000 3,0.000 3.000-2,0.000 3.000-3,0.000 4.000 0,1.000 1.000-2,4.000 0.000 0,3.000 0.000 0,3.000 0.000 1,-1.000 1.000-1,-2.000 4.000 0,-3.000 3.000 0,-3.000 3.000 0,-2.000 1.000-1,0.000 1.000 1,0.000-1.000 1,0.000 1.000-1,0.000-1.000 0,0.000 1.000 1,0.000-1.000 0,0.000 1.000-1,0.000-1.000 1,0.000 1.000-1,0.000-1.000 0,0.000 1.000 0,-2.000 1.000 0,-3.000 3.000 0,-3.000 3.000 1,-2.000 4.000 0,-3.000 1.000 0,1.000 0.000 0,-1.000 0.000 0,1.000 0.000-1,-1.000-2.000 0,1.000-3.000 1,-1.000-3.000-1,1.000-2.000 1,-1.000 0.000-1,1.000 7.000 1,-1.000 6.000-1,1.000 7.000 0,-3.000 0.000 0,-2.000-2.000 0,-3.000-3.000 1,-3.000-3.000-1,-1.000-4.000 0,4.000-3.000 1,3.000-3.000-1,3.000-2.000 1,-1.000-1.000-1,-2.000 3.000 1,-3.000 3.000-1,-3.000 4.000 1,-1.000-4.000-1,4.000-9.000 1,3.000-10.000 1,3.000-8.000 1,1.000-6.000-1,1.000 1.000 0,-1.000-1.000-1,1.000 1.000 0,1.000-4.000 2,3.000-6.000 2,3.000-6.000 2,4.000-6.000 4,2.000-4.000 0,4.000 1.000-3,3.000-1.000-2,3.000 1.000-2,1.000-1.000-2,1.000 1.000 1,-1.000-1.000 0,1.000 1.000-1,1.000 1.000 1,3.000 3.000-1,3.000 3.000 0,4.000 4.000-1,-1.000-1.000 1,-3.000-3.000 0,-3.000-3.000 0,-2.000-2.000 0,-1.000-1.000 0,3.000 3.000 0,3.000 3.000 1,4.000 4.000 0,1.000 1.000-1,0.000 0.000 0,0.000 0.000 1,0.000 0.000-2,1.000 0.000 1,4.000 0.000-1,3.000 0.000 1,3.000 0.000-2,1.000 0.000 1,1.000 0.000 0,-1.000 0.000 0,1.000 0.000 1,1.000 0.000-1,3.000 0.000 0,3.000 0.000-2,4.000 0.000 1,-1.000-2.000-2,-3.000-3.000 0,-3.000-3.000 0,-2.000-2.000-1,-1.000-3.000 0,3.000 1.000 0,3.000-1.000-1,4.000 1.000 0,-1.000-1.000 0,-3.000 1.000-2,-3.000-1.000-2,-2.000 1.000 0,-3.000-1.000-1,1.000 1.000-1,-1.000-1.000-1,1.000 1.000-1,-3.000 1.000 0,-2.000 3.000-1,-3.000 3.000-1,-3.000 4.000 0,-2.000-1.000-1,0.000-3.000 0,0.000-3.000 1,0.000-2.000 0,-2.000-3.000 2,-3.000 1.000 2,-3.000-1.000 2,-2.000 1.000 3</inkml:trace>
</inkml:ink>
</file>

<file path=ppt/ink/ink68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4:22"/>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72050.000 26000.000 1000,'-27.000'-2.000'-3,"-3.000"-3.000"-5,-3.000-3.000-5,-2.000-2.000-6,0.000-1.000-1,7.000 3.000 3,6.000 3.000 2,7.000 4.000 3,2.000 1.000 2,1.000 0.000 2,-1.000 0.000 2,1.000 0.000 1,1.000 3.000 2,3.000 6.000 2,3.000 7.000 2,4.000 6.000 2,-1.000 4.000 1,-3.000 4.000-2,-3.000 3.000 0,-2.000 3.000-1,-1.000 1.000-1,3.000 1.000-2,3.000-1.000-1,4.000 1.000-2,1.000-1.000 1,0.000 1.000 0,0.000-1.000 0,0.000 1.000 2,0.000 1.000 0,0.000 3.000 0,0.000 3.000 0,0.000 4.000 0,0.000 1.000 0,0.000 0.000 1,0.000 0.000-1,0.000 0.000 1,0.000 0.000 0,0.000 0.000 0,0.000 0.000 1,0.000 0.000 0,0.000 1.000 1,0.000 4.000 0,0.000 3.000 0,0.000 3.000-1,0.000-2.000 1,0.000-6.000-1,0.000-6.000 0,0.000-6.000 0,0.000-2.000-2,0.000 3.000-1,0.000 3.000-1,0.000 4.000-2,0.000 1.000 0,0.000 0.000 1,0.000 0.000 1,0.000 0.000 1,0.000-5.000 1,0.000-9.000-2,0.000-10.000 0,0.000-8.000 0,0.000-4.000-1,0.000 3.000 0,0.000 3.000 0,0.000 4.000 1</inkml:trace>
</inkml:ink>
</file>

<file path=ppt/ink/ink68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4:23"/>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73000.000 26650.000 1000,'0.000'-52.000'-4,"0.000"-3.000"-6,0.000-3.000-7,0.000-2.000-6,0.000 0.000-1,0.000 7.000 8,0.000 6.000 8,0.000 7.000 7,0.000 4.000 3,0.000 3.000 1,0.000 3.000 0,0.000 4.000 0,0.000 1.000 1,0.000 0.000 0,0.000 0.000 0,0.000 0.000 0,0.000-2.000 0,0.000-3.000 0,0.000-3.000-1,0.000-2.000-1,0.000-1.000 0,0.000 3.000 1,0.000 3.000 0,0.000 4.000 0,-2.000 2.000 0,-3.000 4.000-1,-3.000 3.000-2,-2.000 3.000 0,-3.000 1.000 0,1.000 1.000 1,-1.000-1.000 0,1.000 1.000 1,1.000-1.000 0,3.000 1.000 0,3.000-1.000-2,4.000 1.000 0,-1.000-1.000 0,-3.000 1.000 0,-3.000-1.000 1,-2.000 1.000 1,-3.000-1.000-1,1.000 1.000-1,-1.000-1.000-1,1.000 1.000-1,-1.000 1.000 0,1.000 3.000 1,-1.000 3.000 0,1.000 4.000 1,-1.000 1.000-1,1.000 0.000 1,-1.000 0.000-2,1.000 0.000 0,-1.000 0.000 0,1.000 0.000 1,-1.000 0.000-1,1.000 0.000 1,-1.000 0.000 1,1.000 0.000-1,-1.000 0.000 1,1.000 0.000 0,-1.000 1.000 0,1.000 4.000-1,-1.000 3.000 0,1.000 3.000-1,-3.000 3.000-1,-2.000 3.000 2,-3.000 3.000-1,-3.000 4.000 2,-1.000 1.000-1,4.000 0.000 0,3.000 0.000 0,3.000 0.000-1,3.000 1.000 1,3.000 4.000 0,3.000 3.000 0,4.000 3.000 0,-1.000 1.000 1,-3.000 1.000-1,-3.000-1.000 1,-2.000 1.000-1,-1.000-1.000 1,3.000 1.000-1,3.000-1.000 1,4.000 1.000 0,1.000-1.000 0,0.000 1.000-1,0.000-1.000 1,0.000 1.000 0,0.000-3.000 0,0.000-2.000-1,0.000-3.000 1,0.000-3.000 0,0.000-4.000 0,0.000-3.000 0,0.000-3.000 0,0.000-2.000-1,3.000-3.000 1,6.000 1.000 0,7.000-1.000 0,6.000 1.000 1,1.000-3.000-1,-3.000-2.000 0,-3.000-3.000 0,-2.000-3.000 0,-1.000-2.000 0,3.000 0.000 0,3.000 0.000 1,4.000 0.000-1,-1.000 0.000 0,-3.000 0.000 0,-3.000 0.000 0,-2.000 0.000 1,-1.000 0.000-1,3.000 0.000 0,3.000 0.000 0,4.000 0.000 0,-1.000-2.000 0,-3.000-3.000 0,-3.000-3.000 0,-2.000-2.000 0,-3.000-1.000 1,1.000 3.000-1,-1.000 3.000 0,1.000 4.000 0,-1.000-1.000 0,1.000-3.000 0,-1.000-3.000 0,1.000-2.000 0,-1.000-1.000 0,1.000 3.000 0,-1.000 3.000 0,1.000 4.000 0,-1.000 1.000 0,1.000 0.000 0,-1.000 0.000 0,1.000 0.000 0,-3.000 1.000 0,-2.000 4.000 0,-3.000 3.000 0,-3.000 3.000 0,-2.000 1.000 0,0.000 1.000 0,0.000-1.000 0,0.000 1.000 0,1.000-1.000 0,4.000 1.000 0,3.000-1.000 0,3.000 1.000 0,-1.000-1.000 0,-2.000 1.000 0,-3.000-1.000 0,-3.000 1.000 0,-2.000 2.000 0,0.000 7.000 0,0.000 6.000 0,0.000 7.000 0,0.000 0.000 0,0.000-2.000 0,0.000-3.000 0,0.000-3.000 0,-2.000-1.000 0,-3.000 4.000 0,-3.000 3.000 0,-2.000 3.000 0,-3.000 3.000 0,1.000 3.000 0,-1.000 3.000-1,1.000 4.000 0,-1.000 1.000 0,1.000 0.000 0,-1.000 0.000 0,1.000 0.000 1,-1.000 0.000-1,1.000 0.000 0,-1.000 0.000-1,1.000 0.000 0,-1.000 0.000-1,1.000 0.000 1,-1.000 0.000 0,1.000 0.000 1,1.000 0.000-1,3.000 0.000 0,3.000 0.000-2,4.000 0.000-1,-1.000-2.000-1,-3.000-3.000 1,-3.000-3.000 0,-2.000-2.000-1,-1.000-3.000 1,3.000 1.000-1,3.000-1.000 0,4.000 1.000 0,1.000-1.000 0,0.000 1.000-1,0.000-1.000 0,0.000 1.000-1,0.000-3.000 0,0.000-2.000 1,0.000-3.000 2,0.000-3.000 0,0.000-4.000 0,0.000-3.000 0,0.000-3.000 0,0.000-2.000-1,0.000-3.000 1,0.000 1.000 1,0.000-1.000 1,0.000 1.000 2,0.000-1.000-1,0.000 1.000 2,0.000-1.000-1,0.000 1.000 1</inkml:trace>
</inkml:ink>
</file>

<file path=ppt/ink/ink68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4:23"/>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73650.000 27700.000 1000,'-4.000'-22.000'-1,"-5.000"6.000"-2,-7.000 7.000-2,-5.000 6.000-2,-3.000 3.000-1,4.000 0.000-1,3.000 0.000-1,3.000 0.000-1,3.000 1.000 0,3.000 4.000-2,3.000 3.000 0,4.000 3.000-1,2.000-1.000-1,4.000-2.000-2,3.000-3.000-2,3.000-3.000-2</inkml:trace>
</inkml:ink>
</file>

<file path=ppt/ink/ink68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4:24"/>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74500.000 26500.000 1000,'-24.000'-49.000'-3,"4.000"4.000"-5,3.000 3.000-6,3.000 3.000-5,1.000 3.000-2,1.000 3.000 4,-1.000 3.000 2,1.000 4.000 3,-1.000 2.000 4,1.000 4.000 4,-1.000 3.000 5,1.000 3.000 4,1.000 4.000 1,3.000 7.000-1,3.000 6.000-2,4.000 7.000-2,1.000 2.000-2,0.000 1.000 1,0.000-1.000-1,0.000 1.000-1,0.000 1.000 1,0.000 3.000 0,0.000 3.000 0,0.000 4.000 1,0.000 1.000-1,0.000 0.000 1,0.000 0.000 0,0.000 0.000 0,0.000 0.000 0,0.000 0.000 0,0.000 0.000 0,0.000 0.000 0,0.000 1.000 0,0.000 4.000 0,0.000 3.000-1,0.000 3.000 1,0.000-1.000 0,0.000-2.000 0,0.000-3.000 0,0.000-3.000 0,0.000-1.000 0,0.000 4.000 0,0.000 3.000 0,0.000 3.000 0,0.000-1.000 0,0.000-2.000 0,0.000-3.000 0,0.000-3.000 0,0.000-2.000 0,0.000 0.000 0,0.000 0.000 0,0.000 0.000 0,0.000 0.000 0,0.000 0.000 1,0.000 0.000-1,0.000 0.000 1,1.000 0.000-1,4.000 0.000 1,3.000 0.000 0,3.000 0.000 0,1.000 0.000-1,1.000 0.000 1,-1.000 0.000-1,1.000 0.000 1,-1.000 0.000-1,1.000 0.000 1,-1.000 0.000 0,1.000 0.000 0,-3.000-2.000 1,-2.000-3.000-1,-3.000-3.000 0,-3.000-2.000 0,1.000-3.000 0,6.000 1.000 1,7.000-1.000 1,6.000 1.000 2,1.000-1.000 0,-3.000 1.000 0,-3.000-1.000 0,-2.000 1.000 1,-3.000-1.000 0,1.000 1.000-2,-1.000-1.000 0,1.000 1.000 0,-1.000-1.000-1,1.000 1.000 0,-1.000-1.000-1,1.000 1.000 1,-1.000-3.000-1,1.000-2.000-1,-1.000-3.000 0,1.000-3.000-2,-3.000-1.000 0,-2.000 4.000 0,-3.000 3.000-1,-3.000 3.000 1,-1.000-1.000-1,4.000-2.000 1,3.000-3.000 1,3.000-3.000 0,-2.000-1.000 0,-6.000 4.000-1,-6.000 3.000-1,-6.000 3.000-2,-4.000-1.000 0,1.000-2.000 1,-1.000-3.000 0,1.000-3.000 2,-1.000-1.000-1,1.000 4.000-1,-1.000 3.000-2,1.000 3.000-1,-1.000-1.000-1,1.000-2.000 0,-1.000-3.000-1,1.000-3.000 0,-1.000-1.000 0,1.000 4.000 2,-1.000 3.000 0,1.000 3.000 2,-1.000 1.000 0,1.000 1.000-1,-1.000-1.000-1,1.000 1.000-1,-1.000-1.000-1,1.000 1.000 1,-1.000-1.000 2,1.000 1.000 0,-1.000-3.000 1,1.000-2.000-1,-1.000-3.000 0,1.000-3.000-1,-1.000-1.000 0,1.000 4.000 0,-1.000 3.000 1,1.000 3.000 1,-1.000-1.000 0,1.000-2.000 0,-1.000-3.000-1,1.000-3.000 1,-1.000-2.000 1,1.000 0.000 0,-1.000 0.000 1,1.000 0.000 1,1.000 1.000 0,3.000 4.000 0,3.000 3.000 1,4.000 3.000 0</inkml:trace>
</inkml:ink>
</file>

<file path=ppt/ink/ink69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4:24"/>
    </inkml:context>
    <inkml:brush xml:id="br0">
      <inkml:brushProperty name="width" value="0.0152631457895041" units="cm"/>
      <inkml:brushProperty name="height" value="0.0152631457895041" units="cm"/>
      <inkml:brushProperty name="color" value="#000000"/>
      <inkml:brushProperty name="ignorePressure" value="0"/>
    </inkml:brush>
  </inkml:definitions>
  <inkml:trace contextRef="#ctx0" brushRef="#br0">74550.000 26950.000 960,'-4.000'-30.000'-2,"-5.000"-9.000"-6,-7.000-10.000-6,-5.000-8.000-5,-1.000 0.000 0,6.000 14.000 8,7.000 11.000 5,6.000 14.000 8,4.000 5.000 4,4.000 1.000 2,3.000-1.000 4,3.000 1.000 3,1.000-1.000-1,1.000 1.000-1,-1.000-1.000-4,1.000 1.000-2,2.000 1.000-1,7.000 3.000 0,6.000 3.000 0,7.000 4.000 1,0.000 1.000-2,-2.000 0.000-3,-3.000 0.000-2,-3.000 0.000-3,-1.000 0.000-2,4.000 0.000 2,3.000 0.000 1,3.000 0.000 2,1.000 0.000-3,1.000 0.000-5,-1.000 0.000-4,1.000 0.000-6,-3.000 1.000-4,-2.000 4.000-4,-3.000 3.000-4,-3.000 3.000-3</inkml:trace>
</inkml:ink>
</file>

<file path=ppt/ink/ink69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16T23:28:43"/>
    </inkml:context>
    <inkml:brush xml:id="br0">
      <inkml:brushProperty name="width" value="0.0146666662767529" units="cm"/>
      <inkml:brushProperty name="height" value="0.0146666662767529" units="cm"/>
      <inkml:brushProperty name="color" value="#000000"/>
      <inkml:brushProperty name="ignorePressure" value="0"/>
    </inkml:brush>
  </inkml:definitions>
  <inkml:trace contextRef="#ctx0" brushRef="#br0">37350.000 67750.000 1000,'-2.000'-232.000'0,"-3.000"39.000"0,-3.000 36.000 0,-2.000 39.000 0,-3.000 19.000 0,1.000 4.000 0,-1.000 3.000 0,1.000 3.000 0,-1.000 1.000 0,1.000 1.000 0,-1.000-1.000 0,1.000 1.000 0,-1.000-1.000 0,1.000 1.000 0,-1.000-1.000 0,1.000 1.000 0,-1.000-1.000-2,1.000 1.000-3,-1.000-1.000-4,1.000 1.000-2,-1.000-1.000-2,1.000 1.000 1,-1.000-1.000 1,1.000 1.000 1,-1.000-3.000 2,1.000-2.000 0,-1.000-3.000 2,1.000-3.000 1,-1.000-4.000 0,1.000-3.000 0,-1.000-3.000-1,1.000-2.000 1,-1.000-3.000 0,1.000 1.000 1,-1.000-1.000 2,1.000 1.000 0,-1.000-1.000 2,1.000 1.000-1,-1.000-1.000 1,1.000 1.000 0,-1.000 2.000 1,1.000 7.000-1,-1.000 6.000 1,1.000 7.000-1,1.000 0.000 0,3.000-2.000 0,3.000-3.000-1,4.000-3.000-1,1.000-1.000 1,0.000 4.000 0,0.000 3.000 0,0.000 3.000 1,0.000 1.000 0,0.000 1.000 0,0.000-1.000 0,0.000 1.000 0,0.000 1.000 0,0.000 3.000 0,0.000 3.000 0,0.000 4.000 1,1.000-1.000-1,4.000-3.000 0,3.000-3.000-1,3.000-2.000 0,1.000 2.000 1,1.000 9.000-1,-1.000 10.000 1,1.000 10.000 0,-1.000 4.000 0,1.000 0.000 0,-1.000 0.000 0,1.000 0.000 0,1.000 1.000 0,3.000 4.000 0,3.000 3.000 0,4.000 3.000-1,-1.000 1.000 1,-3.000 1.000-1,-3.000-1.000 1,-2.000 1.000 0,-1.000 1.000 0,3.000 3.000 0,3.000 3.000 0,4.000 4.000 0,-1.000 1.000 0,-3.000 0.000 1,-3.000 0.000-1,-2.000 0.000 0,-1.000 1.000 0,3.000 4.000 0,3.000 3.000-1,4.000 3.000 1,-1.000-1.000-1,-3.000-2.000 1,-3.000-3.000 0,-2.000-3.000-1,-3.000-1.000 1,1.000 4.000 0,-1.000 3.000 0,1.000 3.000 0,-1.000 3.000 0,1.000 3.000 0,-1.000 3.000-1,1.000 4.000 1,-1.000-1.000-1,1.000-3.000 1,-1.000-3.000-1,1.000-2.000 1,-1.000-3.000 0,1.000 1.000 0,-1.000-1.000 0,1.000 1.000 0,-1.000-1.000 0,1.000 1.000 0,-1.000-1.000 0,1.000 1.000 0,-3.000-1.000-1,-2.000 1.000 1,-3.000-1.000 0,-3.000 1.000 0,-1.000 1.000 0,4.000 3.000 0,3.000 3.000 0,3.000 4.000 0,-1.000-1.000 0,-2.000-3.000 0,-3.000-3.000 0,-3.000-2.000 0,-2.000-3.000 0,0.000 1.000 0,0.000-1.000 0,0.000 1.000 0,1.000 1.000 0,4.000 3.000 0,3.000 3.000 0,3.000 4.000 0,-1.000-1.000 0,-2.000-3.000-1,-3.000-3.000 1,-3.000-2.000 0,-4.000-3.000-3,-3.000 1.000-4,-3.000-1.000-5,-2.000 1.000-4</inkml:trace>
</inkml:ink>
</file>

<file path=ppt/ink/ink69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08:23"/>
    </inkml:context>
    <inkml:brush xml:id="br0">
      <inkml:brushProperty name="width" value="0.0244188886135817" units="cm"/>
      <inkml:brushProperty name="height" value="0.0244188886135817" units="cm"/>
      <inkml:brushProperty name="color" value="#000000"/>
      <inkml:brushProperty name="ignorePressure" value="0"/>
    </inkml:brush>
  </inkml:definitions>
  <inkml:trace contextRef="#ctx0" brushRef="#br0">50737.000 16831.000 600,'-23.000'-9.000'52,"2.000"6.000"-13,5.000 6.000-12,2.000 6.000-12,1.000 4.000-6,1.000 2.000-1,0.000 1.000 0,0.000 2.000-1,-1.000 0.000 0,-2.000 0.000-1,-1.000 1.000-1,-2.000-1.000-1,0.000 1.000-1,0.000-1.000-1,-1.000 0.000 1,1.000 1.000-1,-1.000 1.000 0,1.000 3.000 0,0.000 3.000 0,-1.000 3.000-1,0.000 2.000 0,-1.000 2.000-3,-3.000 2.000-1,-1.000 1.000-2,0.000 2.000-1,-1.000 4.000 2,1.000 2.000 1,-1.000 4.000 1,0.000 1.000 0,-5.000 0.000-3,-2.000 0.000-2,-4.000 0.000-3,0.000 2.000-1,-1.000 2.000 2,1.000 4.000 1,-2.000 3.000 2,3.000 0.000 0,0.000-4.000 1,2.000-2.000 0,1.000-3.000 1,3.000-4.000 1,3.000-2.000 0,3.000-4.000 0,3.000-3.000 1,3.000-2.000 0,4.000-4.000 2,2.000-3.000 0,3.000-3.000 1,6.000-5.000 2,10.000-5.000 0,9.000-7.000 2,9.000-6.000 0,6.000-4.000 1,0.000-1.000-3,3.000-2.000-2,1.000-1.000-1,2.000-3.000-1,1.000-3.000 0,2.000-2.000 1,1.000-4.000 0,0.000-1.000 1,-1.000 2.000 0,-2.000 1.000 1,-2.000 2.000 0,1.000 2.000 0,4.000 1.000-1,2.000 1.000 1,4.000 3.000-1,0.000-1.000 1,-1.000-2.000 1,-2.000-1.000 1,-1.000-1.000 2,-2.000 0.000-1,-1.000 3.000-1,-2.000 4.000 0,-2.000 2.000-2,1.000 1.000 1,-2.000-1.000 1,1.000-2.000 2,0.000-1.000 1,-3.000-1.000 1,-1.000 0.000 0,-4.000 0.000 1,-3.000-1.000 0,-2.000 2.000-1,-2.000 1.000 0,-1.000 2.000-2,-2.000 1.000-1,0.000 1.000 0,-1.000 0.000 0,0.000 0.000 1,1.000 0.000 0,-4.000-1.000 1,-6.000-4.000 5,-6.000-3.000 2,-6.000-2.000 5,-5.000-3.000-1,-2.000 1.000-2,-4.000 0.000-2,-3.000 0.000-3,0.000-1.000-2,0.000-2.000-3,3.000-1.000 0,1.000-2.000-3,0.000 0.000-1,-2.000-1.000 0,-1.000 1.000-1,-2.000 0.000-1,0.000-2.000 1,0.000 0.000-2,-1.000-2.000 1,1.000-2.000 0,0.000-2.000-2,-1.000-3.000 0,1.000-4.000-1,-1.000-2.000-1,1.000-2.000-1,-1.000 0.000 2,1.000 1.000 0,0.000-1.000 1,0.000-2.000-3,2.000-5.000-5,1.000-4.000-7,2.000-5.000-5,1.000-2.000-2,0.000-1.000 3,-1.000 1.000 3,1.000 0.000 2,2.000 1.000-1,2.000 1.000-5,4.000 1.000-6,2.000 2.000-5,2.000 3.000 0,0.000 2.000 3,0.000 4.000 4,0.000 3.000 4,-1.000 3.000 0,-1.000 5.000 0,-2.000 5.000-3,-2.000 4.000-1</inkml:trace>
</inkml:ink>
</file>

<file path=ppt/ink/ink69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08:23"/>
    </inkml:context>
    <inkml:brush xml:id="br0">
      <inkml:brushProperty name="width" value="0.02539705298841" units="cm"/>
      <inkml:brushProperty name="height" value="0.02539705298841" units="cm"/>
      <inkml:brushProperty name="color" value="#000000"/>
      <inkml:brushProperty name="ignorePressure" value="0"/>
    </inkml:brush>
  </inkml:definitions>
  <inkml:trace contextRef="#ctx0" brushRef="#br0">51399.000 17101.000 577,'-2.000'-24.000'1,"-5.000"-1.000"2,-5.000 1.000 3,-4.000-1.000 2,-1.000 3.000 0,4.000 4.000 1,2.000 5.000-1,3.000 5.000 0,2.000 5.000 2,3.000 6.000 1,0.000 6.000 4,3.000 6.000 1,-1.000 3.000 0,2.000-2.000-5,-2.000-2.000-4,2.000 0.000-4,-2.000-1.000-3,2.000 1.000 0,-2.000 2.000-1,2.000 2.000 0,-1.000 2.000-1,3.000 3.000-1,0.000 3.000 0,3.000 3.000-2,0.000 2.000 1,0.000-1.000 1,1.000 1.000 0,-2.000 0.000 1,1.000-1.000 0,-2.000 1.000 0,-2.000 0.000 0,-1.000-1.000 0,0.000 3.000 1,1.000 2.000 0,2.000 3.000 0,1.000 4.000 1,1.000 1.000 0,1.000-1.000 2,-1.000 1.000 0,0.000 0.000 1,-1.000 0.000 0,-1.000 0.000-1,-2.000 0.000 0,-1.000 0.000-2,1.000 0.000 3,2.000 0.000 2,4.000 0.000 3,2.000 0.000 4,3.000-3.000 1,-1.000-3.000-1,0.000-6.000-2,1.000-4.000-1,-1.000-4.000 1,3.000-3.000 0,1.000-3.000 1,2.000-4.000 2,0.000-2.000-1,1.000-3.000 0,-1.000-4.000 0,0.000-2.000-1,1.000-4.000 0,2.000-2.000-1,1.000-4.000 1,2.000-3.000-1,1.000-2.000 0,-1.000-4.000-2,1.000-3.000 0,0.000-3.000-1,-1.000-2.000-1,1.000 1.000 2,-1.000-1.000-1,1.000 1.000 2,-1.000-1.000-2,-2.000 1.000-1,-1.000-1.000-2,-2.000 1.000-2,-1.000-2.000 0,0.000-1.000 1,1.000-1.000 1,-1.000-2.000 1,1.000-1.000-1,2.000 1.000-3,1.000-1.000-1,2.000 0.000-4,-1.000 1.000 0,0.000-1.000 0,-2.000 0.000 1,-2.000 1.000 1,-1.000-1.000-1,-2.000 0.000-2,-2.000 1.000-2,-1.000-1.000-2,-1.000 0.000 0,1.000 1.000-1,-1.000-1.000-1,0.000 0.000 0,0.000 1.000 0,-2.000-1.000 1,-2.000 0.000 1,-1.000 1.000 0,-2.000-1.000 1,0.000 0.000 0,-3.000 1.000 0,-2.000-1.000 0,0.000 0.000 1,0.000 1.000-1,0.000-1.000 1,0.000 0.000-1,0.000 2.000 1,0.000 3.000 1,0.000 3.000-1,0.000 3.000 2,0.000 3.000-1,-3.000 0.000 1,0.000 3.000 0,-3.000 1.000 0,-1.000 1.000-1,-1.000-1.000-1,-3.000 1.000-1,0.000 0.000-1,0.000 0.000-3,4.000-1.000-5,2.000 1.000-4,4.000 0.000-4</inkml:trace>
</inkml:ink>
</file>

<file path=ppt/ink/ink69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08:24"/>
    </inkml:context>
    <inkml:brush xml:id="br0">
      <inkml:brushProperty name="width" value="0.0219652652740479" units="cm"/>
      <inkml:brushProperty name="height" value="0.0219652652740479" units="cm"/>
      <inkml:brushProperty name="color" value="#000000"/>
      <inkml:brushProperty name="ignorePressure" value="0"/>
    </inkml:brush>
  </inkml:definitions>
  <inkml:trace contextRef="#ctx0" brushRef="#br0">52748.000 17641.000 667,'-11.000'21.000'-46,"1.000"-5.000"19,1.000-7.000 19,3.000-6.000 20,-1.000-3.000 9,-2.000 0.000 2,-1.000 0.000 1,-1.000 0.000 0,0.000 1.000 1,0.000 1.000-1,3.000 2.000 0,1.000 1.000 0,1.000 2.000-2,3.000 2.000-3,0.000 1.000-4,3.000 1.000-3,-1.000 1.000-3,2.000 1.000-4,-2.000-1.000-3,2.000 0.000-4,-2.000 1.000-2,2.000 2.000 2,-2.000 1.000 0,2.000 1.000 1,-2.000 3.000 0,2.000 0.000-1,-2.000 3.000-1,2.000 0.000-1,-2.000 3.000 0,2.000 0.000 1,-2.000 3.000 1,2.000 1.000 2,-2.000 0.000 1,2.000-2.000 1,-2.000-1.000 1,2.000-2.000 2,-2.000-1.000 1,-1.000-2.000-1,-2.000-1.000 1,-1.000-2.000-2,-2.000-1.000 1,1.000-2.000-1,0.000-2.000-1,0.000-1.000 0,0.000-3.000 0,0.000-7.000-2,0.000-6.000 0,-1.000-7.000-1,2.000-4.000-1,1.000-5.000 2,2.000-5.000 0,1.000-4.000 1,2.000-3.000-1,1.000 0.000-1,2.000 1.000-3,1.000-1.000-2,2.000-1.000 0,-2.000-1.000 1,2.000-1.000 0,-1.000-2.000 0,1.000-1.000 0,4.000 0.000-1,3.000 0.000-1,3.000 1.000-2,1.000 0.000 1,-2.000 1.000 0,-2.000 2.000 2,0.000 2.000 1,-2.000 1.000 0,3.000 1.000 1,1.000 3.000 1,2.000 0.000-1,-1.000 3.000 1,0.000 0.000 0,-3.000 3.000 0,-1.000 0.000 0,0.000 3.000 0,2.000 1.000 0,1.000 1.000 0,1.000 2.000 0,1.000 2.000 0,-2.000 4.000 2,-1.000 2.000 1,-2.000 4.000 1,-1.000 1.000 1,0.000 0.000-2,1.000 0.000 0,-1.000 0.000-1,-1.000 2.000 1,-1.000 5.000 2,-1.000 4.000 2,-2.000 5.000 3,-1.000 3.000 0,0.000-1.000 0,0.000 1.000-2,0.000-1.000 0,-1.000 1.000 1,-1.000 2.000 0,-1.000 1.000 2,-3.000 2.000 2,1.000 0.000 0,1.000-2.000-1,3.000-1.000-1,0.000-2.000-1,0.000-1.000 0,-1.000 1.000 0,-1.000-1.000 0,-3.000 0.000 0,0.000 1.000 0,0.000-1.000-3,0.000 1.000-1,0.000-1.000-2,0.000 0.000 0,0.000-2.000 0,0.000-2.000 1,0.000-1.000 1,0.000 0.000-1,0.000-1.000 0,0.000 0.000-1,0.000 0.000-2,0.000 1.000 1,0.000-1.000 1,0.000 0.000 0,0.000 0.000 2,-1.000 0.000-6,-4.000-2.000-11,-3.000-2.000-12,-3.000-1.000-10</inkml:trace>
</inkml:ink>
</file>

<file path=ppt/ink/ink69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08:26"/>
    </inkml:context>
    <inkml:brush xml:id="br0">
      <inkml:brushProperty name="width" value="0.0172028578817844" units="cm"/>
      <inkml:brushProperty name="height" value="0.0172028578817844" units="cm"/>
      <inkml:brushProperty name="color" value="#000000"/>
      <inkml:brushProperty name="ignorePressure" value="0"/>
    </inkml:brush>
  </inkml:definitions>
  <inkml:trace contextRef="#ctx0" brushRef="#br0">53681.000 17371.000 852,'23.000'0.000'64,"-3.000"0.000"-18,-3.000 0.000-18,-4.000 0.000-19,1.000 0.000-12,3.000 0.000-8,3.000 0.000-9,3.000 0.000-8,0.000-1.000-5,-3.000-1.000-4,-3.000-2.000-3,-4.000-1.000-4</inkml:trace>
</inkml:ink>
</file>

<file path=ppt/ink/ink69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08:26"/>
    </inkml:context>
    <inkml:brush xml:id="br0">
      <inkml:brushProperty name="width" value="0.0190864428877831" units="cm"/>
      <inkml:brushProperty name="height" value="0.0190864428877831" units="cm"/>
      <inkml:brushProperty name="color" value="#000000"/>
      <inkml:brushProperty name="ignorePressure" value="0"/>
    </inkml:brush>
  </inkml:definitions>
  <inkml:trace contextRef="#ctx0" brushRef="#br0">53828.000 17739.000 768,'23.000'11.000'6,"-3.000"-4.000"10,-3.000-2.000 12,-4.000-3.000 11,0.000-2.000 2,-1.000 0.000-7,1.000 0.000-6,-1.000 0.000-8,0.000 0.000-7,0.000 0.000-7,1.000 0.000-6,-1.000 0.000-8,1.000 0.000-2,2.000 0.000 2,0.000 0.000 3,3.000 0.000 2,1.000 0.000-1,-1.000 0.000-3,0.000 0.000-4,1.000 0.000-4,-2.000-1.000-7,-1.000-1.000-12,-1.000-2.000-11,-2.000-2.000-12</inkml:trace>
</inkml:ink>
</file>

<file path=ppt/ink/ink69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08:27"/>
    </inkml:context>
    <inkml:brush xml:id="br0">
      <inkml:brushProperty name="width" value="0.0184643510729074" units="cm"/>
      <inkml:brushProperty name="height" value="0.0184643510729074" units="cm"/>
      <inkml:brushProperty name="color" value="#000000"/>
      <inkml:brushProperty name="ignorePressure" value="0"/>
    </inkml:brush>
  </inkml:definitions>
  <inkml:trace contextRef="#ctx0" brushRef="#br0">55448.000 16758.000 794,'-12.000'-24.000'-5,"2.000"2.000"-9,1.000 1.000-10,2.000 2.000-10,2.000 3.000 4,-1.000 4.000 15,-1.000 5.000 14,1.000 5.000 17,0.000 3.000 6,0.000 4.000 0,-1.000 3.000 0,2.000 2.000-2,-1.000 3.000-1,2.000-1.000-3,2.000 0.000-4,1.000 1.000-3,1.000 0.000-3,0.000 1.000-1,0.000 2.000-2,0.000 2.000-2,0.000 2.000 0,0.000 3.000 1,0.000 3.000 1,0.000 3.000 1,0.000 2.000 0,0.000-1.000-2,0.000 1.000-1,0.000 0.000-2,0.000 0.000 0,0.000 2.000 1,0.000 2.000 2,0.000 1.000 1,0.000 0.000 0,0.000-2.000-1,0.000-1.000-1,0.000-1.000-1,1.000-1.000 0,1.000 2.000 1,2.000 2.000 1,2.000 1.000 2,0.000 0.000 0,3.000 1.000 0,1.000 0.000 0,1.000 0.000-1,1.000-1.000 1,-2.000-2.000-1,-2.000-1.000 1,-1.000-1.000 0,0.000-3.000-1,1.000-3.000 1,2.000-3.000-1,2.000-3.000 0,1.000-2.000 1,2.000-2.000 0,1.000-2.000 1,1.000-1.000 1,1.000-1.000 0,-2.000-2.000-1,-1.000-2.000 0,-3.000-1.000-1,2.000-2.000 0,3.000-4.000-1,3.000-2.000-1,3.000-4.000 0,2.000-3.000-1,-1.000-2.000 1,1.000-4.000 0,-1.000-3.000 2,1.000-3.000-1,-1.000-3.000 1,1.000-3.000-1,-1.000-3.000 0,0.000-3.000-1,-2.000-1.000 0,-1.000-1.000-1,-2.000-2.000 0,0.000-1.000 0,2.000 0.000-1,1.000 0.000 0,2.000 1.000 0,0.000-1.000 0,-2.000 0.000-2,-1.000 0.000-1,-2.000 0.000-2,0.000 1.000 0,-1.000 2.000 2,0.000 1.000 1,1.000 1.000 1,-2.000 1.000 1,0.000-2.000 0,-3.000-1.000-2,-1.000-2.000 1,-1.000 0.000-1,-3.000 4.000 1,0.000 3.000 0,-2.000 3.000 0,-1.000 1.000 1,0.000-2.000-2,0.000-2.000 0,0.000-1.000-1,0.000 0.000-1,-2.000-1.000 1,-2.000 0.000 0,-1.000 1.000 1,-1.000 0.000-1,0.000 1.000 2,0.000 3.000-1,0.000 0.000 1,0.000 2.000 0,0.000-1.000 1,0.000 1.000 0,0.000-1.000 0,-1.000 2.000 0,-1.000 3.000 0,-2.000 3.000 0,-2.000 4.000-1,0.000 0.000 0,0.000 1.000-2,0.000 0.000-3,0.000 0.000-1,0.000 2.000-1,0.000 4.000-3,-1.000 5.000 0,1.000 5.000-3</inkml:trace>
</inkml:ink>
</file>

<file path=ppt/ink/ink69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08:27"/>
    </inkml:context>
    <inkml:brush xml:id="br0">
      <inkml:brushProperty name="width" value="0.0195790436118841" units="cm"/>
      <inkml:brushProperty name="height" value="0.0195790436118841" units="cm"/>
      <inkml:brushProperty name="color" value="#000000"/>
      <inkml:brushProperty name="ignorePressure" value="0"/>
    </inkml:brush>
  </inkml:definitions>
  <inkml:trace contextRef="#ctx0" brushRef="#br0">56797.000 17371.000 749,'-46.000'0.000'16,"9.000"0.000"-1,7.000 0.000-1,8.000 0.000-1,4.000 0.000-1,2.000 0.000 0,2.000 0.000 2,1.000 0.000-1,2.000 2.000 2,3.000 2.000-1,4.000 4.000 0,2.000 3.000 1,2.000 1.000-3,0.000 0.000-3,0.000 0.000-5,0.000 1.000-3,0.000 0.000-2,0.000 1.000 0,0.000 2.000 2,0.000 2.000 0,1.000 0.000 0,1.000 1.000-2,2.000-1.000-3,1.000 1.000-1,0.000-1.000-2,0.000 0.000 1,-3.000 1.000-1,-1.000-1.000 2,-2.000 1.000-1,2.000-1.000 0,-2.000 0.000 0,2.000 1.000-1,-2.000-1.000 2,2.000 1.000 0,-2.000-1.000 1,2.000 0.000 2,-2.000 0.000 0,2.000-2.000 0,-2.000-1.000 0,2.000-2.000 1,-2.000-2.000 0,-1.000-1.000 2,-3.000-1.000 3,0.000-2.000 0,-1.000-4.000 2,0.000-3.000 0,0.000-6.000 1,0.000-4.000-1,0.000-3.000-1,3.000-1.000-2,1.000-2.000-2,0.000-2.000-3,4.000-2.000 0,3.000-3.000 0,2.000-3.000 2,4.000-3.000 0,1.000-2.000 0,0.000 0.000-1,1.000 1.000-2,-1.000-1.000-2,1.000 0.000-1,2.000 1.000 2,1.000-1.000 0,2.000 0.000 2,-1.000 2.000 0,-1.000 0.000 0,-1.000 2.000 1,-2.000 2.000-1,0.000 0.000 1,1.000 1.000 1,3.000-1.000-1,0.000 1.000 1,1.000 0.000 0,1.000 2.000-1,-1.000 1.000 1,1.000 2.000-2,-2.000 2.000 1,0.000 3.000 1,-3.000 4.000 1,-1.000 2.000 0,0.000 2.000 1,2.000 0.000-1,1.000 0.000 0,1.000-1.000-1,1.000 3.000 1,-5.000 2.000 2,-2.000 4.000 1,-3.000 2.000 3,-1.000 4.000 1,1.000 3.000-1,2.000 3.000-1,1.000 2.000-1,1.000 4.000 1,-2.000 0.000 1,-2.000 3.000 1,-1.000 0.000 2,-2.000 2.000 0,-1.000-1.000-2,-1.000 1.000-1,-2.000-1.000-1,-1.000 1.000-1,3.000 0.000-1,0.000-1.000 0,3.000 1.000 0,-1.000-1.000-1,-1.000 1.000 0,-2.000-1.000-2,-1.000 1.000-1,-2.000-1.000 1,2.000-2.000 0,-1.000-2.000 1,0.000 0.000 1,-1.000-3.000-2,2.000-1.000-3,-1.000-1.000-5,0.000-2.000-5,-1.000-1.000 0,2.000 1.000 1,-1.000-1.000 1,0.000 0.000 3,-2.000 0.000-6,-3.000-2.000-12,-2.000-2.000-11,-3.000-1.000-12,-3.000-3.000-3,1.000-2.000 7,-1.000-4.000 7,1.000-2.000 5,1.000-2.000 7,1.000 0.000 5,1.000-1.000 6,3.000 1.000 5</inkml:trace>
</inkml:ink>
</file>

<file path=ppt/ink/ink69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08:28"/>
    </inkml:context>
    <inkml:brush xml:id="br0">
      <inkml:brushProperty name="width" value="0.0190338920801878" units="cm"/>
      <inkml:brushProperty name="height" value="0.0190338920801878" units="cm"/>
      <inkml:brushProperty name="color" value="#000000"/>
      <inkml:brushProperty name="ignorePressure" value="0"/>
    </inkml:brush>
  </inkml:definitions>
  <inkml:trace contextRef="#ctx0" brushRef="#br0">56846.000 15801.000 770,'11.000'-24.000'1,"-1.000"2.000"4,-1.000 1.000 1,-2.000 2.000 4,1.000 3.000 2,2.000 4.000 3,4.000 5.000 2,3.000 5.000 2,1.000 3.000 1,-2.000 1.000-3,-2.000 2.000-1,-1.000 1.000-3,0.000 3.000-1,2.000 3.000-4,1.000 3.000-3,2.000 2.000-2,0.000 3.000-1,0.000-1.000 1,1.000 1.000 0,-1.000-1.000 2,0.000 0.000-1,-2.000 1.000 0,-2.000-1.000-2,-1.000 1.000 0,1.000 0.000 1,0.000 1.000 0,2.000 3.000 3,2.000 0.000 1,0.000 1.000-2,0.000-2.000-4,1.000-1.000-4,0.000-2.000-5,-2.000 0.000 0,-1.000-1.000 1,-1.000 1.000 2,-2.000-1.000 2,-1.000 0.000-3,0.000-2.000-7,1.000-2.000-7,-1.000-1.000-8,0.000-1.000-6,0.000-2.000-5,0.000-2.000-4,1.000-1.000-5</inkml:trace>
</inkml:ink>
</file>

<file path=ppt/ink/ink70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08:28"/>
    </inkml:context>
    <inkml:brush xml:id="br0">
      <inkml:brushProperty name="width" value="0.016432261094451" units="cm"/>
      <inkml:brushProperty name="height" value="0.016432261094451" units="cm"/>
      <inkml:brushProperty name="color" value="#000000"/>
      <inkml:brushProperty name="ignorePressure" value="0"/>
    </inkml:brush>
  </inkml:definitions>
  <inkml:trace contextRef="#ctx0" brushRef="#br0">57459.000 15654.000 892,'1.000'23.000'0,"-2.000"-4.000"0,1.000-2.000 0,0.000-3.000 0,0.000-2.000 1,-2.000-2.000 2,-2.000-2.000 2,-2.000-1.000 2,0.000 0.000 1,0.000 1.000 0,-1.000 2.000-1,2.000 2.000 1,-1.000 0.000-1,-1.000 0.000 1,1.000 1.000 0,0.000-1.000 0,-1.000 1.000 0,-1.000 1.000-3,-2.000 2.000-2,-2.000 2.000-2,-1.000 1.000 0,-2.000 2.000 0,-1.000 1.000 2,-1.000 2.000 1,-1.000 0.000-1,-1.000-2.000-3,0.000-1.000-2,1.000-2.000-3,-1.000 0.000-1,1.000 2.000 1,0.000 1.000 2,0.000 2.000 2,-2.000 0.000-2,0.000 1.000-5,-2.000-1.000-5,-2.000 1.000-5,1.000-3.000-1,3.000-4.000 4,3.000-5.000 4,3.000-5.000 3,1.000-1.000-2,-1.000 2.000-9,-2.000 1.000-7,-2.000 1.000-9</inkml:trace>
</inkml:ink>
</file>

<file path=ppt/ink/ink70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08:28"/>
    </inkml:context>
    <inkml:brush xml:id="br0">
      <inkml:brushProperty name="width" value="0.0190376993268728" units="cm"/>
      <inkml:brushProperty name="height" value="0.0190376993268728" units="cm"/>
      <inkml:brushProperty name="color" value="#000000"/>
      <inkml:brushProperty name="ignorePressure" value="0"/>
    </inkml:brush>
  </inkml:definitions>
  <inkml:trace contextRef="#ctx0" brushRef="#br0">56846.000 16120.000 770,'45.000'-56.000'2,"-10.000"14.000"5,-9.000 11.000 5,-9.000 12.000 5,-4.000 8.000 2,1.000 1.000-2,2.000 2.000 0,2.000 1.000-1,0.000 0.000-2,-2.000-2.000 0,-2.000-1.000 0,-1.000-1.000-2,0.000 0.000 0,2.000 3.000 0,1.000 4.000-2,2.000 2.000 1,0.000 2.000-3,0.000-3.000-2,0.000-1.000-3,1.000-1.000-3,-1.000 0.000 0,1.000 1.000 1,0.000 2.000 0,-1.000 1.000 2,0.000 1.000-1,1.000 0.000-6,-1.000 0.000-3,0.000 0.000-5,2.000 1.000-2,0.000 4.000 1,2.000 3.000-1,2.000 2.000 1,-2.000 2.000 0,-3.000-2.000 3,-7.000-2.000 0,-3.000-1.000 2,-2.000-1.000-5,4.000 0.000-13,3.000 1.000-12,3.000-1.000-13</inkml:trace>
</inkml:ink>
</file>

<file path=ppt/ink/ink70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08:28"/>
    </inkml:context>
    <inkml:brush xml:id="br0">
      <inkml:brushProperty name="width" value="0.0280062351375818" units="cm"/>
      <inkml:brushProperty name="height" value="0.0280062351375818" units="cm"/>
      <inkml:brushProperty name="color" value="#000000"/>
      <inkml:brushProperty name="ignorePressure" value="0"/>
    </inkml:brush>
  </inkml:definitions>
  <inkml:trace contextRef="#ctx0" brushRef="#br0">58244.000 16954.000 523,'-23.000'11.000'0,"4.000"-1.000"0,2.000-1.000 0,3.000-2.000 0,2.000-2.000 3,-1.000-1.000 6,1.000-2.000 7,0.000-1.000 5,4.000 0.000 8,6.000 1.000 8,9.000 2.000 9,8.000 1.000 9,3.000 0.000-1,1.000-4.000-7,-1.000-2.000-10,1.000-4.000-8,1.000-2.000-5,3.000-1.000-4,3.000-2.000-3,3.000-2.000-3,1.000-1.000-4,-2.000-1.000-4,-1.000-2.000-4,-2.000-2.000-4,1.000 0.000-1,3.000 2.000 1,3.000 2.000 1,4.000 1.000 1,0.000 1.000 0,-4.000-1.000 0,-4.000 1.000-2,-1.000 0.000-1,-2.000-1.000-2,2.000 1.000-3,1.000 0.000-3,2.000 0.000-4,1.000 0.000 0,-1.000 2.000-1,1.000 2.000 2,0.000 1.000-1,-2.000 1.000-1,-3.000 3.000-4,-3.000 0.000-4,-3.000 3.000-3,-2.000 0.000-2,-3.000 0.000 0,0.000 0.000 0,-2.000 0.000 1,-1.000 0.000-3,-3.000 3.000-4,0.000 0.000-5,-2.000 3.000-4</inkml:trace>
</inkml:ink>
</file>

<file path=ppt/ink/ink70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08:30"/>
    </inkml:context>
    <inkml:brush xml:id="br0">
      <inkml:brushProperty name="width" value="0.0203497316688299" units="cm"/>
      <inkml:brushProperty name="height" value="0.0203497316688299" units="cm"/>
      <inkml:brushProperty name="color" value="#000000"/>
      <inkml:brushProperty name="ignorePressure" value="0"/>
    </inkml:brush>
  </inkml:definitions>
  <inkml:trace contextRef="#ctx0" brushRef="#br0">60428.000 16120.000 720,'0.000'-24.000'-4,"0.000"2.000"-9,0.000 1.000-9,0.000 2.000-9,0.000 2.000 0,0.000 3.000 6,0.000 3.000 8,0.000 4.000 6,-1.000 1.000 10,-1.000 3.000 11,-2.000 0.000 12,-1.000 2.000 11,-1.000 1.000 1,0.000-3.000-11,-1.000 0.000-9,1.000-3.000-11,0.000 2.000-3,0.000 5.000 4,0.000 5.000 2,0.000 3.000 4,1.000 4.000 2,1.000-1.000 1,2.000 0.000 0,1.000 1.000 0,0.000-1.000 0,-1.000 0.000-1,-2.000 0.000-3,-2.000 1.000-1,1.000-1.000-2,1.000 0.000 0,2.000 0.000-2,1.000 1.000 0,1.000-1.000 0,0.000 0.000 0,0.000 0.000 0,0.000 1.000 0,0.000 1.000-1,0.000 2.000 0,0.000 4.000-1,0.000 3.000-2,0.000 2.000 1,0.000-1.000 0,0.000 1.000 1,0.000 0.000 0,-1.000 1.000 0,-1.000 3.000-1,-2.000 3.000 0,-1.000 3.000 0,-1.000 3.000 0,2.000 1.000 0,2.000 2.000 1,1.000 1.000 0,1.000 1.000 1,0.000 3.000-1,0.000 0.000 1,0.000 3.000-1,0.000-1.000 1,0.000-1.000 1,0.000-2.000 0,0.000-1.000 2,0.000-1.000 0,0.000 0.000-1,0.000 0.000 0,0.000-1.000-1,2.000 0.000 0,2.000-4.000-1,4.000-3.000 2,3.000-2.000-1,1.000-4.000 0,1.000-3.000 0,-1.000-3.000 0,0.000-3.000 0,1.000-3.000 0,2.000 0.000-1,1.000-3.000 0,2.000-1.000 1,0.000-2.000-1,0.000-3.000 1,1.000-4.000-1,-1.000-2.000 1,1.000-3.000-1,2.000-1.000 0,1.000-2.000-1,2.000-2.000 0,1.000-1.000-1,2.000-4.000 0,2.000-3.000 0,0.000-3.000 0,2.000-2.000-1,-3.000-2.000 0,-1.000-1.000 0,-2.000-2.000 0,-1.000-1.000 0,1.000-2.000-2,-1.000-1.000 0,1.000-2.000 0,0.000 0.000-2,-1.000 2.000 1,0.000 1.000-1,1.000 2.000-1,-1.000-1.000 0,-2.000 0.000 0,-1.000-3.000 0,-2.000-1.000-1,-1.000 0.000 0,-2.000 2.000-1,-2.000 1.000 0,-1.000 2.000-1,0.000 0.000 1,-1.000-2.000-2,0.000-2.000 0,0.000-1.000 0,0.000 0.000 0,1.000-1.000 1,-1.000 0.000 2,0.000 1.000 1,-1.000 0.000 0,-3.000 1.000 0,-4.000 3.000 0,-2.000 0.000-1,-2.000 2.000 1,0.000-1.000-1,0.000 1.000 1,0.000-1.000 0,0.000 1.000 0,0.000-1.000 2,0.000 1.000 1,0.000-1.000 2,0.000 0.000 1,0.000-2.000 0,0.000-1.000 0,0.000-2.000 0,-1.000 0.000 0,-1.000 1.000 1,-2.000 3.000-1,-1.000 0.000 1,-2.000 2.000 0,1.000-1.000-1,1.000 1.000 1,-2.000-1.000 0,2.000 1.000 0,1.000-1.000-1,2.000 0.000 0,1.000 1.000-1,0.000-1.000-2,-1.000 1.000-3,-2.000-1.000-4,-1.000 1.000-3,-1.000 1.000-1,2.000 3.000 1,2.000 3.000 2,1.000 3.000 1,1.000 2.000 0,0.000 0.000-2,0.000-1.000-2,0.000 1.000-3</inkml:trace>
</inkml:ink>
</file>

<file path=ppt/ink/ink70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08:30"/>
    </inkml:context>
    <inkml:brush xml:id="br0">
      <inkml:brushProperty name="width" value="0.0242518037557602" units="cm"/>
      <inkml:brushProperty name="height" value="0.0242518037557602" units="cm"/>
      <inkml:brushProperty name="color" value="#000000"/>
      <inkml:brushProperty name="ignorePressure" value="0"/>
    </inkml:brush>
  </inkml:definitions>
  <inkml:trace contextRef="#ctx0" brushRef="#br0">61753.000 16831.000 604,'-12.000'-23.000'2,"-1.000"3.000"3,2.000 3.000 3,-2.000 4.000 4,2.000 3.000 3,1.000 7.000 5,2.000 6.000 4,0.000 7.000 4,3.000 3.000-1,1.000 1.000-5,2.000 2.000-6,1.000 2.000-5,2.000 0.000-4,1.000 1.000-4,2.000-1.000-3,1.000 1.000-4,1.000 0.000 0,-3.000 1.000 1,0.000 3.000 1,-2.000 0.000 1,-1.000 1.000 0,0.000-2.000-3,0.000-1.000-2,0.000-2.000-2,0.000 0.000-1,0.000-1.000 0,0.000 1.000 1,0.000-1.000 0,0.000 0.000 1,0.000 1.000 0,0.000-1.000 1,0.000 1.000 0,0.000-1.000 1,0.000 0.000 2,0.000 1.000 2,0.000-1.000 1,-1.000 1.000 2,-2.000-1.000 0,0.000 0.000 1,-3.000 1.000 0,0.000-2.000 2,0.000-4.000 3,0.000-2.000 3,0.000-3.000 1,0.000-4.000 4,2.000-5.000 1,2.000-4.000 2,1.000-5.000 2,1.000-5.000-1,0.000-4.000-4,0.000-5.000-4,0.000-4.000-5,2.000-4.000-2,2.000-1.000-2,4.000-1.000-1,3.000-2.000-2,2.000-1.000-1,2.000 0.000-1,1.000 0.000 0,1.000 1.000-2,2.000-1.000 1,-1.000 3.000-1,0.000 1.000 0,1.000 2.000 0,0.000-1.000 0,2.000-1.000 1,1.000-1.000 0,2.000-2.000 1,0.000 1.000-1,1.000 5.000 0,0.000 5.000-3,-1.000 4.000 0,0.000 4.000-1,-2.000 0.000 0,-1.000 3.000 0,-2.000 1.000 1,0.000 1.000 0,2.000 2.000 1,1.000 2.000 0,2.000 1.000 0,-1.000 2.000 2,-3.000 4.000 1,-3.000 2.000 1,-4.000 4.000 2,0.000 3.000 1,-1.000 2.000 1,0.000 4.000 0,0.000 3.000 0,0.000 3.000 1,1.000 3.000 0,-1.000 3.000 2,0.000 3.000 0,-1.000 2.000 0,-3.000 0.000 1,-3.000-1.000 0,-4.000 1.000-1,-1.000 0.000 1,0.000-1.000 1,0.000 1.000-1,0.000 0.000 1,1.000-1.000 0,1.000 1.000 0,2.000 0.000 0,1.000-1.000-1,1.000 0.000 1,-2.000-1.000 0,-2.000-3.000 1,-1.000 0.000 1,-1.000-3.000 0,0.000-3.000 0,0.000-3.000-1,0.000-4.000 0,-1.000 0.000 0,-1.000-1.000-1,-2.000 0.000-1,-2.000 0.000-1,0.000-2.000-9,0.000-7.000-16,0.000-6.000-16,0.000-7.000-16,-1.000-2.000-9,-2.000 0.000 0,-1.000 0.000-2,-1.000-1.000-1</inkml:trace>
</inkml:ink>
</file>

<file path=ppt/ink/ink70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08:35"/>
    </inkml:context>
    <inkml:brush xml:id="br0">
      <inkml:brushProperty name="width" value="0.0179860163480043" units="cm"/>
      <inkml:brushProperty name="height" value="0.0179860163480043" units="cm"/>
      <inkml:brushProperty name="color" value="#000000"/>
      <inkml:brushProperty name="ignorePressure" value="0"/>
    </inkml:brush>
  </inkml:definitions>
  <inkml:trace contextRef="#ctx0" brushRef="#br0">51080.000 20708.000 815,'-45.000'-11.000'1,"10.000"4.000"3,9.000 2.000 3,9.000 3.000 3,5.000 2.000 1,0.000 0.000-1,0.000 0.000 1,-1.000 0.000 0,1.000 2.000 0,3.000 3.000-2,0.000 2.000-1,2.000 4.000-2,2.000 1.000-1,-2.000 0.000 1,1.000 1.000-1,0.000-1.000 0,-1.000 2.000 0,-1.000 3.000 0,-3.000 3.000 0,0.000 3.000 0,-1.000 0.000 0,-1.000 0.000-2,1.000-3.000 0,0.000-1.000-3,-1.000 1.000 1,-2.000 3.000 2,-1.000 3.000 2,-1.000 4.000 1,-2.000 0.000 0,1.000 1.000-4,-1.000 0.000-3,1.000-1.000-4,-1.000 2.000-1,1.000 1.000 1,0.000 1.000 2,-1.000 2.000 2,0.000 1.000-1,-2.000 0.000-1,0.000 0.000-1,-3.000-1.000-2,0.000 2.000-1,2.000 1.000 1,1.000 2.000-1,2.000 1.000 1,0.000-1.000 0,1.000-2.000 1,-1.000-4.000 1,1.000-3.000 1,0.000-2.000 1,2.000-2.000 2,2.000-1.000 3,1.000-1.000 1,2.000-3.000 1,1.000 0.000 1,1.000-3.000 1,2.000-1.000 0,4.000-2.000 1,6.000-6.000-1,6.000-4.000 1,6.000-5.000-1,5.000-2.000-1,0.000 0.000-1,3.000 0.000-1,0.000 0.000-2,2.000 0.000-1,2.000-3.000 1,2.000-1.000 1,1.000-1.000 0,0.000-1.000 0,1.000 0.000-2,0.000 0.000-1,-1.000-1.000-2,1.000 1.000 0,0.000 0.000 2,0.000 0.000 0,-1.000 0.000 2,1.000 0.000 0,0.000 0.000-2,-1.000 0.000-2,1.000-1.000 0,0.000 2.000-2,0.000 1.000 1,-1.000 2.000 0,1.000 1.000 0,-1.000 1.000 0,-2.000 0.000 1,-1.000 0.000 0,-2.000 0.000 0,-1.000-1.000 1,1.000-1.000 2,0.000-2.000 1,-1.000-1.000 1,0.000-1.000 0,-2.000 0.000-1,-1.000-1.000 0,-2.000 1.000 0,-2.000 0.000-2,0.000 0.000 1,-3.000 0.000 1,-1.000 0.000-1,-2.000-1.000 0,0.000-2.000 0,-3.000-1.000 0,-1.000-1.000 0,-2.000-2.000 0,-1.000-2.000 0,-1.000-1.000-1,-3.000-1.000 0,0.000-2.000 0,0.000 1.000 0,0.000-1.000 1,0.000 1.000 0,0.000-1.000-1,-2.000-2.000 0,-3.000-1.000 0,0.000-2.000-1,-1.000-1.000-1,0.000-2.000 0,-1.000-1.000-2,2.000-2.000 0,-3.000-1.000 0,-3.000 0.000 0,-2.000 1.000 2,-5.000-1.000 0,1.000 0.000 0,1.000-2.000-3,1.000-2.000-3,2.000-1.000-3,1.000 0.000-1,-1.000 2.000 2,2.000 1.000 0,-2.000 1.000 2,0.000 1.000-3,-1.000 1.000-4,-3.000-1.000-5,0.000 0.000-4,0.000 4.000-2,3.000 5.000 5,3.000 7.000 4,4.000 6.000 4,0.000 2.000 0,2.000-1.000-3,-2.000-2.000-3,1.000-2.000-4</inkml:trace>
</inkml:ink>
</file>

<file path=ppt/ink/ink70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08:36"/>
    </inkml:context>
    <inkml:brush xml:id="br0">
      <inkml:brushProperty name="width" value="0.019106013700366" units="cm"/>
      <inkml:brushProperty name="height" value="0.019106013700366" units="cm"/>
      <inkml:brushProperty name="color" value="#000000"/>
      <inkml:brushProperty name="ignorePressure" value="0"/>
    </inkml:brush>
  </inkml:definitions>
  <inkml:trace contextRef="#ctx0" brushRef="#br0">51865.000 20757.000 767,'-23.000'-22.000'0,"3.000"4.000"0,4.000 5.000 0,2.000 5.000 0,2.000 1.000-3,2.000-2.000-8,2.000-1.000-6,1.000-1.000-7,0.000-1.000 0,1.000 2.000 9,0.000 2.000 8,0.000 1.000 8,0.000 1.000 6,0.000 0.000 2,0.000 0.000 3,0.000 0.000 2,0.000 2.000 0,2.000 4.000 0,2.000 6.000-1,1.000 4.000-2,2.000 3.000 0,1.000 1.000-2,2.000 2.000-1,2.000 2.000-1,0.000 1.000-2,0.000 2.000-1,0.000 1.000-1,0.000 2.000-3,-1.000 1.000 0,-1.000 2.000-1,-1.000 2.000-1,-3.000 0.000-1,1.000 3.000 0,1.000 1.000 1,3.000 1.000-1,0.000 2.000 2,0.000 2.000-1,-1.000 1.000-1,-1.000 2.000 1,-3.000 1.000-1,1.000 2.000 0,1.000 1.000 0,2.000 2.000 2,1.000 1.000 0,1.000 2.000 2,-2.000 1.000 2,-2.000 2.000 2,-1.000 1.000 3,0.000-1.000 0,1.000-4.000 0,1.000-6.000-1,3.000-4.000-2,1.000-3.000 2,1.000-4.000 0,2.000-3.000 3,2.000-3.000 1,0.000-2.000 1,0.000-2.000 0,1.000-1.000-1,-1.000-2.000 0,0.000-3.000 0,0.000-4.000-2,0.000-5.000-1,1.000-5.000-1,-1.000-2.000-1,3.000 0.000-1,1.000 0.000 0,2.000 0.000 0,1.000-2.000 0,2.000-2.000 0,1.000-4.000 1,2.000-3.000 1,0.000-3.000-2,1.000-2.000-1,0.000-4.000-2,-1.000-3.000-2,0.000-3.000-1,-2.000 0.000 2,-2.000-3.000 1,0.000-1.000 2,-1.000-1.000-2,2.000-2.000-1,1.000-2.000-4,2.000-1.000-2,0.000-1.000-1,-2.000 1.000 0,-1.000-1.000 2,-2.000 0.000 0,-1.000 0.000 0,-3.000 0.000-2,0.000 1.000-2,-2.000-1.000-2,0.000 0.000 0,2.000 0.000 1,1.000 0.000-1,1.000 1.000 2,0.000-2.000 0,-3.000-1.000 1,-3.000-2.000 2,-3.000-1.000 1,-3.000 0.000 1,-1.000 1.000 1,-2.000 2.000 0,-1.000 2.000 0,-2.000-2.000 1,2.000-2.000-1,-2.000-4.000 0,2.000-2.000-1,-2.000-1.000 1,2.000 4.000 3,-2.000 3.000 2,2.000 2.000 2,-2.000 3.000 1,2.000 2.000-2,-2.000 1.000-1,2.000 1.000-2,-2.000 3.000 0,2.000 3.000 1,-2.000 3.000 2,2.000 3.000 2,-2.000 3.000 0,-1.000 3.000-1,-2.000 4.000-1,-1.000 2.000-1,-2.000 2.000-1,1.000 0.000 0,0.000 0.000 0,0.000-1.000-1,0.000 4.000-1,0.000 6.000-4,0.000 7.000-2,-1.000 5.000-4,2.000 3.000-3,1.000 1.000-3,2.000-1.000-3,1.000 1.000-3,1.000-1.000 0,0.000 0.000 2,0.000 1.000 1,0.000-1.000 3,-1.000 0.000-1,-1.000-2.000-4,-2.000-1.000-3,-1.000-2.000-3</inkml:trace>
</inkml:ink>
</file>

<file path=ppt/ink/ink70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08:36"/>
    </inkml:context>
    <inkml:brush xml:id="br0">
      <inkml:brushProperty name="width" value="0.0180435199290514" units="cm"/>
      <inkml:brushProperty name="height" value="0.0180435199290514" units="cm"/>
      <inkml:brushProperty name="color" value="#000000"/>
      <inkml:brushProperty name="ignorePressure" value="0"/>
    </inkml:brush>
  </inkml:definitions>
  <inkml:trace contextRef="#ctx0" brushRef="#br0">52994.000 21444.000 812,'-44.000'-44.000'3,"11.000"11.000"3,11.000 11.000 6,10.000 11.000 4,9.000 6.000 3,3.000 3.000 1,5.000 4.000 2,6.000 3.000 1,0.000 2.000-2,-1.000 1.000-3,-2.000 2.000-5,-1.000 1.000-4,-1.000 2.000-4,1.000 2.000-4,-1.000 1.000-5,0.000 2.000-5,-1.000 0.000-1,-1.000 1.000 0,-2.000-1.000 1,-1.000 0.000 0,-1.000 2.000 0,0.000 0.000 1,0.000 2.000 1,0.000 2.000 0,0.000 0.000 0,0.000-2.000 0,0.000-1.000 0,0.000-2.000 0,0.000 0.000 0,0.000-1.000 1,0.000 0.000 1,0.000 1.000 1,0.000-2.000 2,0.000-1.000 3,0.000-1.000 2,0.000-2.000 3,0.000-1.000 2,-3.000 1.000-2,-1.000-1.000-1,-1.000 0.000-2,-1.000-4.000 1,3.000-10.000 1,1.000-8.000 1,1.000-10.000 0,1.000-6.000 1,3.000-4.000-1,1.000-2.000 0,1.000-3.000-2,2.000-2.000-1,1.000 0.000-3,2.000 0.000-3,2.000 1.000-3,1.000-1.000-1,1.000 0.000 1,2.000 0.000 1,2.000 0.000 1,1.000 1.000 0,-1.000 2.000 2,0.000 1.000 0,1.000 2.000 0,-1.000 1.000 0,1.000 1.000-3,-1.000 2.000-2,0.000 2.000-2,1.000 2.000-1,-1.000 3.000 1,0.000 3.000 2,1.000 4.000 1,-1.000 1.000 2,1.000 2.000-1,-1.000 2.000 2,1.000 1.000-1,-1.000 2.000 1,0.000 4.000 0,1.000 2.000 0,-1.000 4.000-1,0.000 2.000 2,-2.000 4.000 3,-2.000 3.000 2,0.000 3.000 3,-3.000 3.000 0,-1.000 3.000 0,-2.000 3.000-1,-1.000 3.000-1,-1.000 2.000 0,1.000-1.000 1,-1.000 1.000 0,0.000 0.000 2,-1.000-1.000-1,-1.000 1.000-2,-2.000 0.000-1,-1.000-1.000-2,-1.000 0.000-1,0.000-1.000 1,0.000-3.000-1,0.000 0.000 1,0.000-3.000-1,0.000 0.000-3,0.000-3.000-2,0.000 0.000-3,0.000-3.000 0,0.000-1.000 0,0.000-1.000 2,0.000-2.000 1,-1.000-2.000-4,-1.000-1.000-10,-2.000-1.000-10,-1.000-2.000-10</inkml:trace>
</inkml:ink>
</file>

<file path=ppt/ink/ink70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08:36"/>
    </inkml:context>
    <inkml:brush xml:id="br0">
      <inkml:brushProperty name="width" value="0.0173457600176334" units="cm"/>
      <inkml:brushProperty name="height" value="0.0173457600176334" units="cm"/>
      <inkml:brushProperty name="color" value="#000000"/>
      <inkml:brushProperty name="ignorePressure" value="0"/>
    </inkml:brush>
  </inkml:definitions>
  <inkml:trace contextRef="#ctx0" brushRef="#br0">54098.000 20953.000 845,'-12.000'12.000'0,"0.000"-2.000"0,-1.000-2.000 0,1.000-1.000 0,2.000-2.000 4,7.000-1.000 7,6.000-1.000 8,7.000-3.000 8,2.000 0.000 1,0.000-3.000-4,1.000-1.000-5,-1.000-1.000-4,0.000-1.000-7,0.000 0.000-12,1.000 0.000-11,-1.000 0.000-11,0.000 0.000-3,0.000 2.000 6,1.000 2.000 4,-1.000 1.000 5,0.000 1.000-1,1.000-3.000-7,-1.000-1.000-8,0.000-1.000-8</inkml:trace>
</inkml:ink>
</file>

<file path=ppt/ink/ink70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08:37"/>
    </inkml:context>
    <inkml:brush xml:id="br0">
      <inkml:brushProperty name="width" value="0.0213836245238781" units="cm"/>
      <inkml:brushProperty name="height" value="0.0213836245238781" units="cm"/>
      <inkml:brushProperty name="color" value="#000000"/>
      <inkml:brushProperty name="ignorePressure" value="0"/>
    </inkml:brush>
  </inkml:definitions>
  <inkml:trace contextRef="#ctx0" brushRef="#br0">54270.000 21346.000 685,'-44.000'0.000'-36,"11.000"0.000"23,11.000 0.000 23,10.000 0.000 25,6.000 1.000 10,0.000 1.000-1,0.000 2.000-3,0.000 1.000-1,3.000 1.000-5,6.000-3.000-5,6.000 0.000-7,6.000-3.000-6,3.000 0.000-4,1.000-3.000-1,-1.000 0.000-3,1.000-3.000-1,0.000-1.000-7,2.000-1.000-10,1.000-2.000-12,2.000-2.000-11,-1.000 1.000-3,-3.000 1.000 7,-4.000 1.000 6,-2.000 3.000 6,-1.000-1.000-3,-1.000 1.000-11,0.000 0.000-11,0.000 0.000-11</inkml:trace>
</inkml:ink>
</file>

<file path=ppt/ink/ink71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08:37"/>
    </inkml:context>
    <inkml:brush xml:id="br0">
      <inkml:brushProperty name="width" value="0.0190514922142029" units="cm"/>
      <inkml:brushProperty name="height" value="0.0190514922142029" units="cm"/>
      <inkml:brushProperty name="color" value="#000000"/>
      <inkml:brushProperty name="ignorePressure" value="0"/>
    </inkml:brush>
  </inkml:definitions>
  <inkml:trace contextRef="#ctx0" brushRef="#br0">56404.000 20364.000 769,'-12.000'-39.000'0,"0.000"-4.000"0,-1.000-6.000 0,1.000-4.000 0,1.000 4.000 2,4.000 9.000 2,2.000 12.000 3,4.000 10.000 2,2.000 7.000 2,1.000 1.000 0,2.000 2.000 0,1.000 1.000-1,2.000 1.000 0,1.000 2.000-3,2.000 2.000-2,2.000 1.000-2,1.000 3.000 0,1.000 3.000-1,2.000 2.000 2,2.000 4.000-1,-1.000 2.000 0,-3.000 2.000-1,-4.000 1.000-1,-2.000 1.000-2,-1.000 2.000 0,2.000 2.000 0,0.000 1.000 1,3.000 2.000 0,0.000 1.000 0,-3.000 2.000-2,0.000 2.000-1,-2.000 1.000-2,-2.000 2.000 0,-1.000 3.000-1,-2.000 3.000 1,-1.000 4.000-1,-1.000 1.000 0,0.000 0.000-4,0.000 0.000-1,0.000 0.000-4,0.000-1.000 1,0.000 1.000 0,0.000 0.000 2,0.000 0.000 2,-1.000-1.000 1,-1.000-1.000 1,-2.000-2.000 3,-1.000-1.000 1,-2.000-1.000 1,-1.000 2.000 0,-2.000 2.000-1,-2.000 1.000 1,-2.000 0.000 1,-3.000-1.000 4,-3.000-2.000 4,-3.000-1.000 3,-1.000-2.000 2,-1.000-2.000 0,1.000-1.000 0,-1.000-1.000 0,0.000-2.000 0,-2.000-2.000-1,-1.000-1.000-1,-2.000-2.000 0,0.000-1.000-1,1.000-2.000-1,3.000-1.000-1,0.000-2.000-1,2.000-3.000 0,-1.000-4.000 0,1.000-6.000 0,-1.000-3.000-1,2.000-3.000 0,3.000 0.000-1,3.000 0.000-1,4.000 0.000-2,1.000-2.000 1,2.000-2.000 0,1.000-4.000 2,3.000-3.000 1,0.000-3.000-1,3.000-2.000-3,0.000-4.000-2,3.000-3.000-2,0.000-3.000-2,0.000-1.000-1,0.000-1.000-2,0.000-2.000-1,0.000-1.000-1,3.000-2.000 1,1.000-2.000-1,1.000-1.000 1,1.000 0.000 0,3.000 2.000 1,1.000 1.000 1,2.000 1.000 1,1.000 1.000 0,1.000-2.000 1,3.000-2.000 1,0.000-1.000 1,1.000 0.000 1,-2.000 2.000 0,-1.000 1.000 0,-3.000 1.000 2,2.000 3.000-1,0.000 3.000 0,2.000 3.000 0,2.000 3.000-1,0.000 3.000 0,0.000 1.000 2,1.000 1.000-1,-1.000 2.000 1,1.000 1.000 0,-1.000 2.000-1,0.000 2.000 0,1.000 1.000 0,-1.000 2.000 0,1.000 1.000 2,-1.000 2.000 3,0.000 1.000 1,1.000 3.000 3,-1.000 5.000 0,1.000 5.000 2,-1.000 4.000 0,1.000 2.000 2,2.000 0.000-1,1.000 1.000 1,2.000-1.000-1,0.000 1.000 1,-2.000-1.000 0,-1.000 0.000-1,-2.000 1.000 1,0.000-1.000 0,2.000 1.000-1,1.000-1.000-1,2.000 0.000-1,0.000 1.000 0,-2.000-1.000 1,-1.000 1.000 0,-2.000-1.000 2,-1.000 0.000 0,0.000-2.000-2,1.000-2.000-1,-1.000-1.000 0,0.000 0.000-1,-2.000-1.000 0,-1.000 0.000 0,-3.000 1.000 1,1.000-1.000 0,-1.000 0.000-1,1.000 0.000 1,-1.000 1.000 0,-3.000-4.000-8,-6.000-6.000-13,-6.000-6.000-15,-6.000-6.000-13,-3.000-3.000-8,2.000 2.000 1,2.000 2.000 0,1.000 1.000 0</inkml:trace>
</inkml:ink>
</file>

<file path=ppt/ink/ink71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08:38"/>
    </inkml:context>
    <inkml:brush xml:id="br0">
      <inkml:brushProperty name="width" value="0.0174359250813723" units="cm"/>
      <inkml:brushProperty name="height" value="0.0174359250813723" units="cm"/>
      <inkml:brushProperty name="color" value="#000000"/>
      <inkml:brushProperty name="ignorePressure" value="0"/>
    </inkml:brush>
  </inkml:definitions>
  <inkml:trace contextRef="#ctx0" brushRef="#br0">57361.000 20438.000 841,'-1.000'-23.000'-3,"-1.000"3.000"-4,-2.000 3.000-6,-1.000 3.000-5,0.000 6.000 3,1.000 7.000 8,1.000 8.000 10,3.000 8.000 9,0.000 4.000 3,3.000 2.000-5,1.000 1.000-5,1.000 2.000-4,1.000 1.000-2,0.000 2.000 1,0.000 1.000 0,0.000 2.000 1,0.000 1.000-1,-2.000 2.000-1,-2.000 2.000-3,-1.000 1.000-2,0.000 1.000-1,1.000 0.000 1,2.000-1.000 1,1.000 1.000 1,0.000 0.000 1,-1.000 0.000 1,-1.000 0.000 1,-3.000-1.000 1,0.000 0.000 1,0.000-1.000 2,0.000-2.000 0,0.000-2.000 2,0.000-1.000 0,0.000-1.000 1,0.000-3.000 0,0.000 0.000 0,0.000-3.000 1,-3.000 0.000 2,-1.000-3.000 3,-1.000 0.000 3,0.000-7.000 0,1.000-8.000 1,2.000-10.000 1,1.000-8.000 0,1.000-7.000 0,0.000-3.000-3,0.000-3.000-1,0.000-4.000-2,1.000-2.000-2,1.000-3.000-4,2.000-3.000-2,1.000-4.000-5,2.000-1.000-1,2.000 0.000-2,0.000 0.000-3,3.000 0.000-1,0.000 0.000 0,0.000-2.000 0,0.000-2.000 1,1.000-2.000 1,0.000 1.000 0,2.000 1.000-1,1.000 2.000 1,1.000 1.000-2,1.000 2.000 1,-2.000 2.000 1,-2.000 1.000 0,0.000 1.000 0,-2.000 2.000 1,3.000 1.000 1,1.000 2.000 0,2.000 2.000 0,0.000 2.000 0,-3.000 3.000 1,0.000 3.000 0,-2.000 3.000 0,0.000 4.000 1,-2.000 4.000 1,2.000 5.000 1,-1.000 5.000 2,1.000 2.000-1,-1.000 0.000 0,0.000 0.000 0,0.000 0.000-1,0.000 2.000 0,1.000 2.000 1,-1.000 4.000 2,0.000 3.000 1,1.000 2.000 1,-1.000 1.000 1,1.000 2.000 1,-1.000 2.000 0,-1.000 1.000 1,-1.000 2.000 1,-2.000 1.000 0,-1.000 2.000 1,0.000 0.000 0,2.000 1.000-2,1.000-1.000-1,1.000 1.000-1,1.000 0.000-2,1.000 2.000 1,-1.000 1.000-1,0.000 2.000 0,0.000 0.000 0,-2.000-4.000-1,-2.000-3.000 0,-1.000-3.000-1,-1.000-1.000 0,0.000 1.000 1,0.000 3.000 0,1.000 0.000 0,-2.000 1.000 0,-1.000-2.000-1,-2.000-1.000-1,-1.000-2.000-2,-1.000-1.000 1,0.000-2.000 0,0.000-1.000 1,0.000-2.000 1,0.000-1.000-1,0.000 0.000-1,0.000 0.000-3,0.000 1.000 0,-1.000-1.000-4,-1.000 0.000-5,-2.000 0.000-3,-1.000 1.000-5,-2.000-2.000-4,2.000-1.000-4,-2.000-1.000-5,1.000-2.000-3</inkml:trace>
</inkml:ink>
</file>

<file path=ppt/ink/ink71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08:38"/>
    </inkml:context>
    <inkml:brush xml:id="br0">
      <inkml:brushProperty name="width" value="0.0170088447630405" units="cm"/>
      <inkml:brushProperty name="height" value="0.0170088447630405" units="cm"/>
      <inkml:brushProperty name="color" value="#000000"/>
      <inkml:brushProperty name="ignorePressure" value="0"/>
    </inkml:brush>
  </inkml:definitions>
  <inkml:trace contextRef="#ctx0" brushRef="#br0">58196.000 19506.000 862,'-12.000'-13.000'0,"2.000"1.000"0,2.000 0.000 0,0.000 0.000 0,5.000 1.000 3,4.000 3.000 6,4.000 4.000 6,5.000 2.000 6,3.000 4.000 1,2.000 2.000-4,0.000 4.000-5,3.000 3.000-3,1.000 1.000-3,-1.000 0.000 0,0.000 0.000-2,1.000 1.000 0,-1.000 0.000-3,0.000 1.000-3,1.000 2.000-3,0.000 2.000-5,-1.000 0.000 0,0.000 1.000 1,1.000-1.000 2,-1.000 1.000 2,0.000-1.000-2,1.000 0.000-5,-1.000 1.000-3,0.000-1.000-5,0.000-1.000-1,-2.000-3.000 4,-1.000-3.000 3,-2.000-4.000 4,-1.000-1.000-2,-3.000 1.000-8,0.000-1.000-6,-2.000 0.000-8</inkml:trace>
</inkml:ink>
</file>

<file path=ppt/ink/ink71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08:39"/>
    </inkml:context>
    <inkml:brush xml:id="br0">
      <inkml:brushProperty name="width" value="0.0167326238006353" units="cm"/>
      <inkml:brushProperty name="height" value="0.0167326238006353" units="cm"/>
      <inkml:brushProperty name="color" value="#000000"/>
      <inkml:brushProperty name="ignorePressure" value="0"/>
    </inkml:brush>
  </inkml:definitions>
  <inkml:trace contextRef="#ctx0" brushRef="#br0">58612.000 19506.000 876,'10.000'-21.000'-40,"-4.000"8.000"5,-6.000 8.000 3,-3.000 7.000 5,-3.000 5.000 11,0.000 1.000 19,0.000 2.000 18,-1.000 2.000 18,1.000 0.000 8,0.000 0.000-6,0.000 0.000-5,0.000 1.000-5,-1.000 0.000-7,-2.000 1.000-6,-1.000 2.000-9,-1.000 2.000-7,-2.000 0.000-3,1.000-2.000 1,0.000-2.000 1,0.000-1.000 1,0.000 0.000-2,-1.000 2.000-2,1.000 1.000-3,0.000 2.000-3,0.000 0.000-1,-1.000 1.000 1,1.000-1.000 1,0.000 0.000 2,-1.000 2.000-1,-2.000 0.000-1,-1.000 2.000-1,-2.000 2.000-1,0.000 0.000-1,0.000-2.000 1,-1.000-1.000-1,1.000-2.000 2,1.000-2.000-2,3.000-3.000-1,3.000-3.000-1,4.000-4.000-2,-1.000 0.000-2,-3.000 2.000-5,-3.000 0.000-3,-3.000 3.000-3</inkml:trace>
</inkml:ink>
</file>

<file path=ppt/ink/ink71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08:39"/>
    </inkml:context>
    <inkml:brush xml:id="br0">
      <inkml:brushProperty name="width" value="0.0184160750359297" units="cm"/>
      <inkml:brushProperty name="height" value="0.0184160750359297" units="cm"/>
      <inkml:brushProperty name="color" value="#000000"/>
      <inkml:brushProperty name="ignorePressure" value="0"/>
    </inkml:brush>
  </inkml:definitions>
  <inkml:trace contextRef="#ctx0" brushRef="#br0">57926.000 19898.000 796,'0.000'-33.000'1,"2.000"8.000"4,2.000 7.000 2,2.000 8.000 3,1.000 4.000 0,1.000 0.000 0,2.000 0.000-2,2.000 0.000 0,0.000 0.000 0,1.000 0.000 2,-2.000-1.000 3,2.000 1.000 2,-1.000 1.000 1,0.000 1.000 0,0.000 2.000-2,1.000 1.000-1,0.000 1.000-1,4.000 0.000-3,3.000 0.000-3,3.000 0.000-2,1.000 0.000-2,-2.000 0.000 0,-1.000 0.000-1,-2.000 0.000 0,0.000 0.000 0,2.000 0.000 0,1.000 0.000-1,2.000 0.000 0,1.000 0.000-3,-1.000 0.000-9,1.000 0.000-7,-1.000 0.000-8,1.000-1.000-2,2.000-1.000 4,1.000-2.000 5,2.000-1.000 5,0.000-2.000-1,-4.000-2.000-5,-3.000-1.000-6,-3.000-1.000-5,-2.000-1.000-1,1.000 2.000 6,-1.000 2.000 3,0.000 1.000 6</inkml:trace>
</inkml:ink>
</file>

<file path=ppt/ink/ink71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08:39"/>
    </inkml:context>
    <inkml:brush xml:id="br0">
      <inkml:brushProperty name="width" value="0.0209334902465343" units="cm"/>
      <inkml:brushProperty name="height" value="0.0209334902465343" units="cm"/>
      <inkml:brushProperty name="color" value="#000000"/>
      <inkml:brushProperty name="ignorePressure" value="0"/>
    </inkml:brush>
  </inkml:definitions>
  <inkml:trace contextRef="#ctx0" brushRef="#br0">59349.000 20659.000 700,'-42.000'-22.000'28,"16.000"4.000"-1,16.000 5.000-1,14.000 5.000-2,8.000 1.000-1,1.000 1.000-2,-1.000 0.000-1,0.000 0.000-1,0.000 1.000-2,1.000 1.000-2,-1.000 1.000-1,0.000 3.000-2,1.000-1.000-1,2.000-1.000-1,1.000-2.000 0,2.000-2.000-1,0.000 0.000-2,0.000 0.000-2,1.000 0.000-3,-1.000 0.000-3,1.000 0.000-2,2.000 0.000 2,1.000 0.000-1,2.000-1.000 1,0.000 1.000-4,-2.000 0.000-6,-2.000 0.000-7,0.000 0.000-7,-2.000 0.000-1,1.000 0.000 3,-1.000-1.000 5,0.000 1.000 3,0.000 0.000-1,1.000 0.000-6,0.000 0.000-5,-1.000 0.000-6,1.000 0.000 0,-1.000 3.000 3,0.000 0.000 3,1.000 2.000 5,-3.000 1.000 3,-2.000 0.000 2,-3.000 0.000 3,-3.000 0.000 2,-1.000 0.000 2,1.000 0.000 1,2.000 0.000 2,2.000 0.000 1</inkml:trace>
</inkml:ink>
</file>

<file path=ppt/ink/ink71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08:40"/>
    </inkml:context>
    <inkml:brush xml:id="br0">
      <inkml:brushProperty name="width" value="0.0173920299857855" units="cm"/>
      <inkml:brushProperty name="height" value="0.0173920299857855" units="cm"/>
      <inkml:brushProperty name="color" value="#000000"/>
      <inkml:brushProperty name="ignorePressure" value="0"/>
    </inkml:brush>
  </inkml:definitions>
  <inkml:trace contextRef="#ctx0" brushRef="#br0">61483.000 19236.000 843,'-10.000'-64.000'1,"5.000"20.000"3,4.000 21.000 3,5.000 19.000 2,2.000 11.000 2,0.000 4.000-1,0.000 3.000 0,1.000 3.000 1,-2.000 4.000-3,2.000 4.000-4,-1.000 5.000-4,0.000 4.000-5,1.000 3.000 0,1.000 0.000 1,3.000 0.000 1,0.000 0.000 3,1.000 0.000-2,-3.000 2.000-1,0.000 2.000-3,-2.000 1.000-2,-1.000 2.000-1,0.000 1.000 1,0.000 2.000 1,0.000 1.000 0,0.000 0.000 1,1.000-1.000 2,-1.000-2.000 0,0.000-1.000 1,-1.000-1.000 2,-1.000 0.000 1,-2.000 0.000 2,-1.000 0.000 1,-2.000 0.000 1,-1.000 0.000 0,-2.000 0.000 0,-1.000 0.000 0,-3.000-2.000 1,-3.000-3.000 1,-3.000-2.000 1,-2.000-4.000 1,-3.000-2.000 0,1.000-2.000-2,0.000-1.000 0,-1.000-2.000-2,-1.000-1.000 1,-3.000-2.000 1,-3.000-1.000 1,-3.000-2.000 1,-2.000-1.000 1,0.000-2.000 0,1.000-2.000-2,-1.000-1.000 0,0.000-1.000-1,1.000-2.000-1,-1.000-2.000-1,0.000-1.000-2,1.000-1.000 1,-1.000-3.000 0,1.000 0.000 1,-1.000-3.000 1,2.000 0.000-1,3.000-3.000-2,2.000 0.000-4,5.000-3.000-2,1.000-1.000-2,2.000-1.000 0,1.000-2.000 0,2.000-2.000 0,2.000-1.000-1,4.000-4.000-1,2.000-3.000 1,4.000-3.000-2,0.000-3.000 0,2.000 0.000-2,-1.000-3.000 0,0.000-1.000-2,1.000-1.000 0,4.000-2.000 0,3.000-2.000 1,2.000-1.000 0,3.000 0.000 0,-1.000-1.000 1,1.000 0.000 0,-1.000 0.000 0,1.000 1.000 0,1.000 2.000 2,2.000 1.000 0,2.000 1.000 1,1.000 2.000 1,2.000 2.000 2,1.000 1.000 1,2.000 2.000 1,0.000 1.000 2,1.000 2.000-1,-1.000 1.000 1,1.000 2.000 1,-1.000 2.000 0,-2.000 3.000 0,-1.000 4.000 0,-2.000 2.000 0,0.000 3.000 2,2.000 4.000 0,1.000 2.000 2,1.000 4.000 2,2.000 3.000 0,-3.000 2.000 0,-1.000 4.000-1,-3.000 3.000 1,1.000 2.000 0,-1.000 2.000 1,1.000 1.000 1,-1.000 2.000 1,1.000 1.000 1,-1.000 2.000-2,0.000 1.000 0,1.000 2.000-1,-1.000 1.000-1,0.000 0.000-1,1.000-1.000-2,-1.000 1.000-1,0.000-1.000 0,-2.000-2.000-1,-1.000-1.000 1,-3.000-2.000 0,1.000-1.000 0,-1.000-2.000 0,0.000-1.000-2,1.000-2.000-1,-1.000-1.000 0,1.000-2.000-1,-2.000-1.000-2,2.000-2.000-1,-1.000-2.000-2,-3.000-1.000-4,0.000-2.000-3,-2.000-1.000-5</inkml:trace>
</inkml:ink>
</file>

<file path=ppt/ink/ink71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08:40"/>
    </inkml:context>
    <inkml:brush xml:id="br0">
      <inkml:brushProperty name="width" value="0.0206862706691027" units="cm"/>
      <inkml:brushProperty name="height" value="0.0206862706691027" units="cm"/>
      <inkml:brushProperty name="color" value="#000000"/>
      <inkml:brushProperty name="ignorePressure" value="0"/>
    </inkml:brush>
  </inkml:definitions>
  <inkml:trace contextRef="#ctx0" brushRef="#br0">62342.000 19751.000 709,'-44.000'-1.000'-1,"8.000"-1.000"1,10.000-2.000-1,9.000-1.000 0,6.000-1.000 1,1.000-1.000 1,1.000 1.000 1,3.000 0.000 2,-1.000 0.000 1,2.000 0.000 1,-2.000 0.000 3,1.000 0.000 2,1.000-1.000 1,4.000-2.000 2,2.000-1.000 2,4.000-1.000 1,2.000 0.000 0,1.000 3.000-3,2.000 4.000-2,2.000 2.000-2,0.000 3.000-1,0.000 1.000 0,1.000 2.000 0,-1.000 2.000 0,-1.000 1.000 0,-1.000 4.000-3,-1.000 3.000-1,-2.000 3.000-2,-1.000 1.000-1,3.000 0.000-1,1.000 1.000-2,1.000-1.000 0,1.000 2.000-1,-2.000 3.000-2,-1.000 3.000-3,-3.000 3.000 0,0.000 2.000-2,-2.000 0.000 2,-2.000-1.000 2,-1.000 1.000 0,-1.000 0.000 1,0.000-1.000-1,0.000 1.000-1,0.000 0.000-1,0.000 0.000 0,0.000 2.000 1,0.000 2.000 1,0.000 1.000 0,-1.000-1.000 2,-1.000-3.000 3,-2.000-3.000 2,-2.000-3.000 3,0.000-2.000 1,-3.000-2.000-1,-1.000-1.000 0,-2.000-2.000 0,1.000-2.000-1,1.000-3.000 0,2.000-3.000 0,1.000-4.000 1,0.000-4.000 0,-2.000-6.000 2,-1.000-6.000 2,-1.000-6.000 2,0.000-5.000-1,4.000-3.000-3,2.000-3.000-3,3.000-3.000-4,2.000-4.000 0,0.000-2.000 1,0.000-3.000 1,0.000-4.000 1,3.000-1.000 0,3.000-2.000-3,6.000-2.000-1,4.000-2.000-2,3.000 1.000-1,-1.000 1.000 1,0.000 2.000-1,1.000 1.000 1,-1.000 2.000 0,1.000-1.000 0,-1.000 0.000-2,0.000 0.000 0,1.000 1.000-1,2.000 1.000 1,2.000 2.000 0,0.000 1.000 0,2.000 4.000 0,-1.000 4.000 0,1.000 4.000-1,-1.000 6.000 1,1.000 3.000 0,0.000 3.000 0,-1.000 3.000 0,0.000 4.000 1,1.000 2.000 1,-3.000 4.000 0,-1.000 2.000 0,-3.000 4.000 0,1.000 3.000 1,-1.000 5.000 2,0.000 5.000 2,1.000 4.000 1,-2.000 4.000 0,-1.000 3.000 0,-1.000 3.000-2,-2.000 4.000-1,0.000 0.000 2,-1.000-2.000 2,0.000-1.000 5,0.000-1.000 3,2.000-1.000 1,0.000 2.000 0,2.000 2.000 0,2.000 1.000 0,-1.000-1.000 0,-4.000-3.000-1,-2.000-3.000 0,-3.000-3.000 0,-1.000-1.000-1,1.000-1.000-3,2.000 1.000-3,2.000-1.000-2,-1.000-1.000-1,0.000-3.000 0,-4.000-3.000 2,0.000-3.000 1,-4.000-5.000-13,-6.000-6.000-24,-6.000-6.000-26,-6.000-6.000-24</inkml:trace>
</inkml:ink>
</file>

<file path=ppt/ink/ink7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24T06:11:02"/>
    </inkml:context>
    <inkml:brush xml:id="br0">
      <inkml:brushProperty name="width" value="0.793650805950165" units="cm"/>
      <inkml:brushProperty name="height" value="0.793650805950165" units="cm"/>
      <inkml:brushProperty name="color" value="#f9f200"/>
      <inkml:brushProperty name="transparency" value="128"/>
      <inkml:brushProperty name="ignorePressure" value="0"/>
    </inkml:brush>
  </inkml:definitions>
  <inkml:trace contextRef="#ctx0" brushRef="#br0">80600.000 19250.000,'50.000'50.000,"0.000"-25.000,0.000 0.000,-25.000-25.000,0.000 0.000,0.000 0.000,0.000 0.000,25.000 0.000,0.000 0.000,25.000 0.000,0.000 0.000,0.000 0.000,0.000 0.000,50.000 0.000,0.000 0.000,0.000 0.000,0.000 0.000,-25.000-25.000,0.000 0.000,25.000 25.000,0.000 0.000,0.000-25.000,0.000 0.000,-25.000 25.000,0.000 0.000,25.000-25.000,0.000 0.000,-25.000 25.000,0.000 0.000,25.000-25.000,0.000 0.000,0.000 25.000,0.000 0.000,0.000-25.000,0.000 0.000,0.000 25.000,0.000 0.000,-25.000-25.000,0.000 0.000,0.000 25.000,0.000 0.000,0.000 0.000,0.000 0.000,-50.000 25.000,0.000 0.000,25.000 25.000,0.000 0.000,0.000 0.000,0.000 0.000,0.000-25.000,0.000 0.000,25.000 0.000,0.000 0.000,0.000 0.000,0.000 0.000,25.000 0.000,0.000 0.000,25.000-25.000,0.000 0.000,0.000 0.000,0.000 0.000,0.000 0.000,0.000 0.000,-25.000-25.000,0.000 0.000,25.000 25.000,0.000 0.000,-25.000-25.000,0.000 0.000,25.000 25.000,0.000 0.000,-25.000 0.000,0.000 0.000,0.000-25.000,0.000 0.000,0.000 25.000,0.000 0.000,25.000-25.000,0.000 0.000,-50.000 25.000,0.000 0.000,25.000 0.000,0.000 0.000,-25.000 0.000,0.000 0.000,-25.000 0.000,0.000 0.000,0.000 0.000,0.000 0.000,0.000 0.000,0.000 0.000,-25.000 0.000,0.000 0.000,25.000 25.000,0.000 0.000,0.000-25.000,0.000 0.000,-25.000 25.000,0.000 0.000,25.000-25.000,0.000 0.000,0.000 0.000,0.000 0.000,-25.000 0.000,0.000 0.000,0.000 0.000,0.000 0.000,0.000 0.000,0.000 0.000,-50.000-25.000</inkml:trace>
</inkml:ink>
</file>

<file path=ppt/ink/ink7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24T06:11:03"/>
    </inkml:context>
    <inkml:brush xml:id="br0">
      <inkml:brushProperty name="width" value="0.793650805950165" units="cm"/>
      <inkml:brushProperty name="height" value="0.793650805950165" units="cm"/>
      <inkml:brushProperty name="color" value="#f9f200"/>
      <inkml:brushProperty name="transparency" value="128"/>
      <inkml:brushProperty name="ignorePressure" value="0"/>
    </inkml:brush>
  </inkml:definitions>
  <inkml:trace contextRef="#ctx0" brushRef="#br0">54750.000 25950.000,'50.000'0.000,"-25.000"0.000,0.000 0.000,25.000 0.000,0.000 0.000,0.000 0.000,0.000 0.000,25.000 0.000,0.000 0.000,50.000-25.000,0.000 0.000,25.000-25.000,0.000 0.000,25.000 25.000,0.000 0.000,25.000-25.000,0.000 0.000,-25.000 0.000,0.000 0.000,0.000 25.000,0.000 0.000,25.000 0.000,0.000 0.000,-25.000 0.000,0.000 0.000,0.000 25.000,0.000 0.000,25.000 0.000,0.000 0.000,-25.000 0.000,0.000 0.000,0.000 25.000,0.000 0.000,50.000-25.000,0.000 0.000,-50.000 0.000,0.000 0.000,50.000 0.000,0.000 0.000,-25.000 0.000,0.000 0.000,-25.000 0.000,0.000 0.000,0.000-25.000,0.000 0.000,0.000 25.000,0.000 0.000,-25.000 0.000,0.000 0.000,0.000 25.000,0.000 0.000,0.000 0.000,0.000 0.000,0.000 0.000,0.000 0.000,-25.000-25.000,0.000 0.000,25.000 25.000,0.000 0.000,-50.000-25.000,0.000 0.000,25.000 0.000,0.000 0.000,0.000 0.000,0.000 0.000,-25.000 0.000,0.000 0.000,-50.000 25.000,0.000 0.000,25.000 0.000,0.000 0.000,-50.000-25.000,0.000 0.000,0.000 25.000,0.000 0.000,-25.000 0.000,0.000 0.000,25.000-25.000</inkml:trace>
</inkml:ink>
</file>

<file path=ppt/ink/ink7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24T06:11:04"/>
    </inkml:context>
    <inkml:brush xml:id="br0">
      <inkml:brushProperty name="width" value="0.793650805950165" units="cm"/>
      <inkml:brushProperty name="height" value="0.793650805950165" units="cm"/>
      <inkml:brushProperty name="color" value="#f9f200"/>
      <inkml:brushProperty name="transparency" value="128"/>
      <inkml:brushProperty name="ignorePressure" value="0"/>
    </inkml:brush>
  </inkml:definitions>
  <inkml:trace contextRef="#ctx0" brushRef="#br0">55800.000 32550.000,'50.000'0.000,"0.000"-25.000,0.000 0.000,75.000 25.000,0.000 0.000,25.000-25.000,0.000 0.000,25.000 25.000,0.000 0.000,50.000 0.000,0.000 0.000,50.000 25.000,0.000 0.000,25.000 0.000,0.000 0.000,25.000 0.000,0.000 0.000,0.000 0.000,0.000 0.000,25.000 0.000,0.000 0.000,-50.000-25.000,0.000 0.000,-50.000 0.000,0.000 0.000,0.000 0.000,0.000 0.000,-25.000 0.000,0.000 0.000,-25.000 25.000,0.000 0.000,0.000-25.000,0.000 0.000,-25.000 25.000,0.000 0.000,25.000 0.000,0.000 0.000,0.000-25.000,0.000 0.000,25.000 0.000,0.000 0.000,0.000-25.000,0.000 0.000,0.000 0.000,0.000 0.000,-25.000-25.000,0.000 0.000,25.000 0.000,0.000 0.000,25.000 25.000,0.000 0.000,-25.000 0.000,0.000 0.000,0.000 0.000,0.000 0.000,0.000 0.000,0.000 0.000,0.000 25.000,0.000 0.000,0.000 0.000,0.000 0.000,0.000 0.000,0.000 0.000,-25.000 0.000,0.000 0.000,25.000 0.000,0.000 0.000,0.000-25.000,0.000 0.000,0.000 25.000,0.000 0.000,0.000 0.000,0.000 0.000,0.000 0.000,0.000 0.000,-25.000 0.000,0.000 0.000,0.000 0.000,0.000 0.000,25.000 0.000,0.000 0.000,-25.000 0.000,0.000 0.000,0.000 0.000,0.000 0.000,25.000 0.000,0.000 0.000,0.000 0.000,0.000 0.000,0.000-25.000,0.000 0.000,25.000 0.000,0.000 0.000,-25.000 0.000,0.000 0.000,0.000 0.000,0.000 0.000,25.000 0.000,0.000 0.000,-50.000 25.000,0.000 0.000,0.000 25.000,0.000 0.000,-25.000 25.000,0.000 0.000,-25.000 0.000,0.000 0.000,25.000 0.000,0.000 0.000,25.000 0.000,0.000 0.000,-25.000-50.000,0.000 0.000,0.000 0.000,0.000 0.000,50.000 0.000,0.000 0.000,-25.000 0.000,0.000 0.000,0.000 0.000,0.000 0.000,0.000 25.000,0.000 0.000,-50.000-25.000,0.000 0.000,0.000 50.000,0.000 0.000,0.000-25.000,0.000 0.000,-25.000 0.000,0.000 0.000,25.000 25.000,0.000 0.000,0.000-50.000,0.000 0.000,25.000 0.000,0.000 0.000,50.000-25.000,0.000 0.000,-50.000-25.000,0.000 0.000,50.000-25.000,0.000 0.000,0.000 0.000,0.000 0.000,-25.000 25.000,0.000 0.000,-25.000 25.000,0.000 0.000,0.000 25.000,0.000 0.000,-50.000 0.000,0.000 0.000,-25.000 25.000,0.000 0.000,25.000 25.000,0.000 0.000,-50.000-25.000,0.000 0.000,25.000-25.000,0.000 0.000,25.000 0.000,0.000 0.000,0.000 0.000,0.000 0.000,0.000 0.000,0.000 0.000,0.000-25.000,0.000 0.000,-25.000 0.000,0.000 0.000,0.000 0.000,0.000 0.000,0.000 25.000,0.000 0.000,-50.000 0.000,0.000 0.000,-25.000 0.000,0.000 0.000,-25.000-25.000</inkml:trace>
</inkml:ink>
</file>

<file path=ppt/ink/ink7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24T06:11:05"/>
    </inkml:context>
    <inkml:brush xml:id="br0">
      <inkml:brushProperty name="width" value="0.793650805950165" units="cm"/>
      <inkml:brushProperty name="height" value="0.793650805950165" units="cm"/>
      <inkml:brushProperty name="color" value="#f9f200"/>
      <inkml:brushProperty name="transparency" value="128"/>
      <inkml:brushProperty name="ignorePressure" value="0"/>
    </inkml:brush>
  </inkml:definitions>
  <inkml:trace contextRef="#ctx0" brushRef="#br0">55500.000 38700.000,'50.000'0.000,"-25.000"0.000,0.000 0.000,0.000 0.000,0.000 0.000,0.000-25.000,0.000 0.000,50.000 25.000,0.000 0.000,75.000-25.000,0.000 0.000,25.000 0.000,0.000 0.000,50.000 0.000,0.000 0.000,50.000 0.000,0.000 0.000,0.000 25.000,0.000 0.000,-50.000 0.000,0.000 0.000,25.000 0.000,0.000 0.000,-75.000 25.000,0.000 0.000,-25.000 25.000,0.000 0.000,0.000 0.000,0.000 0.000,-50.000 0.000,0.000 0.000,-25.000 0.000,0.000 0.000,-50.000-25.000,0.000 0.000,0.000 0.000,0.000 0.000,0.000-50.000</inkml:trace>
</inkml:ink>
</file>

<file path=ppt/ink/ink7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24T06:11:18"/>
    </inkml:context>
    <inkml:brush xml:id="br0">
      <inkml:brushProperty name="width" value="0.793650805950165" units="cm"/>
      <inkml:brushProperty name="height" value="0.793650805950165" units="cm"/>
      <inkml:brushProperty name="color" value="#f9f200"/>
      <inkml:brushProperty name="transparency" value="128"/>
      <inkml:brushProperty name="ignorePressure" value="0"/>
    </inkml:brush>
  </inkml:definitions>
  <inkml:trace contextRef="#ctx0" brushRef="#br0">64200.000 45450.000,'-50.000'-250.000,"25.000"200.000,0.000 0.000,25.000 25.000,0.000 0.000,25.000 25.000,0.000 0.000,0.000 0.000,0.000 0.000,25.000 0.000,0.000 0.000,0.000 0.000,0.000 0.000,-25.000 0.000,0.000 0.000,25.000 0.000,0.000 0.000,-25.000 0.000,0.000 0.000,25.000 0.000,0.000 0.000,0.000 0.000,0.000 0.000,25.000 25.000,0.000 0.000,50.000-25.000,0.000 0.000,25.000 0.000,0.000 0.000,50.000 0.000,0.000 0.000,0.000 0.000,0.000 0.000,-25.000 0.000,0.000 0.000,25.000 25.000,0.000 0.000,-50.000 25.000,0.000 0.000,-50.000 25.000,0.000 0.000,25.000 0.000,0.000 0.000,-25.000 0.000,0.000 0.000,50.000-50.000,0.000 0.000,25.000 0.000,0.000 0.000,0.000-25.000,0.000 0.000,50.000 0.000,0.000 0.000,0.000 0.000,0.000 0.000,-50.000 0.000,0.000 0.000,-25.000 0.000,0.000 0.000,25.000 0.000,0.000 0.000,-50.000 0.000,0.000 0.000,25.000 25.000,0.000 0.000,25.000 0.000,0.000 0.000,25.000-25.000,0.000 0.000,25.000 0.000,0.000 0.000,50.000-25.000,0.000 0.000,-25.000 0.000,0.000 0.000,0.000-25.000,0.000 0.000,0.000 25.000,0.000 0.000,-50.000 25.000,0.000 0.000,-50.000-25.000,0.000 0.000,25.000 25.000,0.000 0.000,0.000 0.000,0.000 0.000,0.000-25.000,0.000 0.000,50.000 25.000,0.000 0.000,0.000-25.000,0.000 0.000,50.000 0.000,0.000 0.000,-25.000 0.000,0.000 0.000,-50.000 0.000,0.000 0.000,0.000 25.000,0.000 0.000,-25.000 0.000,0.000 0.000,-25.000 0.000,0.000 0.000,-25.000 0.000,0.000 0.000,25.000 0.000,0.000 0.000,-25.000 0.000,0.000 0.000,25.000 0.000,0.000 0.000,0.000 0.000,0.000 0.000,0.000 0.000,0.000 0.000,0.000-25.000,0.000 0.000,0.000 25.000,0.000 0.000,-50.000-25.000,0.000 0.000,-50.000 25.000,0.000 0.000,0.000 0.000,0.000 0.000,-25.000 0.000,0.000 0.000,0.000-25.000,0.000 0.000,0.000 25.000,0.000 0.000,0.000 0.000,0.000 0.000,0.000 0.000,0.000 0.000,0.000 25.000,0.000 0.000,0.000 0.000</inkml:trace>
</inkml:ink>
</file>

<file path=ppt/ink/ink72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17:33"/>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35210.000 67459.000 999,'-1.000'-28.000'-4,"-1.000"1.000"-11,-1.000 4.000-9,-1.000 1.000-9,-2.000 4.000-2,1.000 4.000 9,1.000 3.000 6,-1.000 4.000 9,0.000 3.000 6,0.000 1.000 5,-1.000 1.000 5,2.000 2.000 6,-2.000 1.000 1,2.000 2.000-1,-2.000 4.000-2,1.000 2.000-2,0.000 0.000-1,1.000 2.000 0,-1.000-1.000-2,-1.000-1.000 0,2.000 1.000-1,1.000 0.000 0,1.000 1.000-1,2.000-1.000-1,-1.000 1.000-1,-1.000 5.000 1,-1.000 3.000-2,-1.000 5.000 0,-1.000 1.000 1,2.000 0.000 0,1.000 0.000 0,1.000 0.000 1,1.000 2.000 1,0.000 6.000-1,0.000 4.000 0,0.000 5.000 0,0.000 5.000 0,0.000 4.000 0,0.000 3.000 0,0.000 5.000 0,0.000 2.000 0,0.000 5.000-1,0.000 3.000 0,0.000 5.000 0,0.000 3.000-1,0.000 6.000 1,0.000 4.000 0,0.000 5.000 1,0.000 2.000-1,0.000-2.000 0,0.000-4.000-1,0.000-1.000 0,0.000-2.000 0,0.000 2.000 0,0.000 1.000 1,0.000 2.000-1,0.000-1.000 2,0.000-1.000 0,0.000-1.000 0,0.000-1.000 1,0.000-3.000 1,-2.000-1.000 0,-1.000-4.000 1,-1.000-2.000 0,-1.000-1.000-1,0.000-2.000 1,-1.000-1.000-2,2.000-1.000 0,-1.000-1.000 0,2.000 0.000-1,1.000-1.000 1,2.000 1.000-1,-1.000 0.000 0,-1.000-2.000 1,-1.000-1.000-1,-2.000-1.000 1,1.000-2.000-1,1.000-1.000 1,1.000-1.000 0,2.000-1.000 0,0.000-1.000 0,0.000 2.000 0,0.000 1.000 1,0.000 2.000-1,0.000-2.000 0,0.000-1.000-1,0.000-4.000 1,0.000-1.000-1,0.000-3.000 0,0.000-1.000 0,0.000-1.000 0,0.000-1.000 1,0.000-1.000-1,0.000 2.000 0,0.000 1.000 0,0.000 1.000-1,0.000 0.000 0,0.000-2.000 0,0.000-4.000 0,0.000-2.000 0,0.000-1.000 0,0.000-2.000 0,0.000-1.000 0,0.000-2.000 1,0.000 1.000 0,0.000 1.000-1,0.000 1.000 0,0.000 2.000 0,0.000-2.000 1,0.000-2.000-1,0.000-2.000 0,0.000-3.000 1,0.000-2.000-1,0.000-2.000 0,0.000-4.000 0,0.000-2.000-1,0.000-1.000 0,0.000 0.000 0,0.000 0.000 1,0.000 0.000 0,0.000-1.000-1,2.000-2.000-2,1.000-4.000-3,1.000-2.000-1,1.000-1.000 0,-2.000-2.000 1,-1.000-1.000 2,-1.000-2.000 1,-1.000-2.000-3,0.000-6.000-9,0.000-4.000-10,0.000-6.000-8,0.000-3.000-1,0.000-5.000 8,0.000-3.000 7,0.000-4.000 7,0.000-1.000 5,0.000 3.000 1,0.000 2.000 2,0.000 2.000 2</inkml:trace>
</inkml:ink>
</file>

<file path=ppt/ink/ink72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17:33"/>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35250.000 67479.000 999,'-11.000'-10.000'-2,"-1.000"-2.000"-5,-1.000-1.000-4,-1.000-2.000-5,0.000 1.000-1,3.000 1.000 2,2.000 1.000 2,3.000 1.000 3,1.000 2.000 2,2.000-2.000 3,1.000 2.000 2,2.000-1.000 3,0.000 0.000 2,0.000 0.000-2,0.000-1.000 0,0.000 2.000-2,-2.000 2.000 1,-2.000 6.000-1,-1.000 7.000 0,-4.000 5.000-1,-1.000 6.000 1,0.000 2.000-2,0.000 2.000-1,-1.000 3.000 0,1.000 1.000 0,0.000 2.000 1,1.000 1.000 0,-1.000 2.000 2,-2.000 1.000 0,-1.000 3.000 0,-4.000 2.000 0,-2.000 3.000 0,0.000 0.000-1,-1.000-1.000 1,0.000-1.000 0,0.000-1.000 0,0.000-1.000 1,-1.000 2.000 0,2.000 1.000 0,-1.000 2.000 0,0.000-1.000 0,-1.000-1.000 1,1.000-1.000 0,1.000-1.000 0,-1.000-3.000 0,2.000-4.000-1,2.000-3.000 1,0.000-4.000-1,2.000-4.000-1,2.000-4.000 0,4.000-3.000-2,1.000-4.000-1,3.000-4.000-1,1.000-4.000-1,1.000-3.000-1,2.000-4.000-1</inkml:trace>
</inkml:ink>
</file>

<file path=ppt/ink/ink72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17:33"/>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35050.000 67459.000 999,'9.000'-25.000'-35,"2.000"8.000"8,-2.000 9.000 8,1.000 8.000 8,0.000 6.000 6,-2.000 1.000 2,-1.000 1.000 3,-2.000 2.000 2,1.000 0.000 2,-2.000-1.000-1,2.000 1.000 0,-2.000 0.000-1,2.000 1.000 0,-1.000 1.000 0,0.000 1.000 1,0.000 1.000-1,0.000 2.000-1,-1.000 1.000 0,2.000 1.000-3,-1.000 2.000 0,0.000-1.000-1,2.000-1.000 1,1.000-1.000 1,2.000-1.000 1,0.000 0.000-1,0.000 2.000-2,-1.000 4.000-3,2.000 2.000-2,0.000 1.000-2,3.000 0.000 2,2.000 0.000 1,3.000 0.000 2,-1.000-2.000-1,-2.000-1.000-1,-2.000-4.000-1,-3.000-2.000-2,-1.000 0.000 0,0.000 1.000-1,1.000 1.000 0,-1.000 2.000 0</inkml:trace>
</inkml:ink>
</file>

<file path=ppt/ink/ink72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6:59"/>
    </inkml:context>
    <inkml:brush xml:id="br0">
      <inkml:brushProperty name="width" value="0.0208809431642294" units="cm"/>
      <inkml:brushProperty name="height" value="0.0208809431642294" units="cm"/>
      <inkml:brushProperty name="color" value="#000000"/>
      <inkml:brushProperty name="ignorePressure" value="0"/>
    </inkml:brush>
  </inkml:definitions>
  <inkml:trace contextRef="#ctx0" brushRef="#br0">37305.000 57327.000 702,'11.000'-19.000'44,"-1.000"8.000"-5,-1.000 10.000-5,-3.000 8.000-6,1.000 6.000-3,0.000 1.000-4,3.000 2.000-3,1.000 1.000-2,1.000 0.000-3,-3.000 1.000-2,0.000 0.000-2,-3.000-1.000-2,1.000 1.000-1,1.000 0.000 1,1.000 0.000 0,3.000-1.000 1,-1.000 2.000-4,1.000 1.000-5,0.000 1.000-8,0.000 2.000-6,-1.000-1.000-2,-1.000-2.000 3,-3.000-4.000 4,0.000-3.000 4,0.000-1.000-8,1.000 0.000-18,2.000 0.000-18,1.000-1.000-18</inkml:trace>
</inkml:ink>
</file>

<file path=ppt/ink/ink72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0"/>
    </inkml:context>
    <inkml:brush xml:id="br0">
      <inkml:brushProperty name="width" value="0.0215527340769768" units="cm"/>
      <inkml:brushProperty name="height" value="0.0215527340769768" units="cm"/>
      <inkml:brushProperty name="color" value="#000000"/>
      <inkml:brushProperty name="ignorePressure" value="0"/>
    </inkml:brush>
  </inkml:definitions>
  <inkml:trace contextRef="#ctx0" brushRef="#br0">36880.000 58249.000 680,'-23.000'1.000'0,"1.000"1.000"0,3.000 2.000 0,0.000 1.000 0,5.000 0.000 6,7.000-1.000 11,8.000-2.000 11,7.000-1.000 11,5.000-2.000 3,4.000-1.000-7,2.000-2.000-7,3.000-1.000-8,3.000-1.000-3,0.000-3.000-3,3.000 0.000-1,0.000-2.000-2,1.000-1.000-1,-1.000 0.000-1,-2.000 0.000 0,-2.000 0.000 0,-1.000 1.000-2,1.000 2.000-3,0.000 1.000-3,0.000 1.000-2,-1.000 0.000-2,1.000-1.000 2,-1.000-1.000 1,1.000-3.000 2,0.000 1.000-3,-1.000 2.000-3,1.000 1.000-5,0.000 1.000-4,-1.000 2.000-1,1.000 1.000 2,0.000 2.000 3,0.000 1.000 1,-1.000 1.000 1,1.000 0.000-2,-1.000 0.000-1,1.000 0.000-3,-1.000 0.000 0,-2.000 0.000 2,0.000 0.000 2,-3.000 0.000 0,-1.000 0.000-1,-2.000 0.000-6,-1.000 0.000-6,-1.000 0.000-6,-2.000 1.000-3,-1.000 1.000-1,-2.000 2.000-2,-2.000 1.000 0,0.000 1.000 2,-3.000 0.000 7,0.000 0.000 5,-3.000 0.000 6</inkml:trace>
</inkml:ink>
</file>

<file path=ppt/ink/ink72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0"/>
    </inkml:context>
    <inkml:brush xml:id="br0">
      <inkml:brushProperty name="width" value="0.0169341843575239" units="cm"/>
      <inkml:brushProperty name="height" value="0.0169341843575239" units="cm"/>
      <inkml:brushProperty name="color" value="#000000"/>
      <inkml:brushProperty name="ignorePressure" value="0"/>
    </inkml:brush>
  </inkml:definitions>
  <inkml:trace contextRef="#ctx0" brushRef="#br0">37305.000 58344.000 866,'11.000'-9.000'22,"-1.000"6.000"0,-1.000 6.000 0,-3.000 6.000 0,-1.000 4.000-3,-1.000 1.000-5,-2.000 1.000-5,-1.000 2.000-6,-1.000 1.000-4,0.000 0.000-5,0.000-1.000-6,0.000 1.000-5,0.000 0.000-1,0.000 0.000 4,0.000-1.000 2,0.000 1.000 4,-1.000 0.000-3,-1.000-1.000-6,-2.000 1.000-8,-1.000 0.000-6,0.000-1.000-2,1.000-2.000 4,2.000 0.000 3,1.000-3.000 4</inkml:trace>
</inkml:ink>
</file>

<file path=ppt/ink/ink72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0"/>
    </inkml:context>
    <inkml:brush xml:id="br0">
      <inkml:brushProperty name="width" value="0.0161374714225531" units="cm"/>
      <inkml:brushProperty name="height" value="0.0161374714225531" units="cm"/>
      <inkml:brushProperty name="color" value="#000000"/>
      <inkml:brushProperty name="ignorePressure" value="0"/>
    </inkml:brush>
  </inkml:definitions>
  <inkml:trace contextRef="#ctx0" brushRef="#br0">37660.000 58320.000 908,'0.000'23.000'-1,"-3.000"-4.000"-4,-1.000-3.000-2,-1.000-3.000-4,0.000-1.000 1,2.000 0.000 4,0.000 0.000 4,3.000 0.000 5,-2.000 0.000 3,0.000 2.000 3,-1.000 2.000 2,-2.000 1.000 3,-1.000 0.000 1,0.000 1.000-3,0.000 0.000-1,0.000 0.000-2,0.000-1.000-1,0.000 1.000 0,0.000 0.000 1,1.000 0.000 0,0.000-1.000-3,0.000 1.000-3,3.000 0.000-3,2.000 0.000-5,-1.000-1.000-1,-1.000-2.000 2,-2.000-1.000 0,-1.000-1.000 2,-1.000-2.000-2,0.000-2.000-4,0.000 0.000-6,0.000-3.000-4,0.000 1.000-5,0.000 1.000-5,0.000 2.000-6,1.000 1.000-4</inkml:trace>
</inkml:ink>
</file>

<file path=ppt/ink/ink73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0"/>
    </inkml:context>
    <inkml:brush xml:id="br0">
      <inkml:brushProperty name="width" value="0.0163210406899452" units="cm"/>
      <inkml:brushProperty name="height" value="0.0163210406899452" units="cm"/>
      <inkml:brushProperty name="color" value="#000000"/>
      <inkml:brushProperty name="ignorePressure" value="0"/>
    </inkml:brush>
  </inkml:definitions>
  <inkml:trace contextRef="#ctx0" brushRef="#br0">36880.000 58580.000 898,'-19.000'-20.000'4,"8.000"5.000"6,10.000 6.000 8,8.000 6.000 7,5.000 4.000-1,0.000 1.000-9,0.000 2.000-9,-1.000 1.000-10,1.000 1.000-4,0.000 0.000 0,0.000 0.000 2,0.000 0.000 1,0.000 0.000-2,0.000 2.000-5,-1.000 2.000-5,1.000 1.000-6,0.000 1.000-2,0.000 0.000 1,-1.000 0.000-1,1.000-1.000 1,0.000 1.000 2,-3.000-3.000 3,0.000-1.000 2,-3.000-1.000 4,0.000-1.000 1,3.000 0.000 2,0.000 0.000 1,2.000 0.000 1</inkml:trace>
</inkml:ink>
</file>

<file path=ppt/ink/ink73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0"/>
    </inkml:context>
    <inkml:brush xml:id="br0">
      <inkml:brushProperty name="width" value="0.0159436333924532" units="cm"/>
      <inkml:brushProperty name="height" value="0.0159436333924532" units="cm"/>
      <inkml:brushProperty name="color" value="#000000"/>
      <inkml:brushProperty name="ignorePressure" value="0"/>
    </inkml:brush>
  </inkml:definitions>
  <inkml:trace contextRef="#ctx0" brushRef="#br0">37731.000 58604.000 919,'10.000'11.000'46,"-5.000"-1.000"-19,-5.000-2.000-20,-3.000-1.000-18,-4.000-1.000-11,-1.000 2.000 1,-1.000 2.000-2,-2.000 1.000 0,0.000 0.000 2,1.000-1.000 4,2.000-2.000 3,1.000-1.000 4,1.000-1.000 0,-3.000 2.000-5,0.000 2.000-3,-2.000 1.000-5</inkml:trace>
</inkml:ink>
</file>

<file path=ppt/ink/ink73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1"/>
    </inkml:context>
    <inkml:brush xml:id="br0">
      <inkml:brushProperty name="width" value="0.0248492062091827" units="cm"/>
      <inkml:brushProperty name="height" value="0.0248492062091827" units="cm"/>
      <inkml:brushProperty name="color" value="#000000"/>
      <inkml:brushProperty name="ignorePressure" value="0"/>
    </inkml:brush>
  </inkml:definitions>
  <inkml:trace contextRef="#ctx0" brushRef="#br0">37022.000 59290.000 590,'-10.000'-12.000'4,"5.000"0.000"11,4.000 1.000 8,5.000-1.000 10,2.000 0.000 2,3.000 0.000-5,0.000 0.000-5,2.000 0.000-5,2.000 1.000-2,1.000-1.000-1,2.000 0.000 1,1.000 0.000 0,1.000 0.000-1,2.000 0.000-1,2.000 1.000-1,0.000-1.000-2,2.000 1.000-1,0.000 1.000-1,-1.000 2.000-1,1.000 1.000-2,1.000 1.000-1,0.000-2.000 1,3.000-2.000-1,0.000-1.000 0,2.000 0.000 0,-1.000 1.000-2,1.000 2.000-1,0.000 1.000-1,-2.000 2.000-1,0.000 1.000-1,-2.000 2.000-1,-2.000 2.000 0,-1.000 0.000-1,-2.000 0.000 0,-1.000 0.000 0,-1.000 0.000 0,-2.000 0.000-2,1.000 0.000-2,0.000 0.000-3,0.000 0.000-3,-1.000 2.000-3,-2.000 7.000-1,-1.000 6.000-3,-1.000 6.000-2,-3.000 1.000 0,-2.000-3.000 3,-4.000-3.000 2,-2.000-2.000 3,-4.000-1.000 0,-2.000 3.000-1,-4.000 4.000-1,-2.000 2.000-1,-3.000 1.000 1,-1.000-2.000 0,-1.000-1.000 1,-2.000-1.000 1,-1.000-1.000 0,1.000 2.000 0,-2.000 1.000 0,2.000 2.000 0,-2.000 1.000 0,-1.000 0.000 0,-1.000-1.000-1,-2.000 1.000 1,-2.000 0.000 0,0.000-1.000 1,-3.000 1.000 1,0.000-1.000 1,-1.000 1.000 0,1.000 0.000 0,3.000-1.000-2,0.000 1.000 0,1.000-1.000 0,1.000-2.000 0,-1.000-1.000 2,0.000-1.000 0,1.000-2.000 1,-1.000-2.000-1,0.000-1.000 0,1.000-1.000 0,0.000-2.000 0,1.000-1.000 2,2.000-2.000 2,2.000-2.000 2,2.000 0.000 2,2.000-3.000-1,4.000 0.000 1,3.000-3.000 1</inkml:trace>
</inkml:ink>
</file>

<file path=ppt/ink/ink73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1"/>
    </inkml:context>
    <inkml:brush xml:id="br0">
      <inkml:brushProperty name="width" value="0.0215859673917294" units="cm"/>
      <inkml:brushProperty name="height" value="0.0215859673917294" units="cm"/>
      <inkml:brushProperty name="color" value="#000000"/>
      <inkml:brushProperty name="ignorePressure" value="0"/>
    </inkml:brush>
  </inkml:definitions>
  <inkml:trace contextRef="#ctx0" brushRef="#br0">37187.000 59432.000 679,'34.000'-31.000'22,"-3.000"9.000"2,-3.000 8.000 2,-3.000 10.000 2,-2.000 5.000-1,-1.000 1.000-3,-2.000 2.000-3,-2.000 1.000-4,1.000 1.000 0,1.000 3.000-1,1.000 0.000 0,2.000 2.000-1,1.000 2.000-1,-1.000 1.000-2,1.000 1.000-2,0.000 2.000-3,0.000 1.000-1,2.000 0.000 0,1.000 0.000-1,2.000-1.000 0,0.000 0.000-2,-2.000-1.000-4,-1.000-2.000-3,-2.000-2.000-3,1.000 0.000-1,1.000 0.000 0,1.000 0.000 0,2.000 0.000 0,-1.000-1.000-10,-3.000-2.000-18,-3.000 0.000-21,-2.000-3.000-18</inkml:trace>
</inkml:ink>
</file>

<file path=ppt/ink/ink73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1"/>
    </inkml:context>
    <inkml:brush xml:id="br0">
      <inkml:brushProperty name="width" value="0.0245790909975767" units="cm"/>
      <inkml:brushProperty name="height" value="0.0245790909975767" units="cm"/>
      <inkml:brushProperty name="color" value="#000000"/>
      <inkml:brushProperty name="ignorePressure" value="0"/>
    </inkml:brush>
  </inkml:definitions>
  <inkml:trace contextRef="#ctx0" brushRef="#br0">38441.000 58746.000 596,'-74.000'0.000'32,"17.000"0.000"-6,19.000 0.000-5,17.000 0.000-6,10.000 0.000-1,-1.000 0.000-1,0.000 0.000 2,0.000 0.000-1,3.000 1.000 4,6.000 1.000 6,6.000 2.000 5,6.000 1.000 5,4.000-1.000 0,1.000-2.000-7,1.000-4.000-7,2.000-2.000-7,2.000-2.000-3,4.000 0.000-2,2.000 0.000-1,3.000 0.000-1,2.000 0.000-1,2.000-3.000 0,1.000 0.000 0,2.000-2.000 0,0.000-1.000-2,-2.000 0.000-3,-1.000 0.000-3,-2.000 0.000-3,1.000 1.000-1,0.000 2.000 1,3.000 1.000 2,0.000 1.000 2,2.000 0.000-1,-1.000-1.000 1,1.000-1.000-1,-1.000-3.000 0,-1.000 1.000 0,-3.000 2.000 0,-3.000 1.000 0,-3.000 1.000 0,-1.000 2.000 0,0.000 1.000-1,-1.000 2.000 0,1.000 1.000-1,0.000 1.000 0,-1.000 0.000 0,1.000 0.000 0,0.000 0.000 0,-3.000 1.000 2,-1.000 1.000 0,-4.000 2.000 2,-2.000 1.000 2,-3.000 2.000 0,-2.000 1.000-1,-1.000 1.000 0,-1.000 2.000-1,-2.000 3.000 1,-1.000 2.000 0,-2.000 3.000 0,-1.000 3.000 2,-1.000 2.000-1,0.000 0.000-1,0.000-1.000 0,0.000 1.000-1,-1.000 0.000 0,-4.000 2.000 0,-2.000 2.000 1,-4.000 0.000 0,-1.000 3.000 0,1.000 1.000-2,-1.000 1.000-2,0.000 2.000-1,0.000 0.000 0,0.000 0.000 0,0.000 1.000 2,1.000-1.000 1,-2.000 0.000 0,-1.000-2.000-2,-2.000-1.000-1,0.000-1.000-2,-3.000-1.000 0,-1.000 2.000 0,-1.000 1.000 1,-2.000 2.000 0,0.000-1.000-1,2.000 0.000-2,1.000-3.000-3,1.000 0.000-1,1.000-3.000-2,1.000-3.000 2,-2.000-3.000 0,2.000-3.000 1,-1.000-2.000 0,0.000-1.000-1,1.000-2.000-1,-1.000-2.000-2,1.000-2.000-1,1.000-5.000-4,2.000-4.000-3,2.000-5.000-3,2.000-4.000 0,2.000-4.000 2,4.000-5.000 3,2.000-5.000 3,2.000-3.000 3,0.000-3.000 3,0.000-3.000 5,0.000-3.000 2,1.000 0.000 3,1.000 3.000 1,2.000 3.000 0,1.000 3.000 1</inkml:trace>
</inkml:ink>
</file>

<file path=ppt/ink/ink73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1"/>
    </inkml:context>
    <inkml:brush xml:id="br0">
      <inkml:brushProperty name="width" value="0.0203921049833298" units="cm"/>
      <inkml:brushProperty name="height" value="0.0203921049833298" units="cm"/>
      <inkml:brushProperty name="color" value="#000000"/>
      <inkml:brushProperty name="ignorePressure" value="0"/>
    </inkml:brush>
  </inkml:definitions>
  <inkml:trace contextRef="#ctx0" brushRef="#br0">38843.000 58864.000 719,'1.000'-52.000'0,"1.000"-11.000"0,2.000-10.000 0,1.000-11.000 0,0.000 4.000 0,-1.000 18.000 2,-2.000 18.000 1,-2.000 17.000 1,0.000 10.000 1,0.000 2.000 1,0.000 1.000 1,0.000 1.000 0,0.000 5.000 6,0.000 7.000 9,0.000 8.000 10,0.000 7.000 10,0.000 5.000 0,-3.000 1.000-10,0.000 1.000-8,-2.000 2.000-10,-2.000 1.000-6,2.000 2.000-1,-1.000 2.000-2,0.000 0.000-1,-1.000 2.000-2,-1.000-1.000-4,-1.000 1.000-3,-2.000 0.000-3,-2.000 0.000 0,-1.000 2.000 0,-2.000 1.000 2,-1.000 2.000 1,0.000 0.000 0,-1.000 1.000-2,0.000-1.000-1,1.000 1.000-2,-2.000-1.000-1,-1.000 1.000 2,-1.000-1.000 0,-2.000 0.000 1,-1.000 2.000 1,0.000 0.000-2,1.000 3.000-1,-1.000 0.000 0,0.000 1.000-1,-2.000-2.000 1,-2.000-1.000 0,0.000-2.000 1,-2.000-2.000 0,1.000-3.000-1,-1.000-3.000-1,0.000-3.000-1,2.000-3.000-1,3.000-2.000 1,3.000-4.000 0,3.000-3.000 1,2.000-3.000-1,1.000-5.000-3,2.000-4.000-4,2.000-5.000-3,2.000-3.000 0,2.000-4.000 3,3.000-2.000 2,4.000-3.000 2</inkml:trace>
</inkml:ink>
</file>

<file path=ppt/ink/ink73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1"/>
    </inkml:context>
    <inkml:brush xml:id="br0">
      <inkml:brushProperty name="width" value="0.01771848089993" units="cm"/>
      <inkml:brushProperty name="height" value="0.01771848089993" units="cm"/>
      <inkml:brushProperty name="color" value="#000000"/>
      <inkml:brushProperty name="ignorePressure" value="0"/>
    </inkml:brush>
  </inkml:definitions>
  <inkml:trace contextRef="#ctx0" brushRef="#br0">38393.000 58320.000 827,'1.000'34.000'29,"1.000"-3.000"0,2.000-3.000 1,1.000-2.000 2,2.000-4.000-5,1.000-3.000-10,2.000-3.000-9,1.000-2.000-9,1.000-2.000-5,2.000 2.000 1,2.000 2.000 0,1.000 1.000 1,0.000 0.000-8,-2.000 1.000-16,-1.000 0.000-17,-1.000 0.000-15</inkml:trace>
</inkml:ink>
</file>

<file path=ppt/ink/ink73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2"/>
    </inkml:context>
    <inkml:brush xml:id="br0">
      <inkml:brushProperty name="width" value="0.0186486318707466" units="cm"/>
      <inkml:brushProperty name="height" value="0.0186486318707466" units="cm"/>
      <inkml:brushProperty name="color" value="#000000"/>
      <inkml:brushProperty name="ignorePressure" value="0"/>
    </inkml:brush>
  </inkml:definitions>
  <inkml:trace contextRef="#ctx0" brushRef="#br0">38985.000 59148.000 786,'-42.000'12.000'48,"13.000"0.000"-3,11.000 0.000-3,12.000-1.000-3,7.000 0.000-10,4.000-4.000-18,2.000-2.000-20,4.000-4.000-18,0.000 0.000-12,-1.000 1.000-5,-3.000 2.000-7,0.000 1.000-5</inkml:trace>
</inkml:ink>
</file>

<file path=ppt/ink/ink73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2"/>
    </inkml:context>
    <inkml:brush xml:id="br0">
      <inkml:brushProperty name="width" value="0.0286076590418816" units="cm"/>
      <inkml:brushProperty name="height" value="0.0286076590418816" units="cm"/>
      <inkml:brushProperty name="color" value="#000000"/>
      <inkml:brushProperty name="ignorePressure" value="0"/>
    </inkml:brush>
  </inkml:definitions>
  <inkml:trace contextRef="#ctx0" brushRef="#br0">39836.000 58793.000 512,'-22.000'-10.000'1,"3.000"3.000"0,2.000 2.000-1,4.000 4.000 1,5.000 1.000 8,8.000 0.000 18,6.000 0.000 17,8.000 0.000 19,3.000 0.000 3,-1.000 0.000-12,-2.000 0.000-11,-2.000 0.000-13,2.000-1.000-6,2.000-1.000-4,3.000-2.000-2,3.000-1.000-4,2.000 0.000-2,-1.000 1.000 0,1.000 2.000-2,-1.000 1.000 0,1.000 1.000-1,0.000 0.000-3,0.000 0.000-1,-1.000 0.000-2,1.000-1.000-1,-1.000-1.000-1,1.000-2.000 0,0.000-1.000 0,-1.000 0.000-1,-2.000 1.000-2,-1.000 2.000-4,-1.000 1.000-1,-1.000 1.000-4,2.000 0.000-4,1.000 0.000-3,3.000 0.000-3,-5.000-1.000-11,-6.000-4.000-17,-8.000-2.000-16,-7.000-3.000-17,-4.000-1.000-1,0.000 1.000 18,0.000 2.000 16,0.000 1.000 16</inkml:trace>
</inkml:ink>
</file>

<file path=ppt/ink/ink73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2"/>
    </inkml:context>
    <inkml:brush xml:id="br0">
      <inkml:brushProperty name="width" value="0.0185188204050064" units="cm"/>
      <inkml:brushProperty name="height" value="0.0185188204050064" units="cm"/>
      <inkml:brushProperty name="color" value="#000000"/>
      <inkml:brushProperty name="ignorePressure" value="0"/>
    </inkml:brush>
  </inkml:definitions>
  <inkml:trace contextRef="#ctx0" brushRef="#br0">40971.000 58013.000 791,'0.000'-22.000'0,"0.000"2.000"0,0.000 4.000 0,0.000 3.000 0,0.000 1.000 2,0.000 0.000 4,0.000 0.000 4,0.000 1.000 4,1.000 0.000 3,2.000 1.000 3,0.000 2.000 2,2.000 1.000 2,1.000 3.000 0,0.000 2.000-3,0.000 4.000-4,0.000 2.000-4,-1.000 3.000-3,-1.000 1.000-4,-2.000 2.000-3,-1.000 1.000-5,-1.000 0.000-3,0.000 1.000-2,0.000 0.000-1,0.000 0.000-1,-1.000 1.000-1,-1.000 1.000 1,-2.000 1.000 1,-1.000 2.000 0,-1.000 0.000 1,0.000-1.000-2,0.000-2.000-2,0.000-2.000-1,-1.000 1.000-1,0.000 1.000 1,-3.000 1.000 0,-1.000 2.000 0,-1.000 0.000 1,3.000-1.000 0,1.000-2.000 1,1.000-2.000-1,0.000 1.000 1,-1.000 1.000 0,-1.000 2.000 1,-3.000 1.000 0,1.000 0.000-1,-1.000-2.000-1,0.000-1.000-2,0.000-1.000-1,1.000-2.000 0,2.000-2.000-1,1.000 0.000 1,1.000-3.000 0,1.000 0.000 0,0.000 0.000 3,0.000 0.000 2,0.000 0.000 2</inkml:trace>
</inkml:ink>
</file>

<file path=ppt/ink/ink74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3"/>
    </inkml:context>
    <inkml:brush xml:id="br0">
      <inkml:brushProperty name="width" value="0.0199016723781824" units="cm"/>
      <inkml:brushProperty name="height" value="0.0199016723781824" units="cm"/>
      <inkml:brushProperty name="color" value="#000000"/>
      <inkml:brushProperty name="ignorePressure" value="0"/>
    </inkml:brush>
  </inkml:definitions>
  <inkml:trace contextRef="#ctx0" brushRef="#br0">41113.000 58037.000 736,'42.000'-22.000'1,"-10.000"5.000"2,-11.000 5.000 2,-10.000 3.000 2,-4.000 4.000 3,2.000 2.000 6,0.000 0.000 5,2.000 3.000 5,1.000 0.000 3,0.000 3.000-1,0.000 0.000-1,-1.000 2.000 0,1.000 2.000-3,-3.000 1.000-6,-1.000 2.000-6,-1.000 1.000-5,-1.000 1.000-5,2.000 0.000-3,2.000-1.000-4,1.000 1.000-4,0.000 0.000-1,-4.000 0.000 0,-2.000 0.000 0,-4.000-1.000 1,-1.000 1.000 0,0.000 0.000 1,0.000 0.000 0,0.000 0.000 1,-1.000 0.000 0,-4.000 2.000-1,-3.000 2.000-1,-2.000 1.000 0,-2.000 1.000-1,1.000-1.000 1,-1.000 1.000-1,0.000 0.000 1,-2.000 1.000 1,-2.000 3.000 0,-3.000 3.000 0,-3.000 3.000 2,-2.000 2.000 0,-2.000 0.000 0,-1.000-1.000 1,-2.000 1.000 0,-1.000-1.000-1,0.000 1.000-1,1.000-1.000-2,-1.000 1.000-2,0.000 0.000 0,-2.000 2.000 1,-1.000 1.000 1,-2.000 2.000 1,1.000 0.000-1,0.000-2.000-1,2.000-1.000-1,2.000-2.000-1,1.000-2.000-1,-1.000-3.000 2,1.000-3.000 0,-1.000-2.000 1,1.000-4.000 0,5.000-3.000 1,1.000-2.000-2,4.000-4.000 1,3.000-2.000 1,3.000-1.000 1,2.000-2.000 2,4.000-1.000 3,2.000-2.000 0,1.000-1.000 2,2.000-2.000-1,1.000-1.000 1</inkml:trace>
</inkml:ink>
</file>

<file path=ppt/ink/ink74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3"/>
    </inkml:context>
    <inkml:brush xml:id="br0">
      <inkml:brushProperty name="width" value="0.0212886035442352" units="cm"/>
      <inkml:brushProperty name="height" value="0.0212886035442352" units="cm"/>
      <inkml:brushProperty name="color" value="#000000"/>
      <inkml:brushProperty name="ignorePressure" value="0"/>
    </inkml:brush>
  </inkml:definitions>
  <inkml:trace contextRef="#ctx0" brushRef="#br0">40948.000 58368.000 688,'32.000'-11.000'3,"-5.000"4.000"6,-7.000 2.000 6,-5.000 4.000 7,-3.000 1.000 1,0.000 0.000-2,0.000 0.000-1,-1.000 0.000-2,1.000 0.000-1,0.000 0.000 0,0.000 0.000 0,0.000 0.000 1,0.000 1.000-1,3.000 1.000-1,0.000 2.000-1,2.000 1.000-1,0.000 1.000-2,-2.000 0.000-2,-1.000 0.000-4,-1.000-1.000-2,-1.000 1.000-2,0.000 0.000 1,0.000 0.000 1,-1.000 0.000 1,2.000 0.000-2,1.000 0.000-3,1.000 0.000-2,3.000 0.000-3,-1.000-1.000-2,1.000-1.000 0,-1.000-2.000 0,1.000-1.000-1,-1.000-1.000 1,-1.000 0.000 0,-2.000 0.000 2,-1.000 0.000 1,-2.000 0.000-3,1.000 0.000-5,0.000 0.000-6,0.000 0.000-6,0.000 0.000-7,0.000 0.000-8,0.000 0.000-9,-1.000 0.000-9</inkml:trace>
</inkml:ink>
</file>

<file path=ppt/ink/ink74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3"/>
    </inkml:context>
    <inkml:brush xml:id="br0">
      <inkml:brushProperty name="width" value="0.0214403178542852" units="cm"/>
      <inkml:brushProperty name="height" value="0.0214403178542852" units="cm"/>
      <inkml:brushProperty name="color" value="#000000"/>
      <inkml:brushProperty name="ignorePressure" value="0"/>
    </inkml:brush>
  </inkml:definitions>
  <inkml:trace contextRef="#ctx0" brushRef="#br0">40948.000 59053.000 684,'-23.000'0.000'0,"4.000"0.000"0,3.000 0.000 0,2.000 0.000 0,5.000 0.000 6,7.000 0.000 13,5.000 0.000 13,5.000 0.000 12,5.000 0.000 3,-2.000-2.000-9,1.000-2.000-8,0.000-1.000-7,1.000-2.000-6,3.000-1.000-1,4.000-2.000-3,2.000-1.000-1,0.000-1.000-2,0.000 1.000-4,-2.000-1.000-4,-1.000 0.000-2,-1.000 0.000-2,2.000 0.000 2,2.000 0.000 0,0.000 1.000 2,1.000-1.000-3,-1.000 0.000-6,-2.000 0.000-6,-2.000 0.000-7,0.000 0.000-4,0.000-2.000-3,-1.000-2.000-4,1.000-1.000-2,-1.000 1.000-2,-1.000 3.000 1,-3.000 2.000 2,0.000 4.000 0,-1.000 1.000 2,0.000 0.000 2,0.000 0.000 3,0.000 0.000 3,-2.000 0.000 3,-2.000 0.000 2,-4.000 0.000 4,-3.000 1.000 2</inkml:trace>
</inkml:ink>
</file>

<file path=ppt/ink/ink74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3"/>
    </inkml:context>
    <inkml:brush xml:id="br0">
      <inkml:brushProperty name="width" value="0.0164882447570562" units="cm"/>
      <inkml:brushProperty name="height" value="0.0164882447570562" units="cm"/>
      <inkml:brushProperty name="color" value="#000000"/>
      <inkml:brushProperty name="ignorePressure" value="0"/>
    </inkml:brush>
  </inkml:definitions>
  <inkml:trace contextRef="#ctx0" brushRef="#br0">41208.000 58699.000 889,'-10.000'-19.000'2,"2.000"8.000"6,4.000 10.000 7,2.000 8.000 7,4.000 5.000 1,2.000 0.000-5,4.000 0.000-6,2.000-1.000-6,1.000 2.000-3,-2.000 1.000-2,0.000 2.000-1,-3.000 1.000-3,0.000 1.000 0,0.000 2.000-1,0.000 1.000 0,0.000 2.000 0,0.000 0.000-1,-1.000-1.000-1,2.000-2.000-1,-1.000-2.000-1,-1.000 1.000 0,2.000 3.000 2,-2.000 4.000 2,1.000 2.000 1,-1.000 0.000 1,-1.000 0.000 1,-2.000-2.000 0,-1.000-2.000 1,-1.000 0.000 0,0.000-1.000 1,0.000 1.000 1,0.000 0.000 0,-1.000-1.000 1,-1.000-2.000-1,-2.000-1.000-1,-1.000-2.000 0,-1.000 0.000-1,-2.000 0.000-1,-2.000 0.000-1,-1.000-1.000-1,-1.000 0.000-1,3.000-4.000 0,1.000-3.000 0,1.000-2.000 0,1.000-3.000-3,-3.000-1.000-5,0.000-2.000-6,-2.000-1.000-4,-1.000-1.000-4,0.000 0.000 0,1.000 0.000-1,-2.000 0.000 0</inkml:trace>
</inkml:ink>
</file>

<file path=ppt/ink/ink74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3"/>
    </inkml:context>
    <inkml:brush xml:id="br0">
      <inkml:brushProperty name="width" value="0.015059245750308" units="cm"/>
      <inkml:brushProperty name="height" value="0.015059245750308" units="cm"/>
      <inkml:brushProperty name="color" value="#000000"/>
      <inkml:brushProperty name="ignorePressure" value="0"/>
    </inkml:brush>
  </inkml:definitions>
  <inkml:trace contextRef="#ctx0" brushRef="#br0">40948.000 59172.000 973,'-12.000'11.000'1,"3.000"-2.000"0,1.000 0.000 0,1.000-3.000 2,1.000 2.000-1,0.000 2.000-1,0.000 3.000 0,1.000 4.000 0,-2.000-1.000 0,2.000-3.000 1,-1.000-3.000 1,0.000-2.000 2,1.000-2.000-1,1.000 3.000-3,2.000 0.000-4,1.000 2.000-4,0.000 1.000 0,-1.000 0.000 1,-2.000 0.000 2,-1.000 0.000 0,-1.000-1.000-1,0.000 1.000-6,0.000 0.000-6,0.000 0.000-4</inkml:trace>
</inkml:ink>
</file>

<file path=ppt/ink/ink74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4"/>
    </inkml:context>
    <inkml:brush xml:id="br0">
      <inkml:brushProperty name="width" value="0.0223325174301863" units="cm"/>
      <inkml:brushProperty name="height" value="0.0223325174301863" units="cm"/>
      <inkml:brushProperty name="color" value="#000000"/>
      <inkml:brushProperty name="ignorePressure" value="0"/>
    </inkml:brush>
  </inkml:definitions>
  <inkml:trace contextRef="#ctx0" brushRef="#br0">41492.000 59077.000 656,'11.000'12.000'3,"1.000"0.000"3,0.000 0.000 6,0.000-1.000 4,-1.000 1.000 4,-1.000 0.000 1,-2.000 0.000 2,-1.000 0.000 2,-1.000 0.000 1,2.000 2.000-1,2.000 2.000 0,1.000 1.000 0,2.000 0.000-3,0.000-2.000-2,3.000-1.000-4,1.000-1.000-3,0.000-1.000-3,-2.000 0.000 1,0.000-1.000-2,-3.000 1.000 0,1.000-1.000-3,1.000-1.000-6,1.000-2.000-4,2.000-1.000-6,0.000-1.000-2,-1.000 0.000 2,-2.000-1.000 3,-2.000 1.000 1,0.000 0.000-9,0.000 0.000-22,0.000 0.000-20,0.000 0.000-21</inkml:trace>
</inkml:ink>
</file>

<file path=ppt/ink/ink74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4"/>
    </inkml:context>
    <inkml:brush xml:id="br0">
      <inkml:brushProperty name="width" value="0.0204382110387087" units="cm"/>
      <inkml:brushProperty name="height" value="0.0204382110387087" units="cm"/>
      <inkml:brushProperty name="color" value="#000000"/>
      <inkml:brushProperty name="ignorePressure" value="0"/>
    </inkml:brush>
  </inkml:definitions>
  <inkml:trace contextRef="#ctx0" brushRef="#br0">41988.000 57989.000 717,'-11.000'-21.000'0,"1.000"4.000"0,2.000 4.000 0,2.000 5.000 0,3.000 2.000 5,6.000 0.000 10,6.000 0.000 10,5.000 0.000 10,4.000 1.000 1,0.000-1.000-5,0.000 0.000-6,-1.000 0.000-7,2.000 1.000-3,0.000 1.000-1,3.000 2.000-3,1.000 1.000-1,1.000 0.000-2,2.000-4.000 1,1.000-2.000 0,3.000-4.000 0,-1.000 0.000-3,1.000-1.000-5,-1.000 0.000-4,1.000 0.000-5,-1.000 1.000-2,1.000 1.000 3,0.000 2.000 1,-1.000 2.000 2,1.000-1.000-3,-1.000-1.000-6,1.000-2.000-7,-1.000-1.000-7,0.000 0.000-1,-1.000 1.000 4,-3.000 2.000 5,0.000 2.000 4,-4.000 0.000 2,-4.000 0.000-1,-4.000 0.000-1,-5.000 0.000-1</inkml:trace>
</inkml:ink>
</file>

<file path=ppt/ink/ink74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4"/>
    </inkml:context>
    <inkml:brush xml:id="br0">
      <inkml:brushProperty name="width" value="0.0201993025839329" units="cm"/>
      <inkml:brushProperty name="height" value="0.0201993025839329" units="cm"/>
      <inkml:brushProperty name="color" value="#000000"/>
      <inkml:brushProperty name="ignorePressure" value="0"/>
    </inkml:brush>
  </inkml:definitions>
  <inkml:trace contextRef="#ctx0" brushRef="#br0">42508.000 57729.000 726,'-21.000'-11.000'3,"4.000"1.000"6,4.000 2.000 6,6.000 2.000 7,0.000 1.000 5,1.000 4.000 6,1.000 2.000 5,-1.000 4.000 7,1.000 2.000-5,1.000 3.000-13,2.000 4.000-13,1.000 2.000-13,1.000 2.000-8,0.000-1.000-1,0.000 1.000 0,0.000 0.000-1,-1.000 0.000 0,-1.000-1.000 0,-2.000 1.000 2,-1.000 0.000 0,-1.000 0.000-1,0.000 2.000-5,1.000 2.000-5,-2.000 1.000-5,0.000 1.000-1,-4.000 2.000 2,-1.000 1.000 3,-5.000 2.000 2,0.000 1.000 1,-1.000-1.000-1,0.000 1.000-2,0.000-1.000-1,-1.000 2.000 0,0.000 0.000 1,-3.000 3.000 0,-1.000 0.000 1,-1.000 1.000 1,1.000-2.000 4,0.000-1.000 2,-1.000-2.000 3,1.000-2.000 2,1.000-2.000-1,3.000-4.000 1,0.000-3.000-1,3.000-2.000 2,3.000-1.000 1,2.000-2.000 1,4.000-2.000 3,2.000-1.000 0,1.000-1.000-1,2.000-2.000 0,1.000-1.000 0,1.000-2.000 0,-3.000-2.000 0,0.000 0.000 0,-3.000-3.000 0</inkml:trace>
</inkml:ink>
</file>

<file path=ppt/ink/ink74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4"/>
    </inkml:context>
    <inkml:brush xml:id="br0">
      <inkml:brushProperty name="width" value="0.0186117962002754" units="cm"/>
      <inkml:brushProperty name="height" value="0.0186117962002754" units="cm"/>
      <inkml:brushProperty name="color" value="#000000"/>
      <inkml:brushProperty name="ignorePressure" value="0"/>
    </inkml:brush>
  </inkml:definitions>
  <inkml:trace contextRef="#ctx0" brushRef="#br0">42177.000 58462.000 788,'12.000'12.000'63,"-3.000"0.000"-15,-1.000 0.000-15,-1.000 0.000-16,-1.000 0.000-7,0.000 2.000 0,-1.000 2.000 0,2.000 1.000 0,-2.000 2.000-3,-2.000 3.000-3,0.000 3.000-5,-3.000 3.000-4,1.000 2.000-3,1.000-1.000 0,2.000 1.000 0,1.000 0.000-2,1.000-2.000 1,-3.000 0.000 0,-1.000-2.000 1,-1.000-2.000 1,0.000 0.000 0,-2.000 2.000-1,1.000 2.000 0,0.000 0.000-2,1.000 0.000 1,-2.000-2.000 0,1.000-4.000 1,0.000-3.000 2,0.000-3.000-1,-3.000-2.000-1,-1.000-4.000 0,-1.000-3.000-1,-1.000-1.000 1,0.000 0.000 0,0.000 0.000 2,1.000 0.000 1,-2.000-2.000 0,2.000-5.000-2,-1.000-4.000-3,0.000-5.000-1,0.000-3.000-3,3.000-3.000-1,1.000-4.000-3,1.000-2.000-1,1.000-2.000 0,0.000 1.000 1,0.000-1.000 2,0.000 1.000 2,0.000 0.000 2,0.000 1.000 2,0.000 2.000 4,0.000 2.000 2</inkml:trace>
</inkml:ink>
</file>

<file path=ppt/ink/ink74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5"/>
    </inkml:context>
    <inkml:brush xml:id="br0">
      <inkml:brushProperty name="width" value="0.0183965656906366" units="cm"/>
      <inkml:brushProperty name="height" value="0.0183965656906366" units="cm"/>
      <inkml:brushProperty name="color" value="#000000"/>
      <inkml:brushProperty name="ignorePressure" value="0"/>
    </inkml:brush>
  </inkml:definitions>
  <inkml:trace contextRef="#ctx0" brushRef="#br0">42343.000 58249.000 797,'21.000'-11.000'4,"-3.000"2.000"5,-6.000 1.000 5,-4.000 1.000 4,0.000 2.000 1,2.000 1.000-3,3.000 2.000-2,4.000 1.000-3,-1.000 1.000-1,0.000 0.000 0,-2.000 0.000 0,-2.000 0.000 0,0.000 0.000-1,0.000 0.000-5,0.000 0.000-3,0.000 0.000-4,0.000 0.000-2,2.000 0.000 2,2.000 0.000 1,1.000 0.000 1,0.000-1.000 1,-1.000-1.000-1,-3.000-2.000 0,0.000-1.000-1,-2.000 0.000 0,2.000 1.000 0,-1.000 2.000 0,-1.000 1.000-1,1.000 1.000 0,-3.000-3.000 0,-1.000 0.000-1,-1.000-2.000-1,0.000-1.000 0,0.000 3.000 2,4.000 1.000 2,-1.000 1.000 2,1.000 2.000 1,-4.000 4.000 3,-2.000 2.000 2,-4.000 3.000 2,-1.000 2.000 1,0.000 0.000-2,0.000 0.000-2,0.000 0.000-1,0.000 1.000-1,0.000 3.000-1,0.000 4.000 1,0.000 2.000-1,0.000 1.000-1,0.000 1.000 1,0.000 0.000 1,0.000-1.000-1,0.000 2.000 0,0.000 1.000-1,0.000 1.000-1,0.000 2.000 0,0.000 1.000-2,0.000 2.000 2,0.000 1.000-1,0.000 2.000 0,0.000 1.000 1,0.000 2.000 0,0.000 1.000 1,0.000 2.000 0,0.000 0.000 0,-3.000 0.000-2,0.000 1.000-1,-3.000-1.000-1,1.000 0.000-1,2.000-2.000 1,0.000-1.000 1,2.000-2.000 0,1.000-2.000 1,0.000-3.000-2,0.000-3.000 0,0.000-3.000-1,0.000-2.000-1,-3.000-2.000 2,-1.000-1.000 0,-1.000-1.000 1,-2.000-4.000-4,0.000-4.000-6,-3.000-4.000-8,-1.000-5.000-7,-1.000-3.000-3,0.000-4.000 3,0.000-2.000 3,1.000-3.000 2,-1.000-3.000 2,3.000-1.000 0,1.000-1.000 1,1.000-2.000 1,2.000 0.000 0,-2.000 1.000-2,1.000 2.000 0,1.000 1.000-1</inkml:trace>
</inkml:ink>
</file>

<file path=ppt/ink/ink75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5"/>
    </inkml:context>
    <inkml:brush xml:id="br0">
      <inkml:brushProperty name="width" value="0.0162497349083424" units="cm"/>
      <inkml:brushProperty name="height" value="0.0162497349083424" units="cm"/>
      <inkml:brushProperty name="color" value="#000000"/>
      <inkml:brushProperty name="ignorePressure" value="0"/>
    </inkml:brush>
  </inkml:definitions>
  <inkml:trace contextRef="#ctx0" brushRef="#br0">42343.000 58533.000 902,'33.000'0.000'49,"-4.000"0.000"-16,-4.000 0.000-18,-5.000 0.000-16,-4.000-1.000-8,0.000-1.000 2,-2.000-1.000 0,-2.000-3.000 2,1.000 0.000-5,1.000 1.000-14,2.000-1.000-12,0.000 0.000-14</inkml:trace>
</inkml:ink>
</file>

<file path=ppt/ink/ink75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5"/>
    </inkml:context>
    <inkml:brush xml:id="br0">
      <inkml:brushProperty name="width" value="0.015141811221838" units="cm"/>
      <inkml:brushProperty name="height" value="0.015141811221838" units="cm"/>
      <inkml:brushProperty name="color" value="#000000"/>
      <inkml:brushProperty name="ignorePressure" value="0"/>
    </inkml:brush>
  </inkml:definitions>
  <inkml:trace contextRef="#ctx0" brushRef="#br0">42367.000 58817.000 968,'-19.000'21.000'1,"8.000"-7.000"2,9.000-5.000 3,10.000-6.000 1,3.000-3.000 1,2.000-3.000-3,-2.000 0.000-3,1.000-3.000-3,0.000 1.000-1,0.000-1.000-1,0.000 0.000 0,-1.000 0.000 0,2.000 1.000 1,-2.000 1.000 0,1.000 2.000 2,0.000 1.000 2,0.000 1.000-1,-1.000 0.000-4,1.000 0.000-3,0.000 0.000-3,-1.000 1.000-4,-1.000 1.000-4,-2.000 2.000-4,-2.000 1.000-5,0.000 1.000-1,-3.000 3.000 2,0.000 0.000 2,-2.000 2.000 1</inkml:trace>
</inkml:ink>
</file>

<file path=ppt/ink/ink75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5"/>
    </inkml:context>
    <inkml:brush xml:id="br0">
      <inkml:brushProperty name="width" value="0.0210373234003782" units="cm"/>
      <inkml:brushProperty name="height" value="0.0210373234003782" units="cm"/>
      <inkml:brushProperty name="color" value="#000000"/>
      <inkml:brushProperty name="ignorePressure" value="0"/>
    </inkml:brush>
  </inkml:definitions>
  <inkml:trace contextRef="#ctx0" brushRef="#br0">41941.000 59456.000 697,'44.000'0.000'60,"-6.000"0.000"-12,-5.000 0.000-12,-6.000 0.000-12,-3.000-2.000-6,2.000-2.000-2,1.000-4.000 0,2.000-2.000-2,3.000-1.000-2,4.000 1.000 1,5.000 2.000-2,4.000 1.000 0,1.000 1.000-2,-1.000-2.000-4,-1.000-2.000-2,-2.000-1.000-3,1.000 0.000-1,0.000 1.000 2,2.000 2.000 0,2.000 1.000 1,0.000 1.000 1,0.000-2.000-3,0.000-2.000 0,1.000-1.000-2,-2.000 1.000-1,-3.000 2.000 1,-3.000 4.000 1,-3.000 2.000 1,-4.000 2.000-4,-2.000 0.000-8,-2.000 0.000-7,-4.000 0.000-7,-2.000 0.000-9,-2.000 0.000-10,-1.000 0.000-9,-2.000 0.000-9</inkml:trace>
</inkml:ink>
</file>

<file path=ppt/ink/ink75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6"/>
    </inkml:context>
    <inkml:brush xml:id="br0">
      <inkml:brushProperty name="width" value="0.018357839435339" units="cm"/>
      <inkml:brushProperty name="height" value="0.018357839435339" units="cm"/>
      <inkml:brushProperty name="color" value="#000000"/>
      <inkml:brushProperty name="ignorePressure" value="0"/>
    </inkml:brush>
  </inkml:definitions>
  <inkml:trace contextRef="#ctx0" brushRef="#br0">43360.000 57824.000 798,'0.000'-23.000'1,"0.000"1.000"-1,0.000 2.000 1,0.000 2.000 0,1.000 1.000 1,1.000 1.000-1,2.000 2.000 0,1.000 2.000-1,1.000 1.000 5,3.000 4.000 8,0.000 3.000 9,2.000 2.000 9,-1.000 4.000 0,-2.000 2.000-5,-4.000 3.000-6,-2.000 4.000-6,-1.000 1.000-4,1.000 2.000-2,1.000 2.000-1,3.000 1.000-2,-1.000 1.000-2,-2.000-1.000-4,0.000 1.000-2,-2.000 0.000-4,-1.000 0.000 0,0.000-1.000 1,0.000 1.000 1,0.000 0.000 2,-2.000 0.000-2,-2.000-1.000-5,-4.000 1.000-6,-2.000 0.000-5,-2.000-1.000-2,3.000 1.000 1,1.000 0.000 2,1.000 0.000 0,1.000-1.000 1,0.000 1.000 1,1.000 0.000 1,-1.000 0.000 1,-1.000-1.000 2,-1.000 1.000 1,-2.000 0.000 2,-1.000 0.000 2,0.000-1.000 0,-2.000 1.000 0,2.000 0.000 0,-1.000 0.000-1,0.000-1.000 2,0.000-2.000 4,0.000-1.000 2,1.000-1.000 4,-1.000-2.000 0,3.000-2.000 0,1.000 0.000-1,1.000-3.000-1,1.000 1.000-1,0.000 1.000 2,1.000 2.000 1,-1.000 1.000 1,2.000-2.000 0,5.000-4.000-1,4.000-4.000-2,4.000-5.000 0,4.000-2.000 0,1.000-2.000-1,1.000-2.000 1,2.000-1.000 1,1.000 0.000-1,-3.000 1.000 0,-1.000 2.000 0,-1.000 2.000 0,-1.000 0.000 0,0.000 0.000 1,-1.000 0.000 0,1.000 0.000 2,0.000 1.000 0,-1.000 1.000 2,1.000 2.000 1,0.000 1.000 0,0.000 2.000 3,0.000 1.000 3,-1.000 2.000 3,2.000 1.000 3,-3.000 2.000 0,-3.000 1.000-3,-2.000 1.000-3,-4.000 2.000-4,-1.000 1.000-1,0.000 0.000-2,0.000 0.000 0,0.000 0.000-1,-2.000 0.000 0,-2.000 2.000 0,-3.000 2.000 0,-3.000 1.000 2,-2.000 0.000-2,3.000 1.000-2,1.000 0.000-2,1.000 0.000-2,0.000-1.000-1,-1.000 1.000 1,-1.000 0.000 0,-3.000 0.000 0,2.000-1.000 1,0.000-2.000 0,2.000-1.000-1,1.000-1.000 0,1.000-1.000 0,0.000 2.000-2,0.000 2.000-1,1.000 1.000 0,-1.000 0.000-1,0.000-2.000 2,0.000-1.000 0,0.000-1.000 2,1.000-1.000-1,1.000 0.000-3,2.000 0.000-4,1.000-1.000-3,1.000 1.000 0,0.000 0.000 0,0.000 0.000 2,0.000 0.000 1,2.000-2.000 1,2.000-3.000 1,4.000-2.000 2,2.000-4.000 1,1.000 0.000 2,-2.000 1.000 6,-1.000 2.000 5,-1.000 1.000 4,-1.000 3.000 2,0.000 2.000-1,0.000 3.000-2,0.000 3.000-2,-2.000 3.000-2,1.000 1.000-1,-3.000 1.000-2,-2.000 2.000-2,0.000-1.000 0,0.000-2.000 0,0.000-4.000 0,0.000-3.000 1,0.000 0.000-1,-3.000 1.000-2,0.000 1.000-3,-2.000 2.000-2,0.000 0.000-2,1.000-1.000 1,1.000-2.000 1,3.000-2.000-1,-1.000 0.000 1,-1.000 0.000 1,-2.000 0.000 0,-1.000 0.000 1,-1.000 0.000 2,0.000-1.000 3,0.000 1.000 2,1.000 0.000 4,-1.000-1.000 0,0.000-1.000-1,0.000-2.000-1,0.000-2.000-1,1.000-2.000-2,1.000-5.000-2,2.000-4.000-3,1.000-4.000-2,2.000-4.000-4,1.000-1.000-1,2.000-1.000-4,1.000-2.000-2,1.000-1.000-2,0.000 0.000-2,0.000 0.000 0,0.000 1.000-1</inkml:trace>
</inkml:ink>
</file>

<file path=ppt/ink/ink75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6"/>
    </inkml:context>
    <inkml:brush xml:id="br0">
      <inkml:brushProperty name="width" value="0.0203883517533541" units="cm"/>
      <inkml:brushProperty name="height" value="0.0203883517533541" units="cm"/>
      <inkml:brushProperty name="color" value="#000000"/>
      <inkml:brushProperty name="ignorePressure" value="0"/>
    </inkml:brush>
  </inkml:definitions>
  <inkml:trace contextRef="#ctx0" brushRef="#br0">43667.000 58273.000 719,'-30.000'-12.000'20,"10.000"0.000"8,10.000 1.000 8,11.000-1.000 9,7.000 1.000 0,2.000 1.000-8,3.000 2.000-8,3.000 1.000-8,2.000 1.000-8,0.000-3.000-7,0.000 0.000-6,-1.000-2.000-8,2.000-1.000-2,1.000 0.000 2,1.000 0.000 1,2.000 0.000 3,0.000 1.000-2,-2.000-1.000-7,0.000 0.000-7,-3.000 0.000-6,0.000 1.000-3,0.000 1.000 0,-1.000 2.000 1,1.000 2.000-1,-2.000 0.000 3,-3.000 0.000 5,-2.000 0.000 4,-4.000 0.000 4,0.000 0.000 1,1.000 0.000-5,2.000 0.000-4,1.000 0.000-5</inkml:trace>
</inkml:ink>
</file>

<file path=ppt/ink/ink75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6"/>
    </inkml:context>
    <inkml:brush xml:id="br0">
      <inkml:brushProperty name="width" value="0.0188918225467205" units="cm"/>
      <inkml:brushProperty name="height" value="0.0188918225467205" units="cm"/>
      <inkml:brushProperty name="color" value="#000000"/>
      <inkml:brushProperty name="ignorePressure" value="0"/>
    </inkml:brush>
  </inkml:definitions>
  <inkml:trace contextRef="#ctx0" brushRef="#br0">43762.000 58580.000 776,'-14.000'25.000'-1,"-4.000"1.000"-2,-5.000 1.000-1,-5.000 2.000-2,2.000-2.000 3,5.000-7.000 7,6.000-5.000 7,6.000-6.000 7,4.000-5.000 7,5.000-5.000 5,0.000-4.000 6,5.000-5.000 5,2.000-3.000-3,1.000-4.000-13,2.000-2.000-12,1.000-3.000-14,2.000-2.000-8,0.000 1.000-1,2.000-1.000-2,3.000 0.000-1,-2.000 0.000-4,0.000-2.000-4,-1.000-1.000-4,-3.000-2.000-3,0.000 1.000-5,-1.000 3.000-2,1.000 3.000-3,0.000 2.000-4</inkml:trace>
</inkml:ink>
</file>

<file path=ppt/ink/ink75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7"/>
    </inkml:context>
    <inkml:brush xml:id="br0">
      <inkml:brushProperty name="width" value="0.0220871157944202" units="cm"/>
      <inkml:brushProperty name="height" value="0.0220871157944202" units="cm"/>
      <inkml:brushProperty name="color" value="#000000"/>
      <inkml:brushProperty name="ignorePressure" value="0"/>
    </inkml:brush>
  </inkml:definitions>
  <inkml:trace contextRef="#ctx0" brushRef="#br0">43691.000 57564.000 664,'1.000'53.000'0,"1.000"-9.000"2,1.000-11.000 2,3.000-10.000 1,-1.000-4.000 1,2.000 4.000 2,-1.000 2.000 1,-1.000 3.000 2,2.000 2.000 1,1.000 2.000-2,2.000 1.000 0,1.000 2.000-1,1.000 2.000 0,-1.000 3.000-1,1.000 3.000 0,0.000 2.000 0,1.000 4.000 0,1.000 3.000 0,1.000 3.000 0,2.000 2.000 0,0.000 2.000 2,-1.000-2.000 0,-2.000-2.000 2,-1.000-1.000 1,-2.000-1.000 0,1.000 0.000-1,0.000 1.000-1,0.000-1.000-1,1.000-1.000 0,0.000-1.000 0,3.000-1.000 0,1.000-2.000 2,1.000-3.000-2,0.000-4.000-1,-1.000-5.000-1,1.000-4.000-3,0.000-4.000 0,0.000 0.000-1,-1.000-2.000 0,1.000-2.000-1,-1.000-2.000 0,-2.000-3.000-2,-1.000-2.000-2,-1.000-4.000-2,-1.000-3.000 0,-1.000-2.000-1,1.000-4.000 0,0.000-2.000 1,-1.000-5.000-8,-1.000-3.000-16,-2.000-5.000-14,-1.000-5.000-15,-2.000-1.000-4,-2.000 2.000 11,0.000 1.000 8,-2.000 1.000 10,-1.000 1.000 5,0.000 0.000 1,0.000 1.000 2,0.000-1.000 0</inkml:trace>
</inkml:ink>
</file>

<file path=ppt/ink/ink75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7"/>
    </inkml:context>
    <inkml:brush xml:id="br0">
      <inkml:brushProperty name="width" value="0.0225805472582579" units="cm"/>
      <inkml:brushProperty name="height" value="0.0225805472582579" units="cm"/>
      <inkml:brushProperty name="color" value="#000000"/>
      <inkml:brushProperty name="ignorePressure" value="0"/>
    </inkml:brush>
  </inkml:definitions>
  <inkml:trace contextRef="#ctx0" brushRef="#br0">44235.000 58770.000 649,'-43.000'12.000'26,"9.000"-1.000"-1,9.000 1.000-4,9.000 0.000-2,4.000 0.000-1,3.000 0.000-1,1.000-1.000 0,1.000 1.000 0,1.000 0.000-1,-2.000 0.000-1,-2.000 0.000 0,-1.000 0.000-1,-2.000 0.000-1,-1.000 2.000 0,-2.000 2.000 0,0.000 1.000 0,-2.000 0.000-2,3.000 1.000 0,1.000 0.000 0,2.000 0.000-2,0.000-1.000-1,3.000 1.000-2,1.000 0.000-2,1.000 0.000-2,0.000-1.000 0,0.000-2.000 1,-4.000-1.000 1,1.000-1.000 1,-2.000-1.000-3,3.000-1.000-3,1.000 1.000-6,1.000 0.000-4,0.000-1.000-1,-1.000-1.000 2,-1.000-2.000 3,-3.000-1.000 2,0.000-2.000-1,-2.000 1.000-6,-1.000 0.000-6,-3.000 0.000-5,2.000-1.000-8,0.000-4.000-12,2.000-2.000-9,1.000-4.000-12</inkml:trace>
</inkml:ink>
</file>

<file path=ppt/ink/ink75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5-10-24T06:37:07"/>
    </inkml:context>
    <inkml:brush xml:id="br0">
      <inkml:brushProperty name="width" value="0.0172312818467617" units="cm"/>
      <inkml:brushProperty name="height" value="0.0172312818467617" units="cm"/>
      <inkml:brushProperty name="color" value="#000000"/>
      <inkml:brushProperty name="ignorePressure" value="0"/>
    </inkml:brush>
  </inkml:definitions>
  <inkml:trace contextRef="#ctx0" brushRef="#br0">43762.000 57256.000 851,'12.000'12.000'46,"3.000"0.000"-9,0.000 0.000-7,2.000-1.000-8,2.000 2.000-10,1.000 1.000-11,1.000 2.000-9,2.000 1.000-11,-1.000 0.000-9,-3.000 1.000-8,-2.000 0.000-8,-4.000-1.000-8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CDC6C9-9D92-41FB-8BD4-DFD80602EA97}" type="datetimeFigureOut">
              <a:rPr lang="zh-CN" altLang="en-US" smtClean="0"/>
            </a:fld>
            <a:endParaRPr lang="zh-CN" altLang="en-US"/>
          </a:p>
        </p:txBody>
      </p:sp>
      <p:sp>
        <p:nvSpPr>
          <p:cNvPr id="4" name="幻灯片图像占位符 3"/>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5343E-EB55-44AB-B167-DE05387A2A7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p:nvPr>
            <p:ph type="sldImg"/>
          </p:nvPr>
        </p:nvSpPr>
        <p:spPr/>
      </p:sp>
      <p:sp>
        <p:nvSpPr>
          <p:cNvPr id="3" name="备注占位符 2"/>
          <p:cNvSpPr/>
          <p:nvPr>
            <p:ph type="body" idx="1"/>
          </p:nvPr>
        </p:nvSpPr>
        <p:spPr/>
        <p:txBody>
          <a:bodyPr/>
          <a:lstStyle/>
          <a:p>
            <a:endParaRPr lang="zh-CN" altLang="en-US" dirty="0"/>
          </a:p>
        </p:txBody>
      </p:sp>
      <p:sp>
        <p:nvSpPr>
          <p:cNvPr id="4" name="灯片编号占位符 3"/>
          <p:cNvSpPr/>
          <p:nvPr>
            <p:ph type="sldNum" sz="quarter" idx="5"/>
          </p:nvPr>
        </p:nvSpPr>
        <p:spPr/>
        <p:txBody>
          <a:bodyPr/>
          <a:lstStyle/>
          <a:p>
            <a:fld id="{B115343E-EB55-44AB-B167-DE05387A2A7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Rectangle 7"/>
          <p:cNvSpPr/>
          <p:nvPr>
            <p:ph type="dt" sz="half" idx="10"/>
          </p:nvPr>
        </p:nvSpPr>
        <p:spPr/>
        <p:txBody>
          <a:bodyPr/>
          <a:lstStyle>
            <a:lvl1pPr>
              <a:defRPr/>
            </a:lvl1pPr>
          </a:lstStyle>
          <a:p>
            <a:fld id="{CE8E330D-2631-4B76-AB64-4E7A54599C96}" type="datetimeFigureOut">
              <a:rPr lang="zh-CN" altLang="en-US" smtClean="0"/>
            </a:fld>
            <a:endParaRPr lang="zh-CN" altLang="en-US"/>
          </a:p>
        </p:txBody>
      </p:sp>
      <p:sp>
        <p:nvSpPr>
          <p:cNvPr id="5" name="Rectangle 8"/>
          <p:cNvSpPr/>
          <p:nvPr>
            <p:ph type="ftr" sz="quarter" idx="11"/>
          </p:nvPr>
        </p:nvSpPr>
        <p:spPr/>
        <p:txBody>
          <a:bodyPr/>
          <a:lstStyle>
            <a:lvl1pPr>
              <a:defRPr/>
            </a:lvl1pPr>
          </a:lstStyle>
          <a:p>
            <a:endParaRPr lang="zh-CN" altLang="en-US"/>
          </a:p>
        </p:txBody>
      </p:sp>
      <p:sp>
        <p:nvSpPr>
          <p:cNvPr id="6" name="Rectangle 9"/>
          <p:cNvSpPr/>
          <p:nvPr>
            <p:ph type="sldNum" sz="quarter" idx="12"/>
          </p:nvPr>
        </p:nvSpPr>
        <p:spPr/>
        <p:txBody>
          <a:bodyPr/>
          <a:lstStyle>
            <a:lvl1pPr>
              <a:defRPr/>
            </a:lvl1pPr>
          </a:lstStyle>
          <a:p>
            <a:fld id="{0F509E8C-1210-43E8-8D63-AAF7F3A17523}"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a:t>单击此处编辑母版标题样式</a:t>
            </a:r>
            <a:endParaRPr lang="zh-CN" altLang="en-US"/>
          </a:p>
        </p:txBody>
      </p:sp>
      <p:sp>
        <p:nvSpPr>
          <p:cNvPr id="3" name="内容占位符 2"/>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7"/>
          <p:cNvSpPr/>
          <p:nvPr>
            <p:ph type="dt" sz="half" idx="10"/>
          </p:nvPr>
        </p:nvSpPr>
        <p:spPr/>
        <p:txBody>
          <a:bodyPr/>
          <a:lstStyle>
            <a:lvl1pPr>
              <a:defRPr/>
            </a:lvl1pPr>
          </a:lstStyle>
          <a:p>
            <a:fld id="{CE8E330D-2631-4B76-AB64-4E7A54599C96}" type="datetimeFigureOut">
              <a:rPr lang="zh-CN" altLang="en-US" smtClean="0"/>
            </a:fld>
            <a:endParaRPr lang="zh-CN" altLang="en-US"/>
          </a:p>
        </p:txBody>
      </p:sp>
      <p:sp>
        <p:nvSpPr>
          <p:cNvPr id="5" name="Rectangle 8"/>
          <p:cNvSpPr/>
          <p:nvPr>
            <p:ph type="ftr" sz="quarter" idx="11"/>
          </p:nvPr>
        </p:nvSpPr>
        <p:spPr/>
        <p:txBody>
          <a:bodyPr/>
          <a:lstStyle>
            <a:lvl1pPr>
              <a:defRPr/>
            </a:lvl1pPr>
          </a:lstStyle>
          <a:p>
            <a:endParaRPr lang="zh-CN" altLang="en-US"/>
          </a:p>
        </p:txBody>
      </p:sp>
      <p:sp>
        <p:nvSpPr>
          <p:cNvPr id="6" name="Rectangle 9"/>
          <p:cNvSpPr/>
          <p:nvPr>
            <p:ph type="sldNum" sz="quarter" idx="12"/>
          </p:nvPr>
        </p:nvSpPr>
        <p:spPr/>
        <p:txBody>
          <a:bodyPr/>
          <a:lstStyle>
            <a:lvl1pPr>
              <a:defRPr/>
            </a:lvl1pPr>
          </a:lstStyle>
          <a:p>
            <a:fld id="{0F509E8C-1210-43E8-8D63-AAF7F3A17523}"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p:nvPr>
            <p:ph type="title"/>
          </p:nvPr>
        </p:nvSpPr>
        <p:spPr>
          <a:xfrm>
            <a:off x="623888" y="1709738"/>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
        <p:nvSpPr>
          <p:cNvPr id="4" name="Rectangle 7"/>
          <p:cNvSpPr/>
          <p:nvPr>
            <p:ph type="dt" sz="half" idx="10"/>
          </p:nvPr>
        </p:nvSpPr>
        <p:spPr/>
        <p:txBody>
          <a:bodyPr/>
          <a:lstStyle>
            <a:lvl1pPr>
              <a:defRPr/>
            </a:lvl1pPr>
          </a:lstStyle>
          <a:p>
            <a:fld id="{CE8E330D-2631-4B76-AB64-4E7A54599C96}" type="datetimeFigureOut">
              <a:rPr lang="zh-CN" altLang="en-US" smtClean="0"/>
            </a:fld>
            <a:endParaRPr lang="zh-CN" altLang="en-US"/>
          </a:p>
        </p:txBody>
      </p:sp>
      <p:sp>
        <p:nvSpPr>
          <p:cNvPr id="5" name="Rectangle 8"/>
          <p:cNvSpPr/>
          <p:nvPr>
            <p:ph type="ftr" sz="quarter" idx="11"/>
          </p:nvPr>
        </p:nvSpPr>
        <p:spPr/>
        <p:txBody>
          <a:bodyPr/>
          <a:lstStyle>
            <a:lvl1pPr>
              <a:defRPr/>
            </a:lvl1pPr>
          </a:lstStyle>
          <a:p>
            <a:endParaRPr lang="zh-CN" altLang="en-US"/>
          </a:p>
        </p:txBody>
      </p:sp>
      <p:sp>
        <p:nvSpPr>
          <p:cNvPr id="6" name="Rectangle 9"/>
          <p:cNvSpPr/>
          <p:nvPr>
            <p:ph type="sldNum" sz="quarter" idx="12"/>
          </p:nvPr>
        </p:nvSpPr>
        <p:spPr/>
        <p:txBody>
          <a:bodyPr/>
          <a:lstStyle>
            <a:lvl1pPr>
              <a:defRPr/>
            </a:lvl1pPr>
          </a:lstStyle>
          <a:p>
            <a:fld id="{0F509E8C-1210-43E8-8D63-AAF7F3A17523}"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a:t>单击此处编辑母版标题样式</a:t>
            </a:r>
            <a:endParaRPr lang="zh-CN" altLang="en-US"/>
          </a:p>
        </p:txBody>
      </p:sp>
      <p:sp>
        <p:nvSpPr>
          <p:cNvPr id="3" name="内容占位符 2"/>
          <p:cNvSpPr/>
          <p:nvPr>
            <p:ph sz="half" idx="1"/>
          </p:nvPr>
        </p:nvSpPr>
        <p:spPr>
          <a:xfrm>
            <a:off x="457200" y="1600200"/>
            <a:ext cx="40386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p:nvPr>
            <p:ph sz="half" idx="2"/>
          </p:nvPr>
        </p:nvSpPr>
        <p:spPr>
          <a:xfrm>
            <a:off x="4648200" y="1600200"/>
            <a:ext cx="40386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7"/>
          <p:cNvSpPr/>
          <p:nvPr>
            <p:ph type="dt" sz="half" idx="10"/>
          </p:nvPr>
        </p:nvSpPr>
        <p:spPr/>
        <p:txBody>
          <a:bodyPr/>
          <a:lstStyle>
            <a:lvl1pPr>
              <a:defRPr/>
            </a:lvl1pPr>
          </a:lstStyle>
          <a:p>
            <a:fld id="{CE8E330D-2631-4B76-AB64-4E7A54599C96}" type="datetimeFigureOut">
              <a:rPr lang="zh-CN" altLang="en-US" smtClean="0"/>
            </a:fld>
            <a:endParaRPr lang="zh-CN" altLang="en-US"/>
          </a:p>
        </p:txBody>
      </p:sp>
      <p:sp>
        <p:nvSpPr>
          <p:cNvPr id="6" name="Rectangle 8"/>
          <p:cNvSpPr/>
          <p:nvPr>
            <p:ph type="ftr" sz="quarter" idx="11"/>
          </p:nvPr>
        </p:nvSpPr>
        <p:spPr/>
        <p:txBody>
          <a:bodyPr/>
          <a:lstStyle>
            <a:lvl1pPr>
              <a:defRPr/>
            </a:lvl1pPr>
          </a:lstStyle>
          <a:p>
            <a:endParaRPr lang="zh-CN" altLang="en-US"/>
          </a:p>
        </p:txBody>
      </p:sp>
      <p:sp>
        <p:nvSpPr>
          <p:cNvPr id="7" name="Rectangle 9"/>
          <p:cNvSpPr/>
          <p:nvPr>
            <p:ph type="sldNum" sz="quarter" idx="12"/>
          </p:nvPr>
        </p:nvSpPr>
        <p:spPr/>
        <p:txBody>
          <a:bodyPr/>
          <a:lstStyle>
            <a:lvl1pPr>
              <a:defRPr/>
            </a:lvl1pPr>
          </a:lstStyle>
          <a:p>
            <a:fld id="{0F509E8C-1210-43E8-8D63-AAF7F3A17523}"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p:nvPr>
            <p:ph sz="half" idx="2"/>
          </p:nvPr>
        </p:nvSpPr>
        <p:spPr>
          <a:xfrm>
            <a:off x="630238" y="2505075"/>
            <a:ext cx="386873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p:nvPr>
            <p:ph sz="quarter" idx="4"/>
          </p:nvPr>
        </p:nvSpPr>
        <p:spPr>
          <a:xfrm>
            <a:off x="4629150" y="2505075"/>
            <a:ext cx="38877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7"/>
          <p:cNvSpPr/>
          <p:nvPr>
            <p:ph type="dt" sz="half" idx="10"/>
          </p:nvPr>
        </p:nvSpPr>
        <p:spPr/>
        <p:txBody>
          <a:bodyPr/>
          <a:lstStyle>
            <a:lvl1pPr>
              <a:defRPr/>
            </a:lvl1pPr>
          </a:lstStyle>
          <a:p>
            <a:fld id="{CE8E330D-2631-4B76-AB64-4E7A54599C96}" type="datetimeFigureOut">
              <a:rPr lang="zh-CN" altLang="en-US" smtClean="0"/>
            </a:fld>
            <a:endParaRPr lang="zh-CN" altLang="en-US"/>
          </a:p>
        </p:txBody>
      </p:sp>
      <p:sp>
        <p:nvSpPr>
          <p:cNvPr id="8" name="Rectangle 8"/>
          <p:cNvSpPr/>
          <p:nvPr>
            <p:ph type="ftr" sz="quarter" idx="11"/>
          </p:nvPr>
        </p:nvSpPr>
        <p:spPr/>
        <p:txBody>
          <a:bodyPr/>
          <a:lstStyle>
            <a:lvl1pPr>
              <a:defRPr/>
            </a:lvl1pPr>
          </a:lstStyle>
          <a:p>
            <a:endParaRPr lang="zh-CN" altLang="en-US"/>
          </a:p>
        </p:txBody>
      </p:sp>
      <p:sp>
        <p:nvSpPr>
          <p:cNvPr id="9" name="Rectangle 9"/>
          <p:cNvSpPr/>
          <p:nvPr>
            <p:ph type="sldNum" sz="quarter" idx="12"/>
          </p:nvPr>
        </p:nvSpPr>
        <p:spPr/>
        <p:txBody>
          <a:bodyPr/>
          <a:lstStyle>
            <a:lvl1pPr>
              <a:defRPr/>
            </a:lvl1pPr>
          </a:lstStyle>
          <a:p>
            <a:fld id="{0F509E8C-1210-43E8-8D63-AAF7F3A17523}"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a:t>单击此处编辑母版标题样式</a:t>
            </a:r>
            <a:endParaRPr lang="zh-CN" altLang="en-US"/>
          </a:p>
        </p:txBody>
      </p:sp>
      <p:sp>
        <p:nvSpPr>
          <p:cNvPr id="3" name="Rectangle 7"/>
          <p:cNvSpPr/>
          <p:nvPr>
            <p:ph type="dt" sz="half" idx="10"/>
          </p:nvPr>
        </p:nvSpPr>
        <p:spPr/>
        <p:txBody>
          <a:bodyPr/>
          <a:lstStyle>
            <a:lvl1pPr>
              <a:defRPr/>
            </a:lvl1pPr>
          </a:lstStyle>
          <a:p>
            <a:fld id="{CE8E330D-2631-4B76-AB64-4E7A54599C96}" type="datetimeFigureOut">
              <a:rPr lang="zh-CN" altLang="en-US" smtClean="0"/>
            </a:fld>
            <a:endParaRPr lang="zh-CN" altLang="en-US"/>
          </a:p>
        </p:txBody>
      </p:sp>
      <p:sp>
        <p:nvSpPr>
          <p:cNvPr id="4" name="Rectangle 8"/>
          <p:cNvSpPr/>
          <p:nvPr>
            <p:ph type="ftr" sz="quarter" idx="11"/>
          </p:nvPr>
        </p:nvSpPr>
        <p:spPr/>
        <p:txBody>
          <a:bodyPr/>
          <a:lstStyle>
            <a:lvl1pPr>
              <a:defRPr/>
            </a:lvl1pPr>
          </a:lstStyle>
          <a:p>
            <a:endParaRPr lang="zh-CN" altLang="en-US"/>
          </a:p>
        </p:txBody>
      </p:sp>
      <p:sp>
        <p:nvSpPr>
          <p:cNvPr id="5" name="Rectangle 9"/>
          <p:cNvSpPr/>
          <p:nvPr>
            <p:ph type="sldNum" sz="quarter" idx="12"/>
          </p:nvPr>
        </p:nvSpPr>
        <p:spPr/>
        <p:txBody>
          <a:bodyPr/>
          <a:lstStyle>
            <a:lvl1pPr>
              <a:defRPr/>
            </a:lvl1pPr>
          </a:lstStyle>
          <a:p>
            <a:fld id="{0F509E8C-1210-43E8-8D63-AAF7F3A17523}"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
          <p:cNvSpPr/>
          <p:nvPr>
            <p:ph type="dt" sz="half" idx="10"/>
          </p:nvPr>
        </p:nvSpPr>
        <p:spPr/>
        <p:txBody>
          <a:bodyPr/>
          <a:lstStyle>
            <a:lvl1pPr>
              <a:defRPr/>
            </a:lvl1pPr>
          </a:lstStyle>
          <a:p>
            <a:fld id="{CE8E330D-2631-4B76-AB64-4E7A54599C96}" type="datetimeFigureOut">
              <a:rPr lang="zh-CN" altLang="en-US" smtClean="0"/>
            </a:fld>
            <a:endParaRPr lang="zh-CN" altLang="en-US"/>
          </a:p>
        </p:txBody>
      </p:sp>
      <p:sp>
        <p:nvSpPr>
          <p:cNvPr id="3" name="Rectangle 8"/>
          <p:cNvSpPr/>
          <p:nvPr>
            <p:ph type="ftr" sz="quarter" idx="11"/>
          </p:nvPr>
        </p:nvSpPr>
        <p:spPr/>
        <p:txBody>
          <a:bodyPr/>
          <a:lstStyle>
            <a:lvl1pPr>
              <a:defRPr/>
            </a:lvl1pPr>
          </a:lstStyle>
          <a:p>
            <a:endParaRPr lang="zh-CN" altLang="en-US"/>
          </a:p>
        </p:txBody>
      </p:sp>
      <p:sp>
        <p:nvSpPr>
          <p:cNvPr id="4" name="Rectangle 9"/>
          <p:cNvSpPr/>
          <p:nvPr>
            <p:ph type="sldNum" sz="quarter" idx="12"/>
          </p:nvPr>
        </p:nvSpPr>
        <p:spPr/>
        <p:txBody>
          <a:bodyPr/>
          <a:lstStyle>
            <a:lvl1pPr>
              <a:defRPr/>
            </a:lvl1pPr>
          </a:lstStyle>
          <a:p>
            <a:fld id="{0F509E8C-1210-43E8-8D63-AAF7F3A17523}"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内容占位符 2"/>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Rectangle 7"/>
          <p:cNvSpPr/>
          <p:nvPr>
            <p:ph type="dt" sz="half" idx="10"/>
          </p:nvPr>
        </p:nvSpPr>
        <p:spPr/>
        <p:txBody>
          <a:bodyPr/>
          <a:lstStyle>
            <a:lvl1pPr>
              <a:defRPr/>
            </a:lvl1pPr>
          </a:lstStyle>
          <a:p>
            <a:fld id="{CE8E330D-2631-4B76-AB64-4E7A54599C96}" type="datetimeFigureOut">
              <a:rPr lang="zh-CN" altLang="en-US" smtClean="0"/>
            </a:fld>
            <a:endParaRPr lang="zh-CN" altLang="en-US"/>
          </a:p>
        </p:txBody>
      </p:sp>
      <p:sp>
        <p:nvSpPr>
          <p:cNvPr id="6" name="Rectangle 8"/>
          <p:cNvSpPr/>
          <p:nvPr>
            <p:ph type="ftr" sz="quarter" idx="11"/>
          </p:nvPr>
        </p:nvSpPr>
        <p:spPr/>
        <p:txBody>
          <a:bodyPr/>
          <a:lstStyle>
            <a:lvl1pPr>
              <a:defRPr/>
            </a:lvl1pPr>
          </a:lstStyle>
          <a:p>
            <a:endParaRPr lang="zh-CN" altLang="en-US"/>
          </a:p>
        </p:txBody>
      </p:sp>
      <p:sp>
        <p:nvSpPr>
          <p:cNvPr id="7" name="Rectangle 9"/>
          <p:cNvSpPr/>
          <p:nvPr>
            <p:ph type="sldNum" sz="quarter" idx="12"/>
          </p:nvPr>
        </p:nvSpPr>
        <p:spPr/>
        <p:txBody>
          <a:bodyPr/>
          <a:lstStyle>
            <a:lvl1pPr>
              <a:defRPr/>
            </a:lvl1pPr>
          </a:lstStyle>
          <a:p>
            <a:fld id="{0F509E8C-1210-43E8-8D63-AAF7F3A17523}"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图片占位符 2"/>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Rectangle 7"/>
          <p:cNvSpPr/>
          <p:nvPr>
            <p:ph type="dt" sz="half" idx="10"/>
          </p:nvPr>
        </p:nvSpPr>
        <p:spPr/>
        <p:txBody>
          <a:bodyPr/>
          <a:lstStyle>
            <a:lvl1pPr>
              <a:defRPr/>
            </a:lvl1pPr>
          </a:lstStyle>
          <a:p>
            <a:fld id="{CE8E330D-2631-4B76-AB64-4E7A54599C96}" type="datetimeFigureOut">
              <a:rPr lang="zh-CN" altLang="en-US" smtClean="0"/>
            </a:fld>
            <a:endParaRPr lang="zh-CN" altLang="en-US"/>
          </a:p>
        </p:txBody>
      </p:sp>
      <p:sp>
        <p:nvSpPr>
          <p:cNvPr id="6" name="Rectangle 8"/>
          <p:cNvSpPr/>
          <p:nvPr>
            <p:ph type="ftr" sz="quarter" idx="11"/>
          </p:nvPr>
        </p:nvSpPr>
        <p:spPr/>
        <p:txBody>
          <a:bodyPr/>
          <a:lstStyle>
            <a:lvl1pPr>
              <a:defRPr/>
            </a:lvl1pPr>
          </a:lstStyle>
          <a:p>
            <a:endParaRPr lang="zh-CN" altLang="en-US"/>
          </a:p>
        </p:txBody>
      </p:sp>
      <p:sp>
        <p:nvSpPr>
          <p:cNvPr id="7" name="Rectangle 9"/>
          <p:cNvSpPr/>
          <p:nvPr>
            <p:ph type="sldNum" sz="quarter" idx="12"/>
          </p:nvPr>
        </p:nvSpPr>
        <p:spPr/>
        <p:txBody>
          <a:bodyPr/>
          <a:lstStyle>
            <a:lvl1pPr>
              <a:defRPr/>
            </a:lvl1pPr>
          </a:lstStyle>
          <a:p>
            <a:fld id="{0F509E8C-1210-43E8-8D63-AAF7F3A17523}"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a:t>单击此处编辑母版标题样式</a:t>
            </a:r>
            <a:endParaRPr lang="zh-CN" altLang="en-US"/>
          </a:p>
        </p:txBody>
      </p:sp>
      <p:sp>
        <p:nvSpPr>
          <p:cNvPr id="3" name="竖排文字占位符 2"/>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7"/>
          <p:cNvSpPr/>
          <p:nvPr>
            <p:ph type="dt" sz="half" idx="10"/>
          </p:nvPr>
        </p:nvSpPr>
        <p:spPr/>
        <p:txBody>
          <a:bodyPr/>
          <a:lstStyle>
            <a:lvl1pPr>
              <a:defRPr/>
            </a:lvl1pPr>
          </a:lstStyle>
          <a:p>
            <a:fld id="{CE8E330D-2631-4B76-AB64-4E7A54599C96}" type="datetimeFigureOut">
              <a:rPr lang="zh-CN" altLang="en-US" smtClean="0"/>
            </a:fld>
            <a:endParaRPr lang="zh-CN" altLang="en-US"/>
          </a:p>
        </p:txBody>
      </p:sp>
      <p:sp>
        <p:nvSpPr>
          <p:cNvPr id="5" name="Rectangle 8"/>
          <p:cNvSpPr/>
          <p:nvPr>
            <p:ph type="ftr" sz="quarter" idx="11"/>
          </p:nvPr>
        </p:nvSpPr>
        <p:spPr/>
        <p:txBody>
          <a:bodyPr/>
          <a:lstStyle>
            <a:lvl1pPr>
              <a:defRPr/>
            </a:lvl1pPr>
          </a:lstStyle>
          <a:p>
            <a:endParaRPr lang="zh-CN" altLang="en-US"/>
          </a:p>
        </p:txBody>
      </p:sp>
      <p:sp>
        <p:nvSpPr>
          <p:cNvPr id="6" name="Rectangle 9"/>
          <p:cNvSpPr/>
          <p:nvPr>
            <p:ph type="sldNum" sz="quarter" idx="12"/>
          </p:nvPr>
        </p:nvSpPr>
        <p:spPr/>
        <p:txBody>
          <a:bodyPr/>
          <a:lstStyle>
            <a:lvl1pPr>
              <a:defRPr/>
            </a:lvl1pPr>
          </a:lstStyle>
          <a:p>
            <a:fld id="{0F509E8C-1210-43E8-8D63-AAF7F3A17523}"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7"/>
          <p:cNvSpPr/>
          <p:nvPr>
            <p:ph type="dt" sz="half" idx="10"/>
          </p:nvPr>
        </p:nvSpPr>
        <p:spPr/>
        <p:txBody>
          <a:bodyPr/>
          <a:lstStyle>
            <a:lvl1pPr>
              <a:defRPr/>
            </a:lvl1pPr>
          </a:lstStyle>
          <a:p>
            <a:fld id="{CE8E330D-2631-4B76-AB64-4E7A54599C96}" type="datetimeFigureOut">
              <a:rPr lang="zh-CN" altLang="en-US" smtClean="0"/>
            </a:fld>
            <a:endParaRPr lang="zh-CN" altLang="en-US"/>
          </a:p>
        </p:txBody>
      </p:sp>
      <p:sp>
        <p:nvSpPr>
          <p:cNvPr id="5" name="Rectangle 8"/>
          <p:cNvSpPr/>
          <p:nvPr>
            <p:ph type="ftr" sz="quarter" idx="11"/>
          </p:nvPr>
        </p:nvSpPr>
        <p:spPr/>
        <p:txBody>
          <a:bodyPr/>
          <a:lstStyle>
            <a:lvl1pPr>
              <a:defRPr/>
            </a:lvl1pPr>
          </a:lstStyle>
          <a:p>
            <a:endParaRPr lang="zh-CN" altLang="en-US"/>
          </a:p>
        </p:txBody>
      </p:sp>
      <p:sp>
        <p:nvSpPr>
          <p:cNvPr id="6" name="Rectangle 9"/>
          <p:cNvSpPr/>
          <p:nvPr>
            <p:ph type="sldNum" sz="quarter" idx="12"/>
          </p:nvPr>
        </p:nvSpPr>
        <p:spPr/>
        <p:txBody>
          <a:bodyPr/>
          <a:lstStyle>
            <a:lvl1pPr>
              <a:defRPr/>
            </a:lvl1pPr>
          </a:lstStyle>
          <a:p>
            <a:fld id="{0F509E8C-1210-43E8-8D63-AAF7F3A17523}"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Rectangle 7"/>
          <p:cNvSpPr/>
          <p:nvPr>
            <p:ph type="dt" sz="half" idx="10"/>
          </p:nvPr>
        </p:nvSpPr>
        <p:spPr/>
        <p:txBody>
          <a:bodyPr/>
          <a:lstStyle>
            <a:lvl1pPr>
              <a:defRPr/>
            </a:lvl1pPr>
          </a:lstStyle>
          <a:p>
            <a:pPr>
              <a:defRPr/>
            </a:pPr>
            <a:fld id="{457A8DA8-B118-462F-89E8-5F42D6B30CF2}" type="datetime4">
              <a:rPr lang="en-US" altLang="zh-CN"/>
            </a:fld>
            <a:endParaRPr lang="en-US" altLang="zh-CN"/>
          </a:p>
        </p:txBody>
      </p:sp>
      <p:sp>
        <p:nvSpPr>
          <p:cNvPr id="5" name="Rectangle 8"/>
          <p:cNvSpPr/>
          <p:nvPr>
            <p:ph type="ftr" sz="quarter" idx="11"/>
          </p:nvPr>
        </p:nvSpPr>
        <p:spPr/>
        <p:txBody>
          <a:bodyPr/>
          <a:lstStyle>
            <a:lvl1pPr>
              <a:defRPr/>
            </a:lvl1pPr>
          </a:lstStyle>
          <a:p>
            <a:pPr>
              <a:defRPr/>
            </a:pPr>
            <a:endParaRPr lang="en-US" altLang="zh-CN"/>
          </a:p>
        </p:txBody>
      </p:sp>
      <p:sp>
        <p:nvSpPr>
          <p:cNvPr id="6" name="Rectangle 9"/>
          <p:cNvSpPr/>
          <p:nvPr>
            <p:ph type="sldNum" sz="quarter" idx="12"/>
          </p:nvPr>
        </p:nvSpPr>
        <p:spPr/>
        <p:txBody>
          <a:bodyPr/>
          <a:lstStyle>
            <a:lvl1pPr>
              <a:defRPr/>
            </a:lvl1pPr>
          </a:lstStyle>
          <a:p>
            <a:pPr>
              <a:defRPr/>
            </a:pPr>
            <a:fld id="{AF270217-50B2-43FD-9235-46F21B72C0C6}" type="slidenum">
              <a:rPr lang="en-US" altLang="zh-CN"/>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a:t>单击此处编辑母版标题样式</a:t>
            </a:r>
            <a:endParaRPr lang="zh-CN" altLang="en-US"/>
          </a:p>
        </p:txBody>
      </p:sp>
      <p:sp>
        <p:nvSpPr>
          <p:cNvPr id="3" name="内容占位符 2"/>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7"/>
          <p:cNvSpPr/>
          <p:nvPr>
            <p:ph type="dt" sz="half" idx="10"/>
          </p:nvPr>
        </p:nvSpPr>
        <p:spPr/>
        <p:txBody>
          <a:bodyPr/>
          <a:lstStyle>
            <a:lvl1pPr>
              <a:defRPr/>
            </a:lvl1pPr>
          </a:lstStyle>
          <a:p>
            <a:pPr>
              <a:defRPr/>
            </a:pPr>
            <a:fld id="{E33322BA-9253-4181-8398-5141A0849BC5}" type="datetime4">
              <a:rPr lang="en-US" altLang="zh-CN"/>
            </a:fld>
            <a:endParaRPr lang="en-US" altLang="zh-CN"/>
          </a:p>
        </p:txBody>
      </p:sp>
      <p:sp>
        <p:nvSpPr>
          <p:cNvPr id="5" name="Rectangle 8"/>
          <p:cNvSpPr/>
          <p:nvPr>
            <p:ph type="ftr" sz="quarter" idx="11"/>
          </p:nvPr>
        </p:nvSpPr>
        <p:spPr/>
        <p:txBody>
          <a:bodyPr/>
          <a:lstStyle>
            <a:lvl1pPr>
              <a:defRPr/>
            </a:lvl1pPr>
          </a:lstStyle>
          <a:p>
            <a:pPr>
              <a:defRPr/>
            </a:pPr>
            <a:endParaRPr lang="en-US" altLang="zh-CN"/>
          </a:p>
        </p:txBody>
      </p:sp>
      <p:sp>
        <p:nvSpPr>
          <p:cNvPr id="6" name="Rectangle 9"/>
          <p:cNvSpPr/>
          <p:nvPr>
            <p:ph type="sldNum" sz="quarter" idx="12"/>
          </p:nvPr>
        </p:nvSpPr>
        <p:spPr/>
        <p:txBody>
          <a:bodyPr/>
          <a:lstStyle>
            <a:lvl1pPr>
              <a:defRPr/>
            </a:lvl1pPr>
          </a:lstStyle>
          <a:p>
            <a:pPr>
              <a:defRPr/>
            </a:pPr>
            <a:fld id="{DDC1B46B-B543-42FF-A799-9C174EC3B7DE}" type="slidenum">
              <a:rPr lang="en-US" altLang="zh-CN"/>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p:nvPr>
            <p:ph type="title"/>
          </p:nvPr>
        </p:nvSpPr>
        <p:spPr>
          <a:xfrm>
            <a:off x="623888" y="1709738"/>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
        <p:nvSpPr>
          <p:cNvPr id="4" name="Rectangle 7"/>
          <p:cNvSpPr/>
          <p:nvPr>
            <p:ph type="dt" sz="half" idx="10"/>
          </p:nvPr>
        </p:nvSpPr>
        <p:spPr/>
        <p:txBody>
          <a:bodyPr/>
          <a:lstStyle>
            <a:lvl1pPr>
              <a:defRPr/>
            </a:lvl1pPr>
          </a:lstStyle>
          <a:p>
            <a:pPr>
              <a:defRPr/>
            </a:pPr>
            <a:fld id="{5581E257-F23C-4649-AD10-0A75009DC855}" type="datetime4">
              <a:rPr lang="en-US" altLang="zh-CN"/>
            </a:fld>
            <a:endParaRPr lang="en-US" altLang="zh-CN"/>
          </a:p>
        </p:txBody>
      </p:sp>
      <p:sp>
        <p:nvSpPr>
          <p:cNvPr id="5" name="Rectangle 8"/>
          <p:cNvSpPr/>
          <p:nvPr>
            <p:ph type="ftr" sz="quarter" idx="11"/>
          </p:nvPr>
        </p:nvSpPr>
        <p:spPr/>
        <p:txBody>
          <a:bodyPr/>
          <a:lstStyle>
            <a:lvl1pPr>
              <a:defRPr/>
            </a:lvl1pPr>
          </a:lstStyle>
          <a:p>
            <a:pPr>
              <a:defRPr/>
            </a:pPr>
            <a:endParaRPr lang="en-US" altLang="zh-CN"/>
          </a:p>
        </p:txBody>
      </p:sp>
      <p:sp>
        <p:nvSpPr>
          <p:cNvPr id="6" name="Rectangle 9"/>
          <p:cNvSpPr/>
          <p:nvPr>
            <p:ph type="sldNum" sz="quarter" idx="12"/>
          </p:nvPr>
        </p:nvSpPr>
        <p:spPr/>
        <p:txBody>
          <a:bodyPr/>
          <a:lstStyle>
            <a:lvl1pPr>
              <a:defRPr/>
            </a:lvl1pPr>
          </a:lstStyle>
          <a:p>
            <a:pPr>
              <a:defRPr/>
            </a:pPr>
            <a:fld id="{DF1CB31A-5093-4A7F-A8DD-5D60689B7556}" type="slidenum">
              <a:rPr lang="en-US" altLang="zh-CN"/>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a:t>单击此处编辑母版标题样式</a:t>
            </a:r>
            <a:endParaRPr lang="zh-CN" altLang="en-US"/>
          </a:p>
        </p:txBody>
      </p:sp>
      <p:sp>
        <p:nvSpPr>
          <p:cNvPr id="3" name="内容占位符 2"/>
          <p:cNvSpPr/>
          <p:nvPr>
            <p:ph sz="half" idx="1"/>
          </p:nvPr>
        </p:nvSpPr>
        <p:spPr>
          <a:xfrm>
            <a:off x="457200" y="1600200"/>
            <a:ext cx="40386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p:nvPr>
            <p:ph sz="half" idx="2"/>
          </p:nvPr>
        </p:nvSpPr>
        <p:spPr>
          <a:xfrm>
            <a:off x="4648200" y="1600200"/>
            <a:ext cx="40386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7"/>
          <p:cNvSpPr/>
          <p:nvPr>
            <p:ph type="dt" sz="half" idx="10"/>
          </p:nvPr>
        </p:nvSpPr>
        <p:spPr/>
        <p:txBody>
          <a:bodyPr/>
          <a:lstStyle>
            <a:lvl1pPr>
              <a:defRPr/>
            </a:lvl1pPr>
          </a:lstStyle>
          <a:p>
            <a:pPr>
              <a:defRPr/>
            </a:pPr>
            <a:fld id="{8A432A51-48D6-4A11-9E3C-733DD6B682BA}" type="datetime4">
              <a:rPr lang="en-US" altLang="zh-CN"/>
            </a:fld>
            <a:endParaRPr lang="en-US" altLang="zh-CN"/>
          </a:p>
        </p:txBody>
      </p:sp>
      <p:sp>
        <p:nvSpPr>
          <p:cNvPr id="6" name="Rectangle 8"/>
          <p:cNvSpPr/>
          <p:nvPr>
            <p:ph type="ftr" sz="quarter" idx="11"/>
          </p:nvPr>
        </p:nvSpPr>
        <p:spPr/>
        <p:txBody>
          <a:bodyPr/>
          <a:lstStyle>
            <a:lvl1pPr>
              <a:defRPr/>
            </a:lvl1pPr>
          </a:lstStyle>
          <a:p>
            <a:pPr>
              <a:defRPr/>
            </a:pPr>
            <a:endParaRPr lang="en-US" altLang="zh-CN"/>
          </a:p>
        </p:txBody>
      </p:sp>
      <p:sp>
        <p:nvSpPr>
          <p:cNvPr id="7" name="Rectangle 9"/>
          <p:cNvSpPr/>
          <p:nvPr>
            <p:ph type="sldNum" sz="quarter" idx="12"/>
          </p:nvPr>
        </p:nvSpPr>
        <p:spPr/>
        <p:txBody>
          <a:bodyPr/>
          <a:lstStyle>
            <a:lvl1pPr>
              <a:defRPr/>
            </a:lvl1pPr>
          </a:lstStyle>
          <a:p>
            <a:pPr>
              <a:defRPr/>
            </a:pPr>
            <a:fld id="{52EC389A-E648-4528-B96C-62CF13F848C7}" type="slidenum">
              <a:rPr lang="en-US" altLang="zh-CN"/>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p:nvPr>
            <p:ph sz="half" idx="2"/>
          </p:nvPr>
        </p:nvSpPr>
        <p:spPr>
          <a:xfrm>
            <a:off x="630238" y="2505075"/>
            <a:ext cx="386873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p:nvPr>
            <p:ph sz="quarter" idx="4"/>
          </p:nvPr>
        </p:nvSpPr>
        <p:spPr>
          <a:xfrm>
            <a:off x="4629150" y="2505075"/>
            <a:ext cx="38877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7"/>
          <p:cNvSpPr/>
          <p:nvPr>
            <p:ph type="dt" sz="half" idx="10"/>
          </p:nvPr>
        </p:nvSpPr>
        <p:spPr/>
        <p:txBody>
          <a:bodyPr/>
          <a:lstStyle>
            <a:lvl1pPr>
              <a:defRPr/>
            </a:lvl1pPr>
          </a:lstStyle>
          <a:p>
            <a:pPr>
              <a:defRPr/>
            </a:pPr>
            <a:fld id="{AC3F2855-1138-4A8E-9C2C-B4782C6B9EE1}" type="datetime4">
              <a:rPr lang="en-US" altLang="zh-CN"/>
            </a:fld>
            <a:endParaRPr lang="en-US" altLang="zh-CN"/>
          </a:p>
        </p:txBody>
      </p:sp>
      <p:sp>
        <p:nvSpPr>
          <p:cNvPr id="8" name="Rectangle 8"/>
          <p:cNvSpPr/>
          <p:nvPr>
            <p:ph type="ftr" sz="quarter" idx="11"/>
          </p:nvPr>
        </p:nvSpPr>
        <p:spPr/>
        <p:txBody>
          <a:bodyPr/>
          <a:lstStyle>
            <a:lvl1pPr>
              <a:defRPr/>
            </a:lvl1pPr>
          </a:lstStyle>
          <a:p>
            <a:pPr>
              <a:defRPr/>
            </a:pPr>
            <a:endParaRPr lang="en-US" altLang="zh-CN"/>
          </a:p>
        </p:txBody>
      </p:sp>
      <p:sp>
        <p:nvSpPr>
          <p:cNvPr id="9" name="Rectangle 9"/>
          <p:cNvSpPr/>
          <p:nvPr>
            <p:ph type="sldNum" sz="quarter" idx="12"/>
          </p:nvPr>
        </p:nvSpPr>
        <p:spPr/>
        <p:txBody>
          <a:bodyPr/>
          <a:lstStyle>
            <a:lvl1pPr>
              <a:defRPr/>
            </a:lvl1pPr>
          </a:lstStyle>
          <a:p>
            <a:pPr>
              <a:defRPr/>
            </a:pPr>
            <a:fld id="{87DC6FAE-998D-467B-9BA8-00C6BDEAC1A5}" type="slidenum">
              <a:rPr lang="en-US" altLang="zh-CN"/>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a:t>单击此处编辑母版标题样式</a:t>
            </a:r>
            <a:endParaRPr lang="zh-CN" altLang="en-US"/>
          </a:p>
        </p:txBody>
      </p:sp>
      <p:sp>
        <p:nvSpPr>
          <p:cNvPr id="3" name="Rectangle 7"/>
          <p:cNvSpPr/>
          <p:nvPr>
            <p:ph type="dt" sz="half" idx="10"/>
          </p:nvPr>
        </p:nvSpPr>
        <p:spPr/>
        <p:txBody>
          <a:bodyPr/>
          <a:lstStyle>
            <a:lvl1pPr>
              <a:defRPr/>
            </a:lvl1pPr>
          </a:lstStyle>
          <a:p>
            <a:pPr>
              <a:defRPr/>
            </a:pPr>
            <a:fld id="{E5A01BB5-88FA-42EF-8627-15839AFF113B}" type="datetime4">
              <a:rPr lang="en-US" altLang="zh-CN"/>
            </a:fld>
            <a:endParaRPr lang="en-US" altLang="zh-CN"/>
          </a:p>
        </p:txBody>
      </p:sp>
      <p:sp>
        <p:nvSpPr>
          <p:cNvPr id="4" name="Rectangle 8"/>
          <p:cNvSpPr/>
          <p:nvPr>
            <p:ph type="ftr" sz="quarter" idx="11"/>
          </p:nvPr>
        </p:nvSpPr>
        <p:spPr/>
        <p:txBody>
          <a:bodyPr/>
          <a:lstStyle>
            <a:lvl1pPr>
              <a:defRPr/>
            </a:lvl1pPr>
          </a:lstStyle>
          <a:p>
            <a:pPr>
              <a:defRPr/>
            </a:pPr>
            <a:endParaRPr lang="en-US" altLang="zh-CN"/>
          </a:p>
        </p:txBody>
      </p:sp>
      <p:sp>
        <p:nvSpPr>
          <p:cNvPr id="5" name="Rectangle 9"/>
          <p:cNvSpPr/>
          <p:nvPr>
            <p:ph type="sldNum" sz="quarter" idx="12"/>
          </p:nvPr>
        </p:nvSpPr>
        <p:spPr/>
        <p:txBody>
          <a:bodyPr/>
          <a:lstStyle>
            <a:lvl1pPr>
              <a:defRPr/>
            </a:lvl1pPr>
          </a:lstStyle>
          <a:p>
            <a:pPr>
              <a:defRPr/>
            </a:pPr>
            <a:fld id="{CDCFD778-F27D-4DDA-8AD3-9363CDFAD48F}" type="slidenum">
              <a:rPr lang="en-US" altLang="zh-CN"/>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
          <p:cNvSpPr/>
          <p:nvPr>
            <p:ph type="dt" sz="half" idx="10"/>
          </p:nvPr>
        </p:nvSpPr>
        <p:spPr/>
        <p:txBody>
          <a:bodyPr/>
          <a:lstStyle>
            <a:lvl1pPr>
              <a:defRPr/>
            </a:lvl1pPr>
          </a:lstStyle>
          <a:p>
            <a:pPr>
              <a:defRPr/>
            </a:pPr>
            <a:fld id="{33D0CE03-98D0-43B9-8603-4561EDC231A0}" type="datetime4">
              <a:rPr lang="en-US" altLang="zh-CN"/>
            </a:fld>
            <a:endParaRPr lang="en-US" altLang="zh-CN"/>
          </a:p>
        </p:txBody>
      </p:sp>
      <p:sp>
        <p:nvSpPr>
          <p:cNvPr id="3" name="Rectangle 8"/>
          <p:cNvSpPr/>
          <p:nvPr>
            <p:ph type="ftr" sz="quarter" idx="11"/>
          </p:nvPr>
        </p:nvSpPr>
        <p:spPr/>
        <p:txBody>
          <a:bodyPr/>
          <a:lstStyle>
            <a:lvl1pPr>
              <a:defRPr/>
            </a:lvl1pPr>
          </a:lstStyle>
          <a:p>
            <a:pPr>
              <a:defRPr/>
            </a:pPr>
            <a:endParaRPr lang="en-US" altLang="zh-CN"/>
          </a:p>
        </p:txBody>
      </p:sp>
      <p:sp>
        <p:nvSpPr>
          <p:cNvPr id="4" name="Rectangle 9"/>
          <p:cNvSpPr/>
          <p:nvPr>
            <p:ph type="sldNum" sz="quarter" idx="12"/>
          </p:nvPr>
        </p:nvSpPr>
        <p:spPr/>
        <p:txBody>
          <a:bodyPr/>
          <a:lstStyle>
            <a:lvl1pPr>
              <a:defRPr/>
            </a:lvl1pPr>
          </a:lstStyle>
          <a:p>
            <a:pPr>
              <a:defRPr/>
            </a:pPr>
            <a:fld id="{1569E57C-BFE6-4213-B17E-3405DFB05815}" type="slidenum">
              <a:rPr lang="en-US" altLang="zh-CN"/>
            </a:fld>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内容占位符 2"/>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Rectangle 7"/>
          <p:cNvSpPr/>
          <p:nvPr>
            <p:ph type="dt" sz="half" idx="10"/>
          </p:nvPr>
        </p:nvSpPr>
        <p:spPr/>
        <p:txBody>
          <a:bodyPr/>
          <a:lstStyle>
            <a:lvl1pPr>
              <a:defRPr/>
            </a:lvl1pPr>
          </a:lstStyle>
          <a:p>
            <a:pPr>
              <a:defRPr/>
            </a:pPr>
            <a:fld id="{ADF0AE08-367A-4303-869C-5D5886305063}" type="datetime4">
              <a:rPr lang="en-US" altLang="zh-CN"/>
            </a:fld>
            <a:endParaRPr lang="en-US" altLang="zh-CN"/>
          </a:p>
        </p:txBody>
      </p:sp>
      <p:sp>
        <p:nvSpPr>
          <p:cNvPr id="6" name="Rectangle 8"/>
          <p:cNvSpPr/>
          <p:nvPr>
            <p:ph type="ftr" sz="quarter" idx="11"/>
          </p:nvPr>
        </p:nvSpPr>
        <p:spPr/>
        <p:txBody>
          <a:bodyPr/>
          <a:lstStyle>
            <a:lvl1pPr>
              <a:defRPr/>
            </a:lvl1pPr>
          </a:lstStyle>
          <a:p>
            <a:pPr>
              <a:defRPr/>
            </a:pPr>
            <a:endParaRPr lang="en-US" altLang="zh-CN"/>
          </a:p>
        </p:txBody>
      </p:sp>
      <p:sp>
        <p:nvSpPr>
          <p:cNvPr id="7" name="Rectangle 9"/>
          <p:cNvSpPr/>
          <p:nvPr>
            <p:ph type="sldNum" sz="quarter" idx="12"/>
          </p:nvPr>
        </p:nvSpPr>
        <p:spPr/>
        <p:txBody>
          <a:bodyPr/>
          <a:lstStyle>
            <a:lvl1pPr>
              <a:defRPr/>
            </a:lvl1pPr>
          </a:lstStyle>
          <a:p>
            <a:pPr>
              <a:defRPr/>
            </a:pPr>
            <a:fld id="{F40ADE3E-D712-4F1E-9794-6453EECF21A3}" type="slidenum">
              <a:rPr lang="en-US" altLang="zh-CN"/>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图片占位符 2"/>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Rectangle 7"/>
          <p:cNvSpPr/>
          <p:nvPr>
            <p:ph type="dt" sz="half" idx="10"/>
          </p:nvPr>
        </p:nvSpPr>
        <p:spPr/>
        <p:txBody>
          <a:bodyPr/>
          <a:lstStyle>
            <a:lvl1pPr>
              <a:defRPr/>
            </a:lvl1pPr>
          </a:lstStyle>
          <a:p>
            <a:pPr>
              <a:defRPr/>
            </a:pPr>
            <a:fld id="{AA0C42DC-9E24-4034-BFEB-03D4350EC6FA}" type="datetime4">
              <a:rPr lang="en-US" altLang="zh-CN"/>
            </a:fld>
            <a:endParaRPr lang="en-US" altLang="zh-CN"/>
          </a:p>
        </p:txBody>
      </p:sp>
      <p:sp>
        <p:nvSpPr>
          <p:cNvPr id="6" name="Rectangle 8"/>
          <p:cNvSpPr/>
          <p:nvPr>
            <p:ph type="ftr" sz="quarter" idx="11"/>
          </p:nvPr>
        </p:nvSpPr>
        <p:spPr/>
        <p:txBody>
          <a:bodyPr/>
          <a:lstStyle>
            <a:lvl1pPr>
              <a:defRPr/>
            </a:lvl1pPr>
          </a:lstStyle>
          <a:p>
            <a:pPr>
              <a:defRPr/>
            </a:pPr>
            <a:endParaRPr lang="en-US" altLang="zh-CN"/>
          </a:p>
        </p:txBody>
      </p:sp>
      <p:sp>
        <p:nvSpPr>
          <p:cNvPr id="7" name="Rectangle 9"/>
          <p:cNvSpPr/>
          <p:nvPr>
            <p:ph type="sldNum" sz="quarter" idx="12"/>
          </p:nvPr>
        </p:nvSpPr>
        <p:spPr/>
        <p:txBody>
          <a:bodyPr/>
          <a:lstStyle>
            <a:lvl1pPr>
              <a:defRPr/>
            </a:lvl1pPr>
          </a:lstStyle>
          <a:p>
            <a:pPr>
              <a:defRPr/>
            </a:pPr>
            <a:fld id="{8DEA8896-05E9-4475-A4D5-DD53DA655B1B}" type="slidenum">
              <a:rPr lang="en-US" altLang="zh-CN"/>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a:t>单击此处编辑母版标题样式</a:t>
            </a:r>
            <a:endParaRPr lang="zh-CN" altLang="en-US"/>
          </a:p>
        </p:txBody>
      </p:sp>
      <p:sp>
        <p:nvSpPr>
          <p:cNvPr id="3" name="竖排文字占位符 2"/>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7"/>
          <p:cNvSpPr/>
          <p:nvPr>
            <p:ph type="dt" sz="half" idx="10"/>
          </p:nvPr>
        </p:nvSpPr>
        <p:spPr/>
        <p:txBody>
          <a:bodyPr/>
          <a:lstStyle>
            <a:lvl1pPr>
              <a:defRPr/>
            </a:lvl1pPr>
          </a:lstStyle>
          <a:p>
            <a:pPr>
              <a:defRPr/>
            </a:pPr>
            <a:fld id="{DC9EE68B-FB20-4702-BE0C-D6E4FA41574B}" type="datetime4">
              <a:rPr lang="en-US" altLang="zh-CN"/>
            </a:fld>
            <a:endParaRPr lang="en-US" altLang="zh-CN"/>
          </a:p>
        </p:txBody>
      </p:sp>
      <p:sp>
        <p:nvSpPr>
          <p:cNvPr id="5" name="Rectangle 8"/>
          <p:cNvSpPr/>
          <p:nvPr>
            <p:ph type="ftr" sz="quarter" idx="11"/>
          </p:nvPr>
        </p:nvSpPr>
        <p:spPr/>
        <p:txBody>
          <a:bodyPr/>
          <a:lstStyle>
            <a:lvl1pPr>
              <a:defRPr/>
            </a:lvl1pPr>
          </a:lstStyle>
          <a:p>
            <a:pPr>
              <a:defRPr/>
            </a:pPr>
            <a:endParaRPr lang="en-US" altLang="zh-CN"/>
          </a:p>
        </p:txBody>
      </p:sp>
      <p:sp>
        <p:nvSpPr>
          <p:cNvPr id="6" name="Rectangle 9"/>
          <p:cNvSpPr/>
          <p:nvPr>
            <p:ph type="sldNum" sz="quarter" idx="12"/>
          </p:nvPr>
        </p:nvSpPr>
        <p:spPr/>
        <p:txBody>
          <a:bodyPr/>
          <a:lstStyle>
            <a:lvl1pPr>
              <a:defRPr/>
            </a:lvl1pPr>
          </a:lstStyle>
          <a:p>
            <a:pPr>
              <a:defRPr/>
            </a:pPr>
            <a:fld id="{38C7A459-D3D4-48CE-B605-0BE3E7D7C623}" type="slidenum">
              <a:rPr lang="en-US" altLang="zh-CN"/>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7"/>
          <p:cNvSpPr/>
          <p:nvPr>
            <p:ph type="dt" sz="half" idx="10"/>
          </p:nvPr>
        </p:nvSpPr>
        <p:spPr/>
        <p:txBody>
          <a:bodyPr/>
          <a:lstStyle>
            <a:lvl1pPr>
              <a:defRPr/>
            </a:lvl1pPr>
          </a:lstStyle>
          <a:p>
            <a:pPr>
              <a:defRPr/>
            </a:pPr>
            <a:fld id="{CBBB4735-782F-4B2D-80F6-B7AA825D547B}" type="datetime4">
              <a:rPr lang="en-US" altLang="zh-CN"/>
            </a:fld>
            <a:endParaRPr lang="en-US" altLang="zh-CN"/>
          </a:p>
        </p:txBody>
      </p:sp>
      <p:sp>
        <p:nvSpPr>
          <p:cNvPr id="5" name="Rectangle 8"/>
          <p:cNvSpPr/>
          <p:nvPr>
            <p:ph type="ftr" sz="quarter" idx="11"/>
          </p:nvPr>
        </p:nvSpPr>
        <p:spPr/>
        <p:txBody>
          <a:bodyPr/>
          <a:lstStyle>
            <a:lvl1pPr>
              <a:defRPr/>
            </a:lvl1pPr>
          </a:lstStyle>
          <a:p>
            <a:pPr>
              <a:defRPr/>
            </a:pPr>
            <a:endParaRPr lang="en-US" altLang="zh-CN"/>
          </a:p>
        </p:txBody>
      </p:sp>
      <p:sp>
        <p:nvSpPr>
          <p:cNvPr id="6" name="Rectangle 9"/>
          <p:cNvSpPr/>
          <p:nvPr>
            <p:ph type="sldNum" sz="quarter" idx="12"/>
          </p:nvPr>
        </p:nvSpPr>
        <p:spPr/>
        <p:txBody>
          <a:bodyPr/>
          <a:lstStyle>
            <a:lvl1pPr>
              <a:defRPr/>
            </a:lvl1pPr>
          </a:lstStyle>
          <a:p>
            <a:pPr>
              <a:defRPr/>
            </a:pPr>
            <a:fld id="{5799274C-E1FD-400E-AF8D-30D8BBE79CFE}" type="slidenum">
              <a:rPr lang="en-US" altLang="zh-CN"/>
            </a:fld>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p:nvPr>
            <p:ph type="ctrTitle"/>
          </p:nvPr>
        </p:nvSpPr>
        <p:spPr>
          <a:xfrm>
            <a:off x="1143000" y="1122363"/>
            <a:ext cx="6858000" cy="2387600"/>
          </a:xfrm>
        </p:spPr>
        <p:txBody>
          <a:bodyPr anchor="b"/>
          <a:lstStyle>
            <a:lvl1pPr algn="ctr">
              <a:defRPr sz="6000"/>
            </a:lvl1pPr>
          </a:lstStyle>
          <a:p>
            <a:r>
              <a:rPr lang="zh-CN" altLang="en-US" noProof="1"/>
              <a:t>单击此处编辑母版标题样式</a:t>
            </a:r>
            <a:endParaRPr lang="zh-CN" altLang="en-US" noProof="1"/>
          </a:p>
        </p:txBody>
      </p:sp>
      <p:sp>
        <p:nvSpPr>
          <p:cNvPr id="3" name="副标题 2"/>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endParaRPr lang="zh-CN" altLang="en-US" noProof="1"/>
          </a:p>
        </p:txBody>
      </p:sp>
      <p:sp>
        <p:nvSpPr>
          <p:cNvPr id="4" name="灯片编号占位符 3"/>
          <p:cNvSpPr/>
          <p:nvPr>
            <p:ph type="sldNum" sz="quarter" idx="10"/>
          </p:nvPr>
        </p:nvSpPr>
        <p:spPr>
          <a:xfrm>
            <a:off x="6400800" y="6243638"/>
            <a:ext cx="2133600" cy="457200"/>
          </a:xfrm>
          <a:prstGeom prst="rect">
            <a:avLst/>
          </a:prstGeom>
        </p:spPr>
        <p:txBody>
          <a:bodyPr vert="horz" wrap="square" lIns="91440" tIns="45720" rIns="91440" bIns="45720" numCol="1" anchor="t" anchorCtr="0" compatLnSpc="1"/>
          <a:lstStyle>
            <a:lvl1pPr eaLnBrk="1" hangingPunct="1">
              <a:defRPr smtClean="0">
                <a:latin typeface="Arial" panose="020B0604020202090204" pitchFamily="34" charset="0"/>
              </a:defRPr>
            </a:lvl1pPr>
          </a:lstStyle>
          <a:p>
            <a:fld id="{0F509E8C-1210-43E8-8D63-AAF7F3A17523}"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noProof="1"/>
              <a:t>单击此处编辑母版标题样式</a:t>
            </a:r>
            <a:endParaRPr lang="zh-CN" altLang="en-US" noProof="1"/>
          </a:p>
        </p:txBody>
      </p:sp>
      <p:sp>
        <p:nvSpPr>
          <p:cNvPr id="3" name="内容占位符 2"/>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p:nvPr>
            <p:ph type="sldNum" sz="quarter" idx="10"/>
          </p:nvPr>
        </p:nvSpPr>
        <p:spPr>
          <a:xfrm>
            <a:off x="6400800" y="6243638"/>
            <a:ext cx="2133600" cy="457200"/>
          </a:xfrm>
          <a:prstGeom prst="rect">
            <a:avLst/>
          </a:prstGeom>
        </p:spPr>
        <p:txBody>
          <a:bodyPr vert="horz" wrap="square" lIns="91440" tIns="45720" rIns="91440" bIns="45720" numCol="1" anchor="t" anchorCtr="0" compatLnSpc="1"/>
          <a:lstStyle>
            <a:lvl1pPr eaLnBrk="1" hangingPunct="1">
              <a:defRPr smtClean="0">
                <a:latin typeface="Arial" panose="020B0604020202090204" pitchFamily="34" charset="0"/>
              </a:defRPr>
            </a:lvl1pPr>
          </a:lstStyle>
          <a:p>
            <a:fld id="{0F509E8C-1210-43E8-8D63-AAF7F3A17523}"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p:nvPr>
            <p:ph type="title"/>
          </p:nvPr>
        </p:nvSpPr>
        <p:spPr>
          <a:xfrm>
            <a:off x="623888" y="1709738"/>
            <a:ext cx="7886700" cy="2852737"/>
          </a:xfrm>
        </p:spPr>
        <p:txBody>
          <a:bodyPr anchor="b"/>
          <a:lstStyle>
            <a:lvl1pPr>
              <a:defRPr sz="6000"/>
            </a:lvl1pPr>
          </a:lstStyle>
          <a:p>
            <a:r>
              <a:rPr lang="zh-CN" altLang="en-US" noProof="1"/>
              <a:t>单击此处编辑母版标题样式</a:t>
            </a:r>
            <a:endParaRPr lang="zh-CN" altLang="en-US" noProof="1"/>
          </a:p>
        </p:txBody>
      </p:sp>
      <p:sp>
        <p:nvSpPr>
          <p:cNvPr id="3" name="文本占位符 2"/>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a:t>单击此处编辑母版文本样式</a:t>
            </a:r>
            <a:endParaRPr lang="zh-CN" altLang="en-US" noProof="1"/>
          </a:p>
        </p:txBody>
      </p:sp>
      <p:sp>
        <p:nvSpPr>
          <p:cNvPr id="4" name="灯片编号占位符 3"/>
          <p:cNvSpPr/>
          <p:nvPr>
            <p:ph type="sldNum" sz="quarter" idx="10"/>
          </p:nvPr>
        </p:nvSpPr>
        <p:spPr>
          <a:xfrm>
            <a:off x="6400800" y="6243638"/>
            <a:ext cx="2133600" cy="457200"/>
          </a:xfrm>
          <a:prstGeom prst="rect">
            <a:avLst/>
          </a:prstGeom>
        </p:spPr>
        <p:txBody>
          <a:bodyPr vert="horz" wrap="square" lIns="91440" tIns="45720" rIns="91440" bIns="45720" numCol="1" anchor="t" anchorCtr="0" compatLnSpc="1"/>
          <a:lstStyle>
            <a:lvl1pPr eaLnBrk="1" hangingPunct="1">
              <a:defRPr smtClean="0">
                <a:latin typeface="Arial" panose="020B0604020202090204" pitchFamily="34" charset="0"/>
              </a:defRPr>
            </a:lvl1pPr>
          </a:lstStyle>
          <a:p>
            <a:fld id="{0F509E8C-1210-43E8-8D63-AAF7F3A17523}"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noProof="1"/>
              <a:t>单击此处编辑母版标题样式</a:t>
            </a:r>
            <a:endParaRPr lang="zh-CN" altLang="en-US" noProof="1"/>
          </a:p>
        </p:txBody>
      </p:sp>
      <p:sp>
        <p:nvSpPr>
          <p:cNvPr id="3" name="内容占位符 2"/>
          <p:cNvSpPr/>
          <p:nvPr>
            <p:ph sz="half" idx="1"/>
          </p:nvPr>
        </p:nvSpPr>
        <p:spPr>
          <a:xfrm>
            <a:off x="609600" y="1676400"/>
            <a:ext cx="3848100" cy="445452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p:nvPr>
            <p:ph sz="half" idx="2"/>
          </p:nvPr>
        </p:nvSpPr>
        <p:spPr>
          <a:xfrm>
            <a:off x="4610100" y="1676400"/>
            <a:ext cx="3848100" cy="445452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灯片编号占位符 4"/>
          <p:cNvSpPr/>
          <p:nvPr>
            <p:ph type="sldNum" sz="quarter" idx="10"/>
          </p:nvPr>
        </p:nvSpPr>
        <p:spPr>
          <a:xfrm>
            <a:off x="6400800" y="6243638"/>
            <a:ext cx="2133600" cy="457200"/>
          </a:xfrm>
          <a:prstGeom prst="rect">
            <a:avLst/>
          </a:prstGeom>
        </p:spPr>
        <p:txBody>
          <a:bodyPr vert="horz" wrap="square" lIns="91440" tIns="45720" rIns="91440" bIns="45720" numCol="1" anchor="t" anchorCtr="0" compatLnSpc="1"/>
          <a:lstStyle>
            <a:lvl1pPr eaLnBrk="1" hangingPunct="1">
              <a:defRPr smtClean="0">
                <a:latin typeface="Arial" panose="020B0604020202090204" pitchFamily="34" charset="0"/>
              </a:defRPr>
            </a:lvl1pPr>
          </a:lstStyle>
          <a:p>
            <a:fld id="{0F509E8C-1210-43E8-8D63-AAF7F3A17523}"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p:nvPr>
            <p:ph type="title"/>
          </p:nvPr>
        </p:nvSpPr>
        <p:spPr>
          <a:xfrm>
            <a:off x="630238" y="365125"/>
            <a:ext cx="7886700" cy="1325563"/>
          </a:xfrm>
        </p:spPr>
        <p:txBody>
          <a:bodyPr/>
          <a:lstStyle/>
          <a:p>
            <a:r>
              <a:rPr lang="zh-CN" altLang="en-US" noProof="1"/>
              <a:t>单击此处编辑母版标题样式</a:t>
            </a:r>
            <a:endParaRPr lang="zh-CN" altLang="en-US" noProof="1"/>
          </a:p>
        </p:txBody>
      </p:sp>
      <p:sp>
        <p:nvSpPr>
          <p:cNvPr id="3" name="文本占位符 2"/>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p:nvPr>
            <p:ph sz="half" idx="2"/>
          </p:nvPr>
        </p:nvSpPr>
        <p:spPr>
          <a:xfrm>
            <a:off x="630238" y="2505075"/>
            <a:ext cx="3868737" cy="368458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p:nvPr>
            <p:ph sz="quarter" idx="4"/>
          </p:nvPr>
        </p:nvSpPr>
        <p:spPr>
          <a:xfrm>
            <a:off x="4629150" y="2505075"/>
            <a:ext cx="3887788" cy="368458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灯片编号占位符 6"/>
          <p:cNvSpPr/>
          <p:nvPr>
            <p:ph type="sldNum" sz="quarter" idx="10"/>
          </p:nvPr>
        </p:nvSpPr>
        <p:spPr>
          <a:xfrm>
            <a:off x="6400800" y="6243638"/>
            <a:ext cx="2133600" cy="457200"/>
          </a:xfrm>
          <a:prstGeom prst="rect">
            <a:avLst/>
          </a:prstGeom>
        </p:spPr>
        <p:txBody>
          <a:bodyPr vert="horz" wrap="square" lIns="91440" tIns="45720" rIns="91440" bIns="45720" numCol="1" anchor="t" anchorCtr="0" compatLnSpc="1"/>
          <a:lstStyle>
            <a:lvl1pPr eaLnBrk="1" hangingPunct="1">
              <a:defRPr smtClean="0">
                <a:latin typeface="Arial" panose="020B0604020202090204" pitchFamily="34" charset="0"/>
              </a:defRPr>
            </a:lvl1pPr>
          </a:lstStyle>
          <a:p>
            <a:fld id="{0F509E8C-1210-43E8-8D63-AAF7F3A17523}"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noProof="1"/>
              <a:t>单击此处编辑母版标题样式</a:t>
            </a:r>
            <a:endParaRPr lang="zh-CN" altLang="en-US" noProof="1"/>
          </a:p>
        </p:txBody>
      </p:sp>
      <p:sp>
        <p:nvSpPr>
          <p:cNvPr id="3" name="灯片编号占位符 2"/>
          <p:cNvSpPr/>
          <p:nvPr>
            <p:ph type="sldNum" sz="quarter" idx="10"/>
          </p:nvPr>
        </p:nvSpPr>
        <p:spPr>
          <a:xfrm>
            <a:off x="6400800" y="6243638"/>
            <a:ext cx="2133600" cy="457200"/>
          </a:xfrm>
          <a:prstGeom prst="rect">
            <a:avLst/>
          </a:prstGeom>
        </p:spPr>
        <p:txBody>
          <a:bodyPr vert="horz" wrap="square" lIns="91440" tIns="45720" rIns="91440" bIns="45720" numCol="1" anchor="t" anchorCtr="0" compatLnSpc="1"/>
          <a:lstStyle>
            <a:lvl1pPr eaLnBrk="1" hangingPunct="1">
              <a:defRPr smtClean="0">
                <a:latin typeface="Arial" panose="020B0604020202090204" pitchFamily="34" charset="0"/>
              </a:defRPr>
            </a:lvl1pPr>
          </a:lstStyle>
          <a:p>
            <a:fld id="{0F509E8C-1210-43E8-8D63-AAF7F3A17523}"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p:nvPr>
            <p:ph type="sldNum" sz="quarter" idx="10"/>
          </p:nvPr>
        </p:nvSpPr>
        <p:spPr>
          <a:xfrm>
            <a:off x="6400800" y="6243638"/>
            <a:ext cx="2133600" cy="457200"/>
          </a:xfrm>
          <a:prstGeom prst="rect">
            <a:avLst/>
          </a:prstGeom>
        </p:spPr>
        <p:txBody>
          <a:bodyPr vert="horz" wrap="square" lIns="91440" tIns="45720" rIns="91440" bIns="45720" numCol="1" anchor="t" anchorCtr="0" compatLnSpc="1"/>
          <a:lstStyle>
            <a:lvl1pPr eaLnBrk="1" hangingPunct="1">
              <a:defRPr smtClean="0">
                <a:latin typeface="Arial" panose="020B0604020202090204" pitchFamily="34" charset="0"/>
              </a:defRPr>
            </a:lvl1pPr>
          </a:lstStyle>
          <a:p>
            <a:fld id="{0F509E8C-1210-43E8-8D63-AAF7F3A17523}"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p:nvPr>
            <p:ph type="title"/>
          </p:nvPr>
        </p:nvSpPr>
        <p:spPr>
          <a:xfrm>
            <a:off x="630238" y="457200"/>
            <a:ext cx="2949575" cy="1600200"/>
          </a:xfrm>
        </p:spPr>
        <p:txBody>
          <a:bodyPr anchor="b"/>
          <a:lstStyle>
            <a:lvl1pPr>
              <a:defRPr sz="3200"/>
            </a:lvl1pPr>
          </a:lstStyle>
          <a:p>
            <a:r>
              <a:rPr lang="zh-CN" altLang="en-US" noProof="1"/>
              <a:t>单击此处编辑母版标题样式</a:t>
            </a:r>
            <a:endParaRPr lang="zh-CN" altLang="en-US" noProof="1"/>
          </a:p>
        </p:txBody>
      </p:sp>
      <p:sp>
        <p:nvSpPr>
          <p:cNvPr id="3" name="内容占位符 2"/>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endParaRPr lang="zh-CN" altLang="en-US" noProof="1"/>
          </a:p>
        </p:txBody>
      </p:sp>
      <p:sp>
        <p:nvSpPr>
          <p:cNvPr id="5" name="灯片编号占位符 4"/>
          <p:cNvSpPr/>
          <p:nvPr>
            <p:ph type="sldNum" sz="quarter" idx="10"/>
          </p:nvPr>
        </p:nvSpPr>
        <p:spPr>
          <a:xfrm>
            <a:off x="6400800" y="6243638"/>
            <a:ext cx="2133600" cy="457200"/>
          </a:xfrm>
          <a:prstGeom prst="rect">
            <a:avLst/>
          </a:prstGeom>
        </p:spPr>
        <p:txBody>
          <a:bodyPr vert="horz" wrap="square" lIns="91440" tIns="45720" rIns="91440" bIns="45720" numCol="1" anchor="t" anchorCtr="0" compatLnSpc="1"/>
          <a:lstStyle>
            <a:lvl1pPr eaLnBrk="1" hangingPunct="1">
              <a:defRPr smtClean="0">
                <a:latin typeface="Arial" panose="020B0604020202090204" pitchFamily="34" charset="0"/>
              </a:defRPr>
            </a:lvl1pPr>
          </a:lstStyle>
          <a:p>
            <a:fld id="{0F509E8C-1210-43E8-8D63-AAF7F3A17523}"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p:nvPr>
            <p:ph type="title"/>
          </p:nvPr>
        </p:nvSpPr>
        <p:spPr>
          <a:xfrm>
            <a:off x="630238" y="457200"/>
            <a:ext cx="2949575" cy="1600200"/>
          </a:xfrm>
        </p:spPr>
        <p:txBody>
          <a:bodyPr anchor="b"/>
          <a:lstStyle>
            <a:lvl1pPr>
              <a:defRPr sz="3200"/>
            </a:lvl1pPr>
          </a:lstStyle>
          <a:p>
            <a:r>
              <a:rPr lang="zh-CN" altLang="en-US" noProof="1"/>
              <a:t>单击此处编辑母版标题样式</a:t>
            </a:r>
            <a:endParaRPr lang="zh-CN" altLang="en-US" noProof="1"/>
          </a:p>
        </p:txBody>
      </p:sp>
      <p:sp>
        <p:nvSpPr>
          <p:cNvPr id="3" name="图片占位符 2"/>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endParaRPr lang="zh-CN" altLang="en-US" noProof="1"/>
          </a:p>
        </p:txBody>
      </p:sp>
      <p:sp>
        <p:nvSpPr>
          <p:cNvPr id="5" name="灯片编号占位符 4"/>
          <p:cNvSpPr/>
          <p:nvPr>
            <p:ph type="sldNum" sz="quarter" idx="10"/>
          </p:nvPr>
        </p:nvSpPr>
        <p:spPr>
          <a:xfrm>
            <a:off x="6400800" y="6243638"/>
            <a:ext cx="2133600" cy="457200"/>
          </a:xfrm>
          <a:prstGeom prst="rect">
            <a:avLst/>
          </a:prstGeom>
        </p:spPr>
        <p:txBody>
          <a:bodyPr vert="horz" wrap="square" lIns="91440" tIns="45720" rIns="91440" bIns="45720" numCol="1" anchor="t" anchorCtr="0" compatLnSpc="1"/>
          <a:lstStyle>
            <a:lvl1pPr eaLnBrk="1" hangingPunct="1">
              <a:defRPr smtClean="0">
                <a:latin typeface="Arial" panose="020B0604020202090204" pitchFamily="34" charset="0"/>
              </a:defRPr>
            </a:lvl1pPr>
          </a:lstStyle>
          <a:p>
            <a:fld id="{0F509E8C-1210-43E8-8D63-AAF7F3A17523}"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noProof="1"/>
              <a:t>单击此处编辑母版标题样式</a:t>
            </a:r>
            <a:endParaRPr lang="zh-CN" altLang="en-US" noProof="1"/>
          </a:p>
        </p:txBody>
      </p:sp>
      <p:sp>
        <p:nvSpPr>
          <p:cNvPr id="3" name="竖排文字占位符 2"/>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p:nvPr>
            <p:ph type="sldNum" sz="quarter" idx="10"/>
          </p:nvPr>
        </p:nvSpPr>
        <p:spPr>
          <a:xfrm>
            <a:off x="6400800" y="6243638"/>
            <a:ext cx="2133600" cy="457200"/>
          </a:xfrm>
          <a:prstGeom prst="rect">
            <a:avLst/>
          </a:prstGeom>
        </p:spPr>
        <p:txBody>
          <a:bodyPr vert="horz" wrap="square" lIns="91440" tIns="45720" rIns="91440" bIns="45720" numCol="1" anchor="t" anchorCtr="0" compatLnSpc="1"/>
          <a:lstStyle>
            <a:lvl1pPr eaLnBrk="1" hangingPunct="1">
              <a:defRPr smtClean="0">
                <a:latin typeface="Arial" panose="020B0604020202090204" pitchFamily="34" charset="0"/>
              </a:defRPr>
            </a:lvl1pPr>
          </a:lstStyle>
          <a:p>
            <a:fld id="{0F509E8C-1210-43E8-8D63-AAF7F3A17523}" type="slidenum">
              <a:rPr lang="zh-CN" altLang="en-US" smtClean="0"/>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p:nvPr>
            <p:ph type="title" orient="vert"/>
          </p:nvPr>
        </p:nvSpPr>
        <p:spPr>
          <a:xfrm>
            <a:off x="6496050" y="609600"/>
            <a:ext cx="1962150" cy="5521325"/>
          </a:xfrm>
        </p:spPr>
        <p:txBody>
          <a:bodyPr vert="eaVert"/>
          <a:lstStyle/>
          <a:p>
            <a:r>
              <a:rPr lang="zh-CN" altLang="en-US" noProof="1"/>
              <a:t>单击此处编辑母版标题样式</a:t>
            </a:r>
            <a:endParaRPr lang="zh-CN" altLang="en-US" noProof="1"/>
          </a:p>
        </p:txBody>
      </p:sp>
      <p:sp>
        <p:nvSpPr>
          <p:cNvPr id="3" name="竖排文字占位符 2"/>
          <p:cNvSpPr/>
          <p:nvPr>
            <p:ph type="body" orient="vert" idx="1"/>
          </p:nvPr>
        </p:nvSpPr>
        <p:spPr>
          <a:xfrm>
            <a:off x="609600" y="609600"/>
            <a:ext cx="5734050" cy="5521325"/>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p:nvPr>
            <p:ph type="sldNum" sz="quarter" idx="10"/>
          </p:nvPr>
        </p:nvSpPr>
        <p:spPr>
          <a:xfrm>
            <a:off x="6400800" y="6243638"/>
            <a:ext cx="2133600" cy="457200"/>
          </a:xfrm>
          <a:prstGeom prst="rect">
            <a:avLst/>
          </a:prstGeom>
        </p:spPr>
        <p:txBody>
          <a:bodyPr vert="horz" wrap="square" lIns="91440" tIns="45720" rIns="91440" bIns="45720" numCol="1" anchor="t" anchorCtr="0" compatLnSpc="1"/>
          <a:lstStyle>
            <a:lvl1pPr eaLnBrk="1" hangingPunct="1">
              <a:defRPr smtClean="0">
                <a:latin typeface="Arial" panose="020B0604020202090204" pitchFamily="34" charset="0"/>
              </a:defRPr>
            </a:lvl1pPr>
          </a:lstStyle>
          <a:p>
            <a:fld id="{0F509E8C-1210-43E8-8D63-AAF7F3A17523}" type="slidenum">
              <a:rPr lang="zh-CN" altLang="en-US" smtClean="0"/>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p:nvPr>
            <p:ph type="title"/>
          </p:nvPr>
        </p:nvSpPr>
        <p:spPr>
          <a:xfrm>
            <a:off x="609600" y="609600"/>
            <a:ext cx="7848600" cy="1139825"/>
          </a:xfrm>
        </p:spPr>
        <p:txBody>
          <a:bodyPr/>
          <a:lstStyle/>
          <a:p>
            <a:r>
              <a:rPr lang="zh-CN" altLang="en-US" noProof="1"/>
              <a:t>单击此处编辑母版标题样式</a:t>
            </a:r>
            <a:endParaRPr lang="zh-CN" altLang="en-US" noProof="1"/>
          </a:p>
        </p:txBody>
      </p:sp>
      <p:sp>
        <p:nvSpPr>
          <p:cNvPr id="3" name="文本占位符 2"/>
          <p:cNvSpPr/>
          <p:nvPr>
            <p:ph type="body" sz="half" idx="1"/>
          </p:nvPr>
        </p:nvSpPr>
        <p:spPr>
          <a:xfrm>
            <a:off x="609600" y="1676400"/>
            <a:ext cx="3848100" cy="445452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p:nvPr>
            <p:ph sz="half" idx="2"/>
          </p:nvPr>
        </p:nvSpPr>
        <p:spPr>
          <a:xfrm>
            <a:off x="4610100" y="1676400"/>
            <a:ext cx="3848100" cy="445452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灯片编号占位符 4"/>
          <p:cNvSpPr/>
          <p:nvPr>
            <p:ph type="sldNum" sz="quarter" idx="10"/>
          </p:nvPr>
        </p:nvSpPr>
        <p:spPr>
          <a:xfrm>
            <a:off x="6400800" y="6243638"/>
            <a:ext cx="2133600" cy="457200"/>
          </a:xfrm>
          <a:prstGeom prst="rect">
            <a:avLst/>
          </a:prstGeom>
        </p:spPr>
        <p:txBody>
          <a:bodyPr vert="horz" wrap="square" lIns="91440" tIns="45720" rIns="91440" bIns="45720" numCol="1" anchor="t" anchorCtr="0" compatLnSpc="1"/>
          <a:lstStyle>
            <a:lvl1pPr eaLnBrk="1" hangingPunct="1">
              <a:defRPr smtClean="0">
                <a:latin typeface="Arial" panose="020B0604020202090204" pitchFamily="34" charset="0"/>
              </a:defRPr>
            </a:lvl1pPr>
          </a:lstStyle>
          <a:p>
            <a:fld id="{0F509E8C-1210-43E8-8D63-AAF7F3A17523}" type="slidenum">
              <a:rPr lang="zh-CN" altLang="en-US" smtClean="0"/>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bg>
      <p:bgPr>
        <a:solidFill>
          <a:schemeClr val="bg1"/>
        </a:solidFill>
        <a:effectLst/>
      </p:bgPr>
    </p:bg>
    <p:spTree>
      <p:nvGrpSpPr>
        <p:cNvPr id="1" name=""/>
        <p:cNvGrpSpPr/>
        <p:nvPr/>
      </p:nvGrpSpPr>
      <p:grpSpPr>
        <a:xfrm>
          <a:off x="0" y="0"/>
          <a:ext cx="0" cy="0"/>
          <a:chOff x="0" y="0"/>
          <a:chExt cx="0" cy="0"/>
        </a:xfrm>
      </p:grpSpPr>
      <p:sp>
        <p:nvSpPr>
          <p:cNvPr id="2" name="标题 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p:nvPr>
            <p:ph sz="half" idx="1"/>
          </p:nvPr>
        </p:nvSpPr>
        <p:spPr>
          <a:xfrm>
            <a:off x="628650" y="1825625"/>
            <a:ext cx="3886200" cy="4351338"/>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p:nvPr>
            <p:ph sz="quarter" idx="2"/>
          </p:nvPr>
        </p:nvSpPr>
        <p:spPr>
          <a:xfrm>
            <a:off x="4629150" y="1825625"/>
            <a:ext cx="3886200" cy="2098675"/>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内容占位符 4"/>
          <p:cNvSpPr/>
          <p:nvPr>
            <p:ph sz="quarter" idx="3"/>
          </p:nvPr>
        </p:nvSpPr>
        <p:spPr>
          <a:xfrm>
            <a:off x="4629150" y="4076700"/>
            <a:ext cx="3886200" cy="2100263"/>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6" name="日期占位符 5"/>
          <p:cNvSpPr/>
          <p:nvPr>
            <p:ph type="dt" sz="half" idx="10"/>
          </p:nvPr>
        </p:nvSpPr>
        <p:spPr>
          <a:xfrm>
            <a:off x="457200" y="6356350"/>
            <a:ext cx="2133600" cy="365125"/>
          </a:xfrm>
        </p:spPr>
        <p:txBody>
          <a:bodyPr/>
          <a:lstStyle/>
          <a:p>
            <a:fld id="{CE8E330D-2631-4B76-AB64-4E7A54599C96}" type="datetimeFigureOut">
              <a:rPr lang="zh-CN" altLang="en-US" smtClean="0"/>
            </a:fld>
            <a:endParaRPr lang="zh-CN" altLang="en-US"/>
          </a:p>
        </p:txBody>
      </p:sp>
      <p:sp>
        <p:nvSpPr>
          <p:cNvPr id="7" name="页脚占位符 6"/>
          <p:cNvSpPr/>
          <p:nvPr>
            <p:ph type="ftr" sz="quarter" idx="11"/>
          </p:nvPr>
        </p:nvSpPr>
        <p:spPr>
          <a:xfrm>
            <a:off x="3124200" y="6356350"/>
            <a:ext cx="2895600" cy="365125"/>
          </a:xfrm>
        </p:spPr>
        <p:txBody>
          <a:bodyPr/>
          <a:lstStyle/>
          <a:p>
            <a:endParaRPr lang="zh-CN" altLang="en-US"/>
          </a:p>
        </p:txBody>
      </p:sp>
      <p:sp>
        <p:nvSpPr>
          <p:cNvPr id="8" name="灯片编号占位符 7"/>
          <p:cNvSpPr/>
          <p:nvPr>
            <p:ph type="sldNum" sz="quarter" idx="12"/>
          </p:nvPr>
        </p:nvSpPr>
        <p:spPr>
          <a:xfrm>
            <a:off x="6553200" y="6356350"/>
            <a:ext cx="2133600" cy="365125"/>
          </a:xfrm>
        </p:spPr>
        <p:txBody>
          <a:bodyPr/>
          <a:lstStyle/>
          <a:p>
            <a:fld id="{0F509E8C-1210-43E8-8D63-AAF7F3A17523}"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4" Type="http://schemas.openxmlformats.org/officeDocument/2006/relationships/theme" Target="../theme/theme3.xml"/><Relationship Id="rId13" Type="http://schemas.openxmlformats.org/officeDocument/2006/relationships/slideLayout" Target="../slideLayouts/slideLayout35.xml"/><Relationship Id="rId12" Type="http://schemas.openxmlformats.org/officeDocument/2006/relationships/slideLayout" Target="../slideLayouts/slideLayout34.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Text Box 17"/>
          <p:cNvSpPr txBox="1"/>
          <p:nvPr/>
        </p:nvSpPr>
        <p:spPr bwMode="auto">
          <a:xfrm>
            <a:off x="0" y="0"/>
            <a:ext cx="9144000" cy="1066800"/>
          </a:xfrm>
          <a:prstGeom prst="rect">
            <a:avLst/>
          </a:prstGeom>
          <a:gradFill rotWithShape="1">
            <a:gsLst>
              <a:gs pos="0">
                <a:srgbClr val="9999FF">
                  <a:alpha val="54999"/>
                </a:srgbClr>
              </a:gs>
              <a:gs pos="100000">
                <a:srgbClr val="CCCCFF">
                  <a:alpha val="37999"/>
                </a:srgbClr>
              </a:gs>
            </a:gsLst>
            <a:lin ang="5400000" scaled="1"/>
          </a:gradFill>
          <a:ln>
            <a:noFill/>
          </a:ln>
        </p:spPr>
        <p:txBody>
          <a:bodyPr anchor="ct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sz="2000">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sz="2000">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sz="2000">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sz="2000">
                <a:solidFill>
                  <a:schemeClr val="tx1"/>
                </a:solidFill>
                <a:latin typeface="Arial" panose="020B0604020202090204" pitchFamily="34" charset="0"/>
                <a:ea typeface="宋体" pitchFamily="2" charset="-122"/>
              </a:defRPr>
            </a:lvl9pPr>
          </a:lstStyle>
          <a:p>
            <a:pPr algn="ctr" eaLnBrk="1" hangingPunct="1">
              <a:buFont typeface="Arial" panose="020B0604020202090204" pitchFamily="34" charset="0"/>
              <a:buNone/>
              <a:defRPr/>
            </a:pPr>
            <a:endParaRPr lang="zh-CN" altLang="en-US" b="1"/>
          </a:p>
        </p:txBody>
      </p:sp>
      <p:sp>
        <p:nvSpPr>
          <p:cNvPr id="9219" name="Rectangle 2"/>
          <p:cNvSpPr/>
          <p:nvPr>
            <p:ph type="title"/>
          </p:nvPr>
        </p:nvSpPr>
        <p:spPr bwMode="auto">
          <a:xfrm>
            <a:off x="457200" y="274638"/>
            <a:ext cx="8229600" cy="1143000"/>
          </a:xfrm>
          <a:prstGeom prst="rect">
            <a:avLst/>
          </a:prstGeom>
          <a:noFill/>
          <a:ln w="9525">
            <a:noFill/>
            <a:miter lim="800000"/>
          </a:ln>
        </p:spPr>
        <p:txBody>
          <a:bodyPr vert="horz" wrap="square" lIns="91440" tIns="45720" rIns="91440" bIns="45720" numCol="1" anchor="ctr" anchorCtr="0" compatLnSpc="1"/>
          <a:lstStyle/>
          <a:p>
            <a:pPr lvl="0"/>
            <a:r>
              <a:rPr lang="zh-CN" altLang="zh-CN"/>
              <a:t>单击此处编辑母版标题样式</a:t>
            </a:r>
            <a:endParaRPr lang="zh-CN" altLang="zh-CN"/>
          </a:p>
        </p:txBody>
      </p:sp>
      <p:sp>
        <p:nvSpPr>
          <p:cNvPr id="9220" name="Rectangle 3"/>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zh-CN" altLang="zh-CN"/>
              <a:t>单击此处编辑母版文本样式</a:t>
            </a:r>
            <a:endParaRPr lang="zh-CN" altLang="zh-CN"/>
          </a:p>
          <a:p>
            <a:pPr lvl="1"/>
            <a:r>
              <a:rPr lang="zh-CN" altLang="zh-CN"/>
              <a:t>第二级</a:t>
            </a:r>
            <a:endParaRPr lang="zh-CN" altLang="zh-CN"/>
          </a:p>
          <a:p>
            <a:pPr lvl="2"/>
            <a:r>
              <a:rPr lang="zh-CN" altLang="zh-CN"/>
              <a:t>第三级</a:t>
            </a:r>
            <a:endParaRPr lang="zh-CN" altLang="zh-CN"/>
          </a:p>
          <a:p>
            <a:pPr lvl="3"/>
            <a:r>
              <a:rPr lang="zh-CN" altLang="zh-CN"/>
              <a:t>第四级</a:t>
            </a:r>
            <a:endParaRPr lang="zh-CN" altLang="zh-CN"/>
          </a:p>
          <a:p>
            <a:pPr lvl="4"/>
            <a:r>
              <a:rPr lang="zh-CN" altLang="zh-CN"/>
              <a:t>第五级</a:t>
            </a:r>
            <a:endParaRPr lang="zh-CN" altLang="zh-CN"/>
          </a:p>
        </p:txBody>
      </p:sp>
      <p:sp>
        <p:nvSpPr>
          <p:cNvPr id="1029" name="Rectangle 7"/>
          <p:cNvSpPr/>
          <p:nvPr>
            <p:ph type="dt" sz="half" idx="2"/>
          </p:nvPr>
        </p:nvSpPr>
        <p:spPr bwMode="auto">
          <a:xfrm>
            <a:off x="457200" y="6245225"/>
            <a:ext cx="2133600" cy="476250"/>
          </a:xfrm>
          <a:prstGeom prst="rect">
            <a:avLst/>
          </a:prstGeom>
          <a:noFill/>
          <a:ln>
            <a:noFill/>
          </a:ln>
        </p:spPr>
        <p:txBody>
          <a:bodyPr vert="horz" wrap="square" lIns="91440" tIns="45720" rIns="91440" bIns="45720" numCol="1" anchor="t" anchorCtr="0" compatLnSpc="1"/>
          <a:lstStyle>
            <a:lvl1pPr eaLnBrk="1" hangingPunct="1">
              <a:buFont typeface="Arial" panose="020B0604020202090204" pitchFamily="34" charset="0"/>
              <a:buNone/>
              <a:defRPr sz="1400">
                <a:latin typeface="Arial" panose="020B0604020202090204" pitchFamily="34" charset="0"/>
                <a:ea typeface="宋体" pitchFamily="2" charset="-122"/>
              </a:defRPr>
            </a:lvl1pPr>
          </a:lstStyle>
          <a:p>
            <a:fld id="{CE8E330D-2631-4B76-AB64-4E7A54599C96}" type="datetimeFigureOut">
              <a:rPr lang="zh-CN" altLang="en-US" smtClean="0"/>
            </a:fld>
            <a:endParaRPr lang="zh-CN" altLang="en-US"/>
          </a:p>
        </p:txBody>
      </p:sp>
      <p:sp>
        <p:nvSpPr>
          <p:cNvPr id="1030" name="Rectangle 8"/>
          <p:cNvSpPr/>
          <p:nvPr>
            <p:ph type="ftr" sz="quarter" idx="3"/>
          </p:nvPr>
        </p:nvSpPr>
        <p:spPr bwMode="auto">
          <a:xfrm>
            <a:off x="3124200" y="6245225"/>
            <a:ext cx="2895600" cy="476250"/>
          </a:xfrm>
          <a:prstGeom prst="rect">
            <a:avLst/>
          </a:prstGeom>
          <a:noFill/>
          <a:ln>
            <a:noFill/>
          </a:ln>
        </p:spPr>
        <p:txBody>
          <a:bodyPr vert="horz" wrap="square" lIns="91440" tIns="45720" rIns="91440" bIns="45720" numCol="1" anchor="t" anchorCtr="0" compatLnSpc="1"/>
          <a:lstStyle>
            <a:lvl1pPr algn="ctr" eaLnBrk="1" hangingPunct="1">
              <a:buFont typeface="Arial" panose="020B0604020202090204" pitchFamily="34" charset="0"/>
              <a:buNone/>
              <a:defRPr sz="1400">
                <a:latin typeface="Arial" panose="020B0604020202090204" pitchFamily="34" charset="0"/>
                <a:ea typeface="宋体" pitchFamily="2" charset="-122"/>
              </a:defRPr>
            </a:lvl1pPr>
          </a:lstStyle>
          <a:p>
            <a:endParaRPr lang="zh-CN" altLang="en-US"/>
          </a:p>
        </p:txBody>
      </p:sp>
      <p:sp>
        <p:nvSpPr>
          <p:cNvPr id="1031" name="Rectangle 9"/>
          <p:cNvSpPr/>
          <p:nvPr>
            <p:ph type="sldNum" sz="quarter" idx="4"/>
          </p:nvPr>
        </p:nvSpPr>
        <p:spPr bwMode="auto">
          <a:xfrm>
            <a:off x="6553200" y="6245225"/>
            <a:ext cx="2133600" cy="476250"/>
          </a:xfrm>
          <a:prstGeom prst="rect">
            <a:avLst/>
          </a:prstGeom>
          <a:noFill/>
          <a:ln>
            <a:noFill/>
          </a:ln>
        </p:spPr>
        <p:txBody>
          <a:bodyPr vert="horz" wrap="square" lIns="91440" tIns="45720" rIns="91440" bIns="45720" numCol="1" anchor="t" anchorCtr="0" compatLnSpc="1"/>
          <a:lstStyle>
            <a:lvl1pPr algn="r" eaLnBrk="1" hangingPunct="1">
              <a:buFont typeface="Arial" panose="020B0604020202090204" pitchFamily="34" charset="0"/>
              <a:buNone/>
              <a:defRPr sz="1400">
                <a:ea typeface="宋体" pitchFamily="2" charset="-122"/>
              </a:defRPr>
            </a:lvl1pPr>
          </a:lstStyle>
          <a:p>
            <a:fld id="{0F509E8C-1210-43E8-8D63-AAF7F3A1752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2pPr>
      <a:lvl3pPr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3pPr>
      <a:lvl4pPr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4pPr>
      <a:lvl5pPr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5pPr>
      <a:lvl6pPr marL="457200"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6pPr>
      <a:lvl7pPr marL="914400"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7pPr>
      <a:lvl8pPr marL="1371600"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8pPr>
      <a:lvl9pPr marL="1828800"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9pPr>
    </p:titleStyle>
    <p:body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050" name="Text Box 17"/>
          <p:cNvSpPr txBox="1"/>
          <p:nvPr/>
        </p:nvSpPr>
        <p:spPr bwMode="auto">
          <a:xfrm>
            <a:off x="0" y="0"/>
            <a:ext cx="9144000" cy="1066800"/>
          </a:xfrm>
          <a:prstGeom prst="rect">
            <a:avLst/>
          </a:prstGeom>
          <a:gradFill rotWithShape="1">
            <a:gsLst>
              <a:gs pos="0">
                <a:srgbClr val="9999FF">
                  <a:alpha val="54999"/>
                </a:srgbClr>
              </a:gs>
              <a:gs pos="100000">
                <a:srgbClr val="CCCCFF">
                  <a:alpha val="37999"/>
                </a:srgbClr>
              </a:gs>
            </a:gsLst>
            <a:lin ang="5400000" scaled="1"/>
          </a:gradFill>
          <a:ln>
            <a:noFill/>
          </a:ln>
        </p:spPr>
        <p:txBody>
          <a:bodyPr anchor="ct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sz="2000">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sz="2000">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sz="2000">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sz="2000">
                <a:solidFill>
                  <a:schemeClr val="tx1"/>
                </a:solidFill>
                <a:latin typeface="Arial" panose="020B0604020202090204" pitchFamily="34" charset="0"/>
                <a:ea typeface="宋体" pitchFamily="2" charset="-122"/>
              </a:defRPr>
            </a:lvl9pPr>
          </a:lstStyle>
          <a:p>
            <a:pPr algn="ctr" eaLnBrk="1" hangingPunct="1">
              <a:buFont typeface="Arial" panose="020B0604020202090204" pitchFamily="34" charset="0"/>
              <a:buNone/>
              <a:defRPr/>
            </a:pPr>
            <a:endParaRPr lang="zh-CN" altLang="en-US" b="1"/>
          </a:p>
        </p:txBody>
      </p:sp>
      <p:sp>
        <p:nvSpPr>
          <p:cNvPr id="10243" name="Rectangle 2"/>
          <p:cNvSpPr/>
          <p:nvPr>
            <p:ph type="title"/>
          </p:nvPr>
        </p:nvSpPr>
        <p:spPr bwMode="auto">
          <a:xfrm>
            <a:off x="457200" y="274638"/>
            <a:ext cx="8229600" cy="1143000"/>
          </a:xfrm>
          <a:prstGeom prst="rect">
            <a:avLst/>
          </a:prstGeom>
          <a:noFill/>
          <a:ln w="9525">
            <a:noFill/>
            <a:miter lim="800000"/>
          </a:ln>
        </p:spPr>
        <p:txBody>
          <a:bodyPr vert="horz" wrap="square" lIns="91440" tIns="45720" rIns="91440" bIns="45720" numCol="1" anchor="ctr" anchorCtr="0" compatLnSpc="1"/>
          <a:lstStyle/>
          <a:p>
            <a:pPr lvl="0"/>
            <a:r>
              <a:rPr lang="zh-CN" altLang="zh-CN"/>
              <a:t>单击此处编辑母版标题样式</a:t>
            </a:r>
            <a:endParaRPr lang="zh-CN" altLang="zh-CN"/>
          </a:p>
        </p:txBody>
      </p:sp>
      <p:sp>
        <p:nvSpPr>
          <p:cNvPr id="10244" name="Rectangle 3"/>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zh-CN" altLang="zh-CN"/>
              <a:t>单击此处编辑母版文本样式</a:t>
            </a:r>
            <a:endParaRPr lang="zh-CN" altLang="zh-CN"/>
          </a:p>
          <a:p>
            <a:pPr lvl="1"/>
            <a:r>
              <a:rPr lang="zh-CN" altLang="zh-CN"/>
              <a:t>第二级</a:t>
            </a:r>
            <a:endParaRPr lang="zh-CN" altLang="zh-CN"/>
          </a:p>
          <a:p>
            <a:pPr lvl="2"/>
            <a:r>
              <a:rPr lang="zh-CN" altLang="zh-CN"/>
              <a:t>第三级</a:t>
            </a:r>
            <a:endParaRPr lang="zh-CN" altLang="zh-CN"/>
          </a:p>
          <a:p>
            <a:pPr lvl="3"/>
            <a:r>
              <a:rPr lang="zh-CN" altLang="zh-CN"/>
              <a:t>第四级</a:t>
            </a:r>
            <a:endParaRPr lang="zh-CN" altLang="zh-CN"/>
          </a:p>
          <a:p>
            <a:pPr lvl="4"/>
            <a:r>
              <a:rPr lang="zh-CN" altLang="zh-CN"/>
              <a:t>第五级</a:t>
            </a:r>
            <a:endParaRPr lang="zh-CN" altLang="zh-CN"/>
          </a:p>
        </p:txBody>
      </p:sp>
      <p:sp>
        <p:nvSpPr>
          <p:cNvPr id="2053" name="Rectangle 7"/>
          <p:cNvSpPr/>
          <p:nvPr>
            <p:ph type="dt" sz="half" idx="2"/>
          </p:nvPr>
        </p:nvSpPr>
        <p:spPr bwMode="auto">
          <a:xfrm>
            <a:off x="457200" y="6245225"/>
            <a:ext cx="2133600" cy="476250"/>
          </a:xfrm>
          <a:prstGeom prst="rect">
            <a:avLst/>
          </a:prstGeom>
          <a:noFill/>
          <a:ln>
            <a:noFill/>
          </a:ln>
        </p:spPr>
        <p:txBody>
          <a:bodyPr vert="horz" wrap="square" lIns="91440" tIns="45720" rIns="91440" bIns="45720" numCol="1" anchor="t" anchorCtr="0" compatLnSpc="1"/>
          <a:lstStyle>
            <a:lvl1pPr eaLnBrk="1" hangingPunct="1">
              <a:buFont typeface="Arial" panose="020B0604020202090204" pitchFamily="34" charset="0"/>
              <a:buNone/>
              <a:defRPr sz="1400">
                <a:latin typeface="Arial" panose="020B0604020202090204" pitchFamily="34" charset="0"/>
                <a:ea typeface="宋体" pitchFamily="2" charset="-122"/>
              </a:defRPr>
            </a:lvl1pPr>
          </a:lstStyle>
          <a:p>
            <a:pPr>
              <a:defRPr/>
            </a:pPr>
            <a:fld id="{9D09A4DB-611D-4613-8C9C-E1DAE78F3307}" type="datetime4">
              <a:rPr lang="en-US" altLang="zh-CN"/>
            </a:fld>
            <a:endParaRPr lang="en-US" altLang="zh-CN"/>
          </a:p>
        </p:txBody>
      </p:sp>
      <p:sp>
        <p:nvSpPr>
          <p:cNvPr id="2054" name="Rectangle 8"/>
          <p:cNvSpPr/>
          <p:nvPr>
            <p:ph type="ftr" sz="quarter" idx="3"/>
          </p:nvPr>
        </p:nvSpPr>
        <p:spPr bwMode="auto">
          <a:xfrm>
            <a:off x="3124200" y="6245225"/>
            <a:ext cx="2895600" cy="476250"/>
          </a:xfrm>
          <a:prstGeom prst="rect">
            <a:avLst/>
          </a:prstGeom>
          <a:noFill/>
          <a:ln>
            <a:noFill/>
          </a:ln>
        </p:spPr>
        <p:txBody>
          <a:bodyPr vert="horz" wrap="square" lIns="91440" tIns="45720" rIns="91440" bIns="45720" numCol="1" anchor="t" anchorCtr="0" compatLnSpc="1"/>
          <a:lstStyle>
            <a:lvl1pPr algn="ctr" eaLnBrk="1" hangingPunct="1">
              <a:buFont typeface="Arial" panose="020B0604020202090204" pitchFamily="34" charset="0"/>
              <a:buNone/>
              <a:defRPr sz="1400">
                <a:latin typeface="Arial" panose="020B0604020202090204" pitchFamily="34" charset="0"/>
                <a:ea typeface="宋体" pitchFamily="2" charset="-122"/>
              </a:defRPr>
            </a:lvl1pPr>
          </a:lstStyle>
          <a:p>
            <a:pPr>
              <a:defRPr/>
            </a:pPr>
            <a:endParaRPr lang="en-US" altLang="zh-CN"/>
          </a:p>
        </p:txBody>
      </p:sp>
      <p:sp>
        <p:nvSpPr>
          <p:cNvPr id="2055" name="Rectangle 9"/>
          <p:cNvSpPr/>
          <p:nvPr>
            <p:ph type="sldNum" sz="quarter" idx="4"/>
          </p:nvPr>
        </p:nvSpPr>
        <p:spPr bwMode="auto">
          <a:xfrm>
            <a:off x="6553200" y="6245225"/>
            <a:ext cx="2133600" cy="476250"/>
          </a:xfrm>
          <a:prstGeom prst="rect">
            <a:avLst/>
          </a:prstGeom>
          <a:noFill/>
          <a:ln>
            <a:noFill/>
          </a:ln>
        </p:spPr>
        <p:txBody>
          <a:bodyPr vert="horz" wrap="square" lIns="91440" tIns="45720" rIns="91440" bIns="45720" numCol="1" anchor="t" anchorCtr="0" compatLnSpc="1"/>
          <a:lstStyle>
            <a:lvl1pPr algn="r" eaLnBrk="1" hangingPunct="1">
              <a:buFont typeface="Arial" panose="020B0604020202090204" pitchFamily="34" charset="0"/>
              <a:buNone/>
              <a:defRPr sz="1400">
                <a:ea typeface="宋体" pitchFamily="2" charset="-122"/>
              </a:defRPr>
            </a:lvl1pPr>
          </a:lstStyle>
          <a:p>
            <a:pPr>
              <a:defRPr/>
            </a:pPr>
            <a:fld id="{2C8A2E62-60F0-421F-B6FC-171753A3F0AE}"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2pPr>
      <a:lvl3pPr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3pPr>
      <a:lvl4pPr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4pPr>
      <a:lvl5pPr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5pPr>
      <a:lvl6pPr marL="457200"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6pPr>
      <a:lvl7pPr marL="914400"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7pPr>
      <a:lvl8pPr marL="1371600"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8pPr>
      <a:lvl9pPr marL="1828800"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9pPr>
    </p:titleStyle>
    <p:body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p:nvPr>
            <p:ph type="title" idx="4294967295"/>
          </p:nvPr>
        </p:nvSpPr>
        <p:spPr bwMode="auto">
          <a:xfrm>
            <a:off x="609600" y="609600"/>
            <a:ext cx="7707313"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单击此处编辑母版标题样式</a:t>
            </a:r>
            <a:endParaRPr lang="en-US" altLang="en-US"/>
          </a:p>
        </p:txBody>
      </p:sp>
      <p:sp>
        <p:nvSpPr>
          <p:cNvPr id="1027" name="Rectangle 3"/>
          <p:cNvSpPr/>
          <p:nvPr>
            <p:ph type="body" idx="9"/>
          </p:nvPr>
        </p:nvSpPr>
        <p:spPr bwMode="auto">
          <a:xfrm>
            <a:off x="609600" y="1301750"/>
            <a:ext cx="7848600" cy="482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ltLang="en-US"/>
          </a:p>
        </p:txBody>
      </p:sp>
      <p:sp>
        <p:nvSpPr>
          <p:cNvPr id="1028" name="Freeform 7"/>
          <p:cNvSpPr/>
          <p:nvPr/>
        </p:nvSpPr>
        <p:spPr bwMode="auto">
          <a:xfrm>
            <a:off x="533400" y="533400"/>
            <a:ext cx="8001000" cy="609600"/>
          </a:xfrm>
          <a:custGeom>
            <a:avLst/>
            <a:gdLst>
              <a:gd name="T0" fmla="*/ 0 w 1000"/>
              <a:gd name="T1" fmla="*/ 1000 h 1000"/>
              <a:gd name="T2" fmla="*/ 0 w 1000"/>
              <a:gd name="T3" fmla="*/ 0 h 1000"/>
              <a:gd name="T4" fmla="*/ 1000 w 1000"/>
              <a:gd name="T5" fmla="*/ 0 h 1000"/>
            </a:gdLst>
            <a:ahLst/>
            <a:cxnLst>
              <a:cxn ang="0">
                <a:pos x="T0" y="T1"/>
              </a:cxn>
              <a:cxn ang="0">
                <a:pos x="T2" y="T3"/>
              </a:cxn>
              <a:cxn ang="0">
                <a:pos x="T4" y="T5"/>
              </a:cxn>
            </a:cxnLst>
            <a:rect l="0" t="0" r="r" b="b"/>
            <a:pathLst>
              <a:path w="1000" h="1000">
                <a:moveTo>
                  <a:pt x="0" y="1000"/>
                </a:moveTo>
                <a:lnTo>
                  <a:pt x="0" y="0"/>
                </a:lnTo>
                <a:lnTo>
                  <a:pt x="1000" y="0"/>
                </a:lnTo>
              </a:path>
            </a:pathLst>
          </a:custGeom>
          <a:noFill/>
          <a:ln w="19050">
            <a:solidFill>
              <a:schemeClr val="accent1"/>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Palatino Linotype" pitchFamily="18" charset="0"/>
                <a:ea typeface="宋体" pitchFamily="2" charset="-122"/>
              </a:defRPr>
            </a:lvl1pPr>
            <a:lvl2pPr>
              <a:defRPr>
                <a:solidFill>
                  <a:schemeClr val="tx1"/>
                </a:solidFill>
                <a:latin typeface="Palatino Linotype" pitchFamily="18" charset="0"/>
                <a:ea typeface="宋体" pitchFamily="2" charset="-122"/>
              </a:defRPr>
            </a:lvl2pPr>
            <a:lvl3pPr>
              <a:defRPr>
                <a:solidFill>
                  <a:schemeClr val="tx1"/>
                </a:solidFill>
                <a:latin typeface="Palatino Linotype" pitchFamily="18" charset="0"/>
                <a:ea typeface="宋体" pitchFamily="2" charset="-122"/>
              </a:defRPr>
            </a:lvl3pPr>
            <a:lvl4pPr>
              <a:defRPr>
                <a:solidFill>
                  <a:schemeClr val="tx1"/>
                </a:solidFill>
                <a:latin typeface="Palatino Linotype" pitchFamily="18" charset="0"/>
                <a:ea typeface="宋体" pitchFamily="2" charset="-122"/>
              </a:defRPr>
            </a:lvl4pPr>
            <a:lvl5pPr>
              <a:defRPr>
                <a:solidFill>
                  <a:schemeClr val="tx1"/>
                </a:solidFill>
                <a:latin typeface="Palatino Linotype"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Palatino Linotype"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Palatino Linotype"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Palatino Linotype"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Palatino Linotype" pitchFamily="18" charset="0"/>
                <a:ea typeface="宋体" pitchFamily="2" charset="-122"/>
              </a:defRPr>
            </a:lvl9pPr>
          </a:lstStyle>
          <a:p>
            <a:pPr eaLnBrk="1" hangingPunct="1">
              <a:buFont typeface="Arial" panose="020B0604020202090204" pitchFamily="34" charset="0"/>
              <a:buNone/>
              <a:defRPr/>
            </a:pPr>
            <a:endParaRPr lang="zh-CN" altLang="en-US">
              <a:sym typeface="+mn-ea"/>
            </a:endParaRPr>
          </a:p>
        </p:txBody>
      </p:sp>
      <p:sp>
        <p:nvSpPr>
          <p:cNvPr id="1029" name="Line 8"/>
          <p:cNvSpPr/>
          <p:nvPr/>
        </p:nvSpPr>
        <p:spPr bwMode="auto">
          <a:xfrm>
            <a:off x="533400" y="6172200"/>
            <a:ext cx="8001000" cy="0"/>
          </a:xfrm>
          <a:prstGeom prst="line">
            <a:avLst/>
          </a:prstGeom>
          <a:noFill/>
          <a:ln w="19050">
            <a:solidFill>
              <a:schemeClr val="accent1"/>
            </a:solidFill>
            <a:round/>
          </a:ln>
          <a:extLst>
            <a:ext uri="{909E8E84-426E-40DD-AFC4-6F175D3DCCD1}">
              <a14:hiddenFill xmlns:a14="http://schemas.microsoft.com/office/drawing/2010/main">
                <a:noFill/>
              </a14:hiddenFill>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txStyles>
    <p:titleStyle>
      <a:lvl1pPr algn="l" rtl="0" eaLnBrk="1" fontAlgn="base" hangingPunct="1">
        <a:spcBef>
          <a:spcPct val="0"/>
        </a:spcBef>
        <a:spcAft>
          <a:spcPct val="0"/>
        </a:spcAft>
        <a:defRPr sz="4000" kern="1200">
          <a:solidFill>
            <a:schemeClr val="tx2"/>
          </a:solidFill>
          <a:latin typeface="+mj-lt"/>
          <a:ea typeface="+mj-ea"/>
          <a:cs typeface="+mj-cs"/>
        </a:defRPr>
      </a:lvl1pPr>
      <a:lvl2pPr algn="l" rtl="0" eaLnBrk="1" fontAlgn="base" hangingPunct="1">
        <a:spcBef>
          <a:spcPct val="0"/>
        </a:spcBef>
        <a:spcAft>
          <a:spcPct val="0"/>
        </a:spcAft>
        <a:defRPr sz="4000">
          <a:solidFill>
            <a:schemeClr val="tx2"/>
          </a:solidFill>
          <a:latin typeface="Bookman Old Style" pitchFamily="18" charset="0"/>
          <a:ea typeface="宋体" pitchFamily="2" charset="-122"/>
        </a:defRPr>
      </a:lvl2pPr>
      <a:lvl3pPr algn="l" rtl="0" eaLnBrk="1" fontAlgn="base" hangingPunct="1">
        <a:spcBef>
          <a:spcPct val="0"/>
        </a:spcBef>
        <a:spcAft>
          <a:spcPct val="0"/>
        </a:spcAft>
        <a:defRPr sz="4000">
          <a:solidFill>
            <a:schemeClr val="tx2"/>
          </a:solidFill>
          <a:latin typeface="Bookman Old Style" pitchFamily="18" charset="0"/>
          <a:ea typeface="宋体" pitchFamily="2" charset="-122"/>
        </a:defRPr>
      </a:lvl3pPr>
      <a:lvl4pPr algn="l" rtl="0" eaLnBrk="1" fontAlgn="base" hangingPunct="1">
        <a:spcBef>
          <a:spcPct val="0"/>
        </a:spcBef>
        <a:spcAft>
          <a:spcPct val="0"/>
        </a:spcAft>
        <a:defRPr sz="4000">
          <a:solidFill>
            <a:schemeClr val="tx2"/>
          </a:solidFill>
          <a:latin typeface="Bookman Old Style" pitchFamily="18" charset="0"/>
          <a:ea typeface="宋体" pitchFamily="2" charset="-122"/>
        </a:defRPr>
      </a:lvl4pPr>
      <a:lvl5pPr algn="l" rtl="0" eaLnBrk="1" fontAlgn="base" hangingPunct="1">
        <a:spcBef>
          <a:spcPct val="0"/>
        </a:spcBef>
        <a:spcAft>
          <a:spcPct val="0"/>
        </a:spcAft>
        <a:defRPr sz="4000">
          <a:solidFill>
            <a:schemeClr val="tx2"/>
          </a:solidFill>
          <a:latin typeface="Bookman Old Style" pitchFamily="18" charset="0"/>
          <a:ea typeface="宋体" pitchFamily="2" charset="-122"/>
        </a:defRPr>
      </a:lvl5pPr>
      <a:lvl6pPr marL="457200" algn="l" rtl="0" eaLnBrk="1" fontAlgn="base" hangingPunct="1">
        <a:spcBef>
          <a:spcPct val="0"/>
        </a:spcBef>
        <a:spcAft>
          <a:spcPct val="0"/>
        </a:spcAft>
        <a:defRPr sz="4000">
          <a:solidFill>
            <a:schemeClr val="tx2"/>
          </a:solidFill>
          <a:latin typeface="Bookman Old Style" pitchFamily="18" charset="0"/>
          <a:ea typeface="宋体" pitchFamily="2" charset="-122"/>
        </a:defRPr>
      </a:lvl6pPr>
      <a:lvl7pPr marL="914400" algn="l" rtl="0" eaLnBrk="1" fontAlgn="base" hangingPunct="1">
        <a:spcBef>
          <a:spcPct val="0"/>
        </a:spcBef>
        <a:spcAft>
          <a:spcPct val="0"/>
        </a:spcAft>
        <a:defRPr sz="4000">
          <a:solidFill>
            <a:schemeClr val="tx2"/>
          </a:solidFill>
          <a:latin typeface="Bookman Old Style" pitchFamily="18" charset="0"/>
          <a:ea typeface="宋体" pitchFamily="2" charset="-122"/>
        </a:defRPr>
      </a:lvl7pPr>
      <a:lvl8pPr marL="1371600" algn="l" rtl="0" eaLnBrk="1" fontAlgn="base" hangingPunct="1">
        <a:spcBef>
          <a:spcPct val="0"/>
        </a:spcBef>
        <a:spcAft>
          <a:spcPct val="0"/>
        </a:spcAft>
        <a:defRPr sz="4000">
          <a:solidFill>
            <a:schemeClr val="tx2"/>
          </a:solidFill>
          <a:latin typeface="Bookman Old Style" pitchFamily="18" charset="0"/>
          <a:ea typeface="宋体" pitchFamily="2" charset="-122"/>
        </a:defRPr>
      </a:lvl8pPr>
      <a:lvl9pPr marL="1828800" algn="l" rtl="0" eaLnBrk="1" fontAlgn="base" hangingPunct="1">
        <a:spcBef>
          <a:spcPct val="0"/>
        </a:spcBef>
        <a:spcAft>
          <a:spcPct val="0"/>
        </a:spcAft>
        <a:defRPr sz="4000">
          <a:solidFill>
            <a:schemeClr val="tx2"/>
          </a:solidFill>
          <a:latin typeface="Bookman Old Style" pitchFamily="18" charset="0"/>
          <a:ea typeface="宋体" pitchFamily="2" charset="-122"/>
        </a:defRPr>
      </a:lvl9pPr>
    </p:titleStyle>
    <p:bodyStyle>
      <a:lvl1pPr marL="342900" indent="-342900" algn="l" rtl="0" eaLnBrk="1" fontAlgn="base" hangingPunct="1">
        <a:spcBef>
          <a:spcPct val="20000"/>
        </a:spcBef>
        <a:spcAft>
          <a:spcPct val="0"/>
        </a:spcAft>
        <a:buClr>
          <a:schemeClr val="accent1"/>
        </a:buClr>
        <a:buSzPct val="65000"/>
        <a:buFont typeface="Wingdings" panose="05000000000000000000" pitchFamily="2" charset="2"/>
        <a:buChar char="n"/>
        <a:defRPr sz="2800" b="1" kern="1200">
          <a:solidFill>
            <a:srgbClr val="006699"/>
          </a:solidFill>
          <a:latin typeface="+mn-lt"/>
          <a:ea typeface="+mn-ea"/>
          <a:cs typeface="+mn-cs"/>
        </a:defRPr>
      </a:lvl1pPr>
      <a:lvl2pPr marL="669925" indent="-325755" algn="l" rtl="0" eaLnBrk="1" fontAlgn="base" hangingPunct="1">
        <a:spcBef>
          <a:spcPct val="20000"/>
        </a:spcBef>
        <a:spcAft>
          <a:spcPct val="0"/>
        </a:spcAft>
        <a:buClr>
          <a:schemeClr val="accent2"/>
        </a:buClr>
        <a:buSzPct val="60000"/>
        <a:buFont typeface="Wingdings" panose="05000000000000000000" pitchFamily="2" charset="2"/>
        <a:buChar char="q"/>
        <a:defRPr sz="2400" kern="1200">
          <a:solidFill>
            <a:schemeClr val="tx1"/>
          </a:solidFill>
          <a:latin typeface="+mn-lt"/>
          <a:ea typeface="+mn-ea"/>
          <a:cs typeface="+mn-cs"/>
        </a:defRPr>
      </a:lvl2pPr>
      <a:lvl3pPr marL="1022350" indent="-351155" algn="l" rtl="0" eaLnBrk="1" fontAlgn="base" hangingPunct="1">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Arial" panose="020B0604020202090204" pitchFamily="34" charset="0"/>
          <a:ea typeface="+mn-ea"/>
          <a:cs typeface="+mn-cs"/>
        </a:defRPr>
      </a:lvl3pPr>
      <a:lvl4pPr marL="1339850" indent="-316230" algn="l" rtl="0" eaLnBrk="1" fontAlgn="base" hangingPunct="1">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Arial" panose="020B0604020202090204" pitchFamily="34" charset="0"/>
          <a:ea typeface="+mn-ea"/>
          <a:cs typeface="+mn-cs"/>
        </a:defRPr>
      </a:lvl4pPr>
      <a:lvl5pPr marL="1681480" indent="-339725" algn="l" rtl="0" eaLnBrk="1" fontAlgn="base" hangingPunct="1">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Arial" panose="020B0604020202090204" pitchFamily="34" charset="0"/>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9" Type="http://schemas.openxmlformats.org/officeDocument/2006/relationships/customXml" Target="../ink/ink48.xml"/><Relationship Id="rId98" Type="http://schemas.openxmlformats.org/officeDocument/2006/relationships/image" Target="../media/image51.png"/><Relationship Id="rId97" Type="http://schemas.openxmlformats.org/officeDocument/2006/relationships/customXml" Target="../ink/ink47.xml"/><Relationship Id="rId96" Type="http://schemas.openxmlformats.org/officeDocument/2006/relationships/image" Target="../media/image50.png"/><Relationship Id="rId95" Type="http://schemas.openxmlformats.org/officeDocument/2006/relationships/customXml" Target="../ink/ink46.xml"/><Relationship Id="rId94" Type="http://schemas.openxmlformats.org/officeDocument/2006/relationships/image" Target="../media/image49.png"/><Relationship Id="rId93" Type="http://schemas.openxmlformats.org/officeDocument/2006/relationships/customXml" Target="../ink/ink45.xml"/><Relationship Id="rId92" Type="http://schemas.openxmlformats.org/officeDocument/2006/relationships/image" Target="../media/image48.png"/><Relationship Id="rId91" Type="http://schemas.openxmlformats.org/officeDocument/2006/relationships/customXml" Target="../ink/ink44.xml"/><Relationship Id="rId90" Type="http://schemas.openxmlformats.org/officeDocument/2006/relationships/image" Target="../media/image47.png"/><Relationship Id="rId9" Type="http://schemas.openxmlformats.org/officeDocument/2006/relationships/customXml" Target="../ink/ink3.xml"/><Relationship Id="rId89" Type="http://schemas.openxmlformats.org/officeDocument/2006/relationships/customXml" Target="../ink/ink43.xml"/><Relationship Id="rId88" Type="http://schemas.openxmlformats.org/officeDocument/2006/relationships/image" Target="../media/image46.png"/><Relationship Id="rId87" Type="http://schemas.openxmlformats.org/officeDocument/2006/relationships/customXml" Target="../ink/ink42.xml"/><Relationship Id="rId86" Type="http://schemas.openxmlformats.org/officeDocument/2006/relationships/image" Target="../media/image45.png"/><Relationship Id="rId85" Type="http://schemas.openxmlformats.org/officeDocument/2006/relationships/customXml" Target="../ink/ink41.xml"/><Relationship Id="rId84" Type="http://schemas.openxmlformats.org/officeDocument/2006/relationships/image" Target="../media/image44.png"/><Relationship Id="rId83" Type="http://schemas.openxmlformats.org/officeDocument/2006/relationships/customXml" Target="../ink/ink40.xml"/><Relationship Id="rId82" Type="http://schemas.openxmlformats.org/officeDocument/2006/relationships/image" Target="../media/image43.png"/><Relationship Id="rId81" Type="http://schemas.openxmlformats.org/officeDocument/2006/relationships/customXml" Target="../ink/ink39.xml"/><Relationship Id="rId80" Type="http://schemas.openxmlformats.org/officeDocument/2006/relationships/image" Target="../media/image42.png"/><Relationship Id="rId8" Type="http://schemas.openxmlformats.org/officeDocument/2006/relationships/image" Target="../media/image6.png"/><Relationship Id="rId79" Type="http://schemas.openxmlformats.org/officeDocument/2006/relationships/customXml" Target="../ink/ink38.xml"/><Relationship Id="rId78" Type="http://schemas.openxmlformats.org/officeDocument/2006/relationships/image" Target="../media/image41.png"/><Relationship Id="rId77" Type="http://schemas.openxmlformats.org/officeDocument/2006/relationships/customXml" Target="../ink/ink37.xml"/><Relationship Id="rId76" Type="http://schemas.openxmlformats.org/officeDocument/2006/relationships/image" Target="../media/image40.png"/><Relationship Id="rId75" Type="http://schemas.openxmlformats.org/officeDocument/2006/relationships/customXml" Target="../ink/ink36.xml"/><Relationship Id="rId74" Type="http://schemas.openxmlformats.org/officeDocument/2006/relationships/image" Target="../media/image39.png"/><Relationship Id="rId73" Type="http://schemas.openxmlformats.org/officeDocument/2006/relationships/customXml" Target="../ink/ink35.xml"/><Relationship Id="rId72" Type="http://schemas.openxmlformats.org/officeDocument/2006/relationships/image" Target="../media/image38.png"/><Relationship Id="rId71" Type="http://schemas.openxmlformats.org/officeDocument/2006/relationships/customXml" Target="../ink/ink34.xml"/><Relationship Id="rId70" Type="http://schemas.openxmlformats.org/officeDocument/2006/relationships/image" Target="../media/image37.png"/><Relationship Id="rId7" Type="http://schemas.openxmlformats.org/officeDocument/2006/relationships/customXml" Target="../ink/ink2.xml"/><Relationship Id="rId69" Type="http://schemas.openxmlformats.org/officeDocument/2006/relationships/customXml" Target="../ink/ink33.xml"/><Relationship Id="rId68" Type="http://schemas.openxmlformats.org/officeDocument/2006/relationships/image" Target="../media/image36.png"/><Relationship Id="rId67" Type="http://schemas.openxmlformats.org/officeDocument/2006/relationships/customXml" Target="../ink/ink32.xml"/><Relationship Id="rId66" Type="http://schemas.openxmlformats.org/officeDocument/2006/relationships/image" Target="../media/image35.png"/><Relationship Id="rId65" Type="http://schemas.openxmlformats.org/officeDocument/2006/relationships/customXml" Target="../ink/ink31.xml"/><Relationship Id="rId64" Type="http://schemas.openxmlformats.org/officeDocument/2006/relationships/image" Target="../media/image34.png"/><Relationship Id="rId63" Type="http://schemas.openxmlformats.org/officeDocument/2006/relationships/customXml" Target="../ink/ink30.xml"/><Relationship Id="rId62" Type="http://schemas.openxmlformats.org/officeDocument/2006/relationships/image" Target="../media/image33.png"/><Relationship Id="rId61" Type="http://schemas.openxmlformats.org/officeDocument/2006/relationships/customXml" Target="../ink/ink29.xml"/><Relationship Id="rId60" Type="http://schemas.openxmlformats.org/officeDocument/2006/relationships/image" Target="../media/image32.png"/><Relationship Id="rId6" Type="http://schemas.openxmlformats.org/officeDocument/2006/relationships/image" Target="../media/image5.png"/><Relationship Id="rId59" Type="http://schemas.openxmlformats.org/officeDocument/2006/relationships/customXml" Target="../ink/ink28.xml"/><Relationship Id="rId58" Type="http://schemas.openxmlformats.org/officeDocument/2006/relationships/image" Target="../media/image31.png"/><Relationship Id="rId57" Type="http://schemas.openxmlformats.org/officeDocument/2006/relationships/customXml" Target="../ink/ink27.xml"/><Relationship Id="rId56" Type="http://schemas.openxmlformats.org/officeDocument/2006/relationships/image" Target="../media/image30.png"/><Relationship Id="rId55" Type="http://schemas.openxmlformats.org/officeDocument/2006/relationships/customXml" Target="../ink/ink26.xml"/><Relationship Id="rId54" Type="http://schemas.openxmlformats.org/officeDocument/2006/relationships/image" Target="../media/image29.png"/><Relationship Id="rId53" Type="http://schemas.openxmlformats.org/officeDocument/2006/relationships/customXml" Target="../ink/ink25.xml"/><Relationship Id="rId52" Type="http://schemas.openxmlformats.org/officeDocument/2006/relationships/image" Target="../media/image28.png"/><Relationship Id="rId51" Type="http://schemas.openxmlformats.org/officeDocument/2006/relationships/customXml" Target="../ink/ink24.xml"/><Relationship Id="rId50" Type="http://schemas.openxmlformats.org/officeDocument/2006/relationships/image" Target="../media/image27.png"/><Relationship Id="rId5" Type="http://schemas.openxmlformats.org/officeDocument/2006/relationships/customXml" Target="../ink/ink1.xml"/><Relationship Id="rId49" Type="http://schemas.openxmlformats.org/officeDocument/2006/relationships/customXml" Target="../ink/ink23.xml"/><Relationship Id="rId48" Type="http://schemas.openxmlformats.org/officeDocument/2006/relationships/image" Target="../media/image26.png"/><Relationship Id="rId47" Type="http://schemas.openxmlformats.org/officeDocument/2006/relationships/customXml" Target="../ink/ink22.xml"/><Relationship Id="rId46" Type="http://schemas.openxmlformats.org/officeDocument/2006/relationships/image" Target="../media/image25.png"/><Relationship Id="rId45" Type="http://schemas.openxmlformats.org/officeDocument/2006/relationships/customXml" Target="../ink/ink21.xml"/><Relationship Id="rId44" Type="http://schemas.openxmlformats.org/officeDocument/2006/relationships/image" Target="../media/image24.png"/><Relationship Id="rId43" Type="http://schemas.openxmlformats.org/officeDocument/2006/relationships/customXml" Target="../ink/ink20.xml"/><Relationship Id="rId42" Type="http://schemas.openxmlformats.org/officeDocument/2006/relationships/image" Target="../media/image23.png"/><Relationship Id="rId41" Type="http://schemas.openxmlformats.org/officeDocument/2006/relationships/customXml" Target="../ink/ink19.xml"/><Relationship Id="rId40" Type="http://schemas.openxmlformats.org/officeDocument/2006/relationships/image" Target="../media/image22.png"/><Relationship Id="rId4" Type="http://schemas.openxmlformats.org/officeDocument/2006/relationships/image" Target="../media/image4.png"/><Relationship Id="rId39" Type="http://schemas.openxmlformats.org/officeDocument/2006/relationships/customXml" Target="../ink/ink18.xml"/><Relationship Id="rId38" Type="http://schemas.openxmlformats.org/officeDocument/2006/relationships/image" Target="../media/image21.png"/><Relationship Id="rId37" Type="http://schemas.openxmlformats.org/officeDocument/2006/relationships/customXml" Target="../ink/ink17.xml"/><Relationship Id="rId36" Type="http://schemas.openxmlformats.org/officeDocument/2006/relationships/image" Target="../media/image20.png"/><Relationship Id="rId35" Type="http://schemas.openxmlformats.org/officeDocument/2006/relationships/customXml" Target="../ink/ink16.xml"/><Relationship Id="rId34" Type="http://schemas.openxmlformats.org/officeDocument/2006/relationships/image" Target="../media/image19.png"/><Relationship Id="rId33" Type="http://schemas.openxmlformats.org/officeDocument/2006/relationships/customXml" Target="../ink/ink15.xml"/><Relationship Id="rId32" Type="http://schemas.openxmlformats.org/officeDocument/2006/relationships/image" Target="../media/image18.png"/><Relationship Id="rId31" Type="http://schemas.openxmlformats.org/officeDocument/2006/relationships/customXml" Target="../ink/ink14.xml"/><Relationship Id="rId30" Type="http://schemas.openxmlformats.org/officeDocument/2006/relationships/image" Target="../media/image17.png"/><Relationship Id="rId3" Type="http://schemas.openxmlformats.org/officeDocument/2006/relationships/image" Target="../media/image3.png"/><Relationship Id="rId29" Type="http://schemas.openxmlformats.org/officeDocument/2006/relationships/customXml" Target="../ink/ink13.xml"/><Relationship Id="rId28" Type="http://schemas.openxmlformats.org/officeDocument/2006/relationships/image" Target="../media/image16.png"/><Relationship Id="rId27" Type="http://schemas.openxmlformats.org/officeDocument/2006/relationships/customXml" Target="../ink/ink12.xml"/><Relationship Id="rId26" Type="http://schemas.openxmlformats.org/officeDocument/2006/relationships/image" Target="../media/image15.png"/><Relationship Id="rId25" Type="http://schemas.openxmlformats.org/officeDocument/2006/relationships/customXml" Target="../ink/ink11.xml"/><Relationship Id="rId24" Type="http://schemas.openxmlformats.org/officeDocument/2006/relationships/image" Target="../media/image14.png"/><Relationship Id="rId23" Type="http://schemas.openxmlformats.org/officeDocument/2006/relationships/customXml" Target="../ink/ink10.xml"/><Relationship Id="rId220" Type="http://schemas.openxmlformats.org/officeDocument/2006/relationships/slideLayout" Target="../slideLayouts/slideLayout24.xml"/><Relationship Id="rId22" Type="http://schemas.openxmlformats.org/officeDocument/2006/relationships/image" Target="../media/image13.png"/><Relationship Id="rId219" Type="http://schemas.openxmlformats.org/officeDocument/2006/relationships/image" Target="../media/image111.png"/><Relationship Id="rId218" Type="http://schemas.openxmlformats.org/officeDocument/2006/relationships/customXml" Target="../ink/ink108.xml"/><Relationship Id="rId217" Type="http://schemas.openxmlformats.org/officeDocument/2006/relationships/image" Target="../media/image110.png"/><Relationship Id="rId216" Type="http://schemas.openxmlformats.org/officeDocument/2006/relationships/customXml" Target="../ink/ink107.xml"/><Relationship Id="rId215" Type="http://schemas.openxmlformats.org/officeDocument/2006/relationships/image" Target="../media/image109.png"/><Relationship Id="rId214" Type="http://schemas.openxmlformats.org/officeDocument/2006/relationships/customXml" Target="../ink/ink106.xml"/><Relationship Id="rId213" Type="http://schemas.openxmlformats.org/officeDocument/2006/relationships/image" Target="../media/image108.png"/><Relationship Id="rId212" Type="http://schemas.openxmlformats.org/officeDocument/2006/relationships/customXml" Target="../ink/ink105.xml"/><Relationship Id="rId211" Type="http://schemas.openxmlformats.org/officeDocument/2006/relationships/image" Target="../media/image107.png"/><Relationship Id="rId210" Type="http://schemas.openxmlformats.org/officeDocument/2006/relationships/customXml" Target="../ink/ink104.xml"/><Relationship Id="rId21" Type="http://schemas.openxmlformats.org/officeDocument/2006/relationships/customXml" Target="../ink/ink9.xml"/><Relationship Id="rId209" Type="http://schemas.openxmlformats.org/officeDocument/2006/relationships/image" Target="../media/image106.png"/><Relationship Id="rId208" Type="http://schemas.openxmlformats.org/officeDocument/2006/relationships/customXml" Target="../ink/ink103.xml"/><Relationship Id="rId207" Type="http://schemas.openxmlformats.org/officeDocument/2006/relationships/image" Target="../media/image105.png"/><Relationship Id="rId206" Type="http://schemas.openxmlformats.org/officeDocument/2006/relationships/customXml" Target="../ink/ink102.xml"/><Relationship Id="rId205" Type="http://schemas.openxmlformats.org/officeDocument/2006/relationships/image" Target="../media/image104.png"/><Relationship Id="rId204" Type="http://schemas.openxmlformats.org/officeDocument/2006/relationships/customXml" Target="../ink/ink101.xml"/><Relationship Id="rId203" Type="http://schemas.openxmlformats.org/officeDocument/2006/relationships/customXml" Target="../ink/ink100.xml"/><Relationship Id="rId202" Type="http://schemas.openxmlformats.org/officeDocument/2006/relationships/image" Target="../media/image103.png"/><Relationship Id="rId201" Type="http://schemas.openxmlformats.org/officeDocument/2006/relationships/customXml" Target="../ink/ink99.xml"/><Relationship Id="rId200" Type="http://schemas.openxmlformats.org/officeDocument/2006/relationships/image" Target="../media/image102.png"/><Relationship Id="rId20" Type="http://schemas.openxmlformats.org/officeDocument/2006/relationships/image" Target="../media/image12.png"/><Relationship Id="rId2" Type="http://schemas.openxmlformats.org/officeDocument/2006/relationships/image" Target="../media/image2.png"/><Relationship Id="rId199" Type="http://schemas.openxmlformats.org/officeDocument/2006/relationships/customXml" Target="../ink/ink98.xml"/><Relationship Id="rId198" Type="http://schemas.openxmlformats.org/officeDocument/2006/relationships/image" Target="../media/image101.png"/><Relationship Id="rId197" Type="http://schemas.openxmlformats.org/officeDocument/2006/relationships/customXml" Target="../ink/ink97.xml"/><Relationship Id="rId196" Type="http://schemas.openxmlformats.org/officeDocument/2006/relationships/image" Target="../media/image100.png"/><Relationship Id="rId195" Type="http://schemas.openxmlformats.org/officeDocument/2006/relationships/customXml" Target="../ink/ink96.xml"/><Relationship Id="rId194" Type="http://schemas.openxmlformats.org/officeDocument/2006/relationships/image" Target="../media/image99.png"/><Relationship Id="rId193" Type="http://schemas.openxmlformats.org/officeDocument/2006/relationships/customXml" Target="../ink/ink95.xml"/><Relationship Id="rId192" Type="http://schemas.openxmlformats.org/officeDocument/2006/relationships/image" Target="../media/image98.png"/><Relationship Id="rId191" Type="http://schemas.openxmlformats.org/officeDocument/2006/relationships/customXml" Target="../ink/ink94.xml"/><Relationship Id="rId190" Type="http://schemas.openxmlformats.org/officeDocument/2006/relationships/image" Target="../media/image97.png"/><Relationship Id="rId19" Type="http://schemas.openxmlformats.org/officeDocument/2006/relationships/customXml" Target="../ink/ink8.xml"/><Relationship Id="rId189" Type="http://schemas.openxmlformats.org/officeDocument/2006/relationships/customXml" Target="../ink/ink93.xml"/><Relationship Id="rId188" Type="http://schemas.openxmlformats.org/officeDocument/2006/relationships/image" Target="../media/image96.png"/><Relationship Id="rId187" Type="http://schemas.openxmlformats.org/officeDocument/2006/relationships/customXml" Target="../ink/ink92.xml"/><Relationship Id="rId186" Type="http://schemas.openxmlformats.org/officeDocument/2006/relationships/image" Target="../media/image95.png"/><Relationship Id="rId185" Type="http://schemas.openxmlformats.org/officeDocument/2006/relationships/customXml" Target="../ink/ink91.xml"/><Relationship Id="rId184" Type="http://schemas.openxmlformats.org/officeDocument/2006/relationships/image" Target="../media/image94.png"/><Relationship Id="rId183" Type="http://schemas.openxmlformats.org/officeDocument/2006/relationships/customXml" Target="../ink/ink90.xml"/><Relationship Id="rId182" Type="http://schemas.openxmlformats.org/officeDocument/2006/relationships/image" Target="../media/image93.png"/><Relationship Id="rId181" Type="http://schemas.openxmlformats.org/officeDocument/2006/relationships/customXml" Target="../ink/ink89.xml"/><Relationship Id="rId180" Type="http://schemas.openxmlformats.org/officeDocument/2006/relationships/image" Target="../media/image92.png"/><Relationship Id="rId18" Type="http://schemas.openxmlformats.org/officeDocument/2006/relationships/image" Target="../media/image11.png"/><Relationship Id="rId179" Type="http://schemas.openxmlformats.org/officeDocument/2006/relationships/customXml" Target="../ink/ink88.xml"/><Relationship Id="rId178" Type="http://schemas.openxmlformats.org/officeDocument/2006/relationships/image" Target="../media/image91.png"/><Relationship Id="rId177" Type="http://schemas.openxmlformats.org/officeDocument/2006/relationships/customXml" Target="../ink/ink87.xml"/><Relationship Id="rId176" Type="http://schemas.openxmlformats.org/officeDocument/2006/relationships/image" Target="../media/image90.png"/><Relationship Id="rId175" Type="http://schemas.openxmlformats.org/officeDocument/2006/relationships/customXml" Target="../ink/ink86.xml"/><Relationship Id="rId174" Type="http://schemas.openxmlformats.org/officeDocument/2006/relationships/image" Target="../media/image89.png"/><Relationship Id="rId173" Type="http://schemas.openxmlformats.org/officeDocument/2006/relationships/customXml" Target="../ink/ink85.xml"/><Relationship Id="rId172" Type="http://schemas.openxmlformats.org/officeDocument/2006/relationships/image" Target="../media/image88.png"/><Relationship Id="rId171" Type="http://schemas.openxmlformats.org/officeDocument/2006/relationships/customXml" Target="../ink/ink84.xml"/><Relationship Id="rId170" Type="http://schemas.openxmlformats.org/officeDocument/2006/relationships/image" Target="../media/image87.png"/><Relationship Id="rId17" Type="http://schemas.openxmlformats.org/officeDocument/2006/relationships/customXml" Target="../ink/ink7.xml"/><Relationship Id="rId169" Type="http://schemas.openxmlformats.org/officeDocument/2006/relationships/customXml" Target="../ink/ink83.xml"/><Relationship Id="rId168" Type="http://schemas.openxmlformats.org/officeDocument/2006/relationships/image" Target="../media/image86.png"/><Relationship Id="rId167" Type="http://schemas.openxmlformats.org/officeDocument/2006/relationships/customXml" Target="../ink/ink82.xml"/><Relationship Id="rId166" Type="http://schemas.openxmlformats.org/officeDocument/2006/relationships/image" Target="../media/image85.png"/><Relationship Id="rId165" Type="http://schemas.openxmlformats.org/officeDocument/2006/relationships/customXml" Target="../ink/ink81.xml"/><Relationship Id="rId164" Type="http://schemas.openxmlformats.org/officeDocument/2006/relationships/image" Target="../media/image84.png"/><Relationship Id="rId163" Type="http://schemas.openxmlformats.org/officeDocument/2006/relationships/customXml" Target="../ink/ink80.xml"/><Relationship Id="rId162" Type="http://schemas.openxmlformats.org/officeDocument/2006/relationships/image" Target="../media/image83.png"/><Relationship Id="rId161" Type="http://schemas.openxmlformats.org/officeDocument/2006/relationships/customXml" Target="../ink/ink79.xml"/><Relationship Id="rId160" Type="http://schemas.openxmlformats.org/officeDocument/2006/relationships/image" Target="../media/image82.png"/><Relationship Id="rId16" Type="http://schemas.openxmlformats.org/officeDocument/2006/relationships/image" Target="../media/image10.png"/><Relationship Id="rId159" Type="http://schemas.openxmlformats.org/officeDocument/2006/relationships/customXml" Target="../ink/ink78.xml"/><Relationship Id="rId158" Type="http://schemas.openxmlformats.org/officeDocument/2006/relationships/image" Target="../media/image81.png"/><Relationship Id="rId157" Type="http://schemas.openxmlformats.org/officeDocument/2006/relationships/customXml" Target="../ink/ink77.xml"/><Relationship Id="rId156" Type="http://schemas.openxmlformats.org/officeDocument/2006/relationships/image" Target="../media/image80.png"/><Relationship Id="rId155" Type="http://schemas.openxmlformats.org/officeDocument/2006/relationships/customXml" Target="../ink/ink76.xml"/><Relationship Id="rId154" Type="http://schemas.openxmlformats.org/officeDocument/2006/relationships/image" Target="../media/image79.png"/><Relationship Id="rId153" Type="http://schemas.openxmlformats.org/officeDocument/2006/relationships/customXml" Target="../ink/ink75.xml"/><Relationship Id="rId152" Type="http://schemas.openxmlformats.org/officeDocument/2006/relationships/image" Target="../media/image78.png"/><Relationship Id="rId151" Type="http://schemas.openxmlformats.org/officeDocument/2006/relationships/customXml" Target="../ink/ink74.xml"/><Relationship Id="rId150" Type="http://schemas.openxmlformats.org/officeDocument/2006/relationships/image" Target="../media/image77.png"/><Relationship Id="rId15" Type="http://schemas.openxmlformats.org/officeDocument/2006/relationships/customXml" Target="../ink/ink6.xml"/><Relationship Id="rId149" Type="http://schemas.openxmlformats.org/officeDocument/2006/relationships/customXml" Target="../ink/ink73.xml"/><Relationship Id="rId148" Type="http://schemas.openxmlformats.org/officeDocument/2006/relationships/image" Target="../media/image76.png"/><Relationship Id="rId147" Type="http://schemas.openxmlformats.org/officeDocument/2006/relationships/customXml" Target="../ink/ink72.xml"/><Relationship Id="rId146" Type="http://schemas.openxmlformats.org/officeDocument/2006/relationships/image" Target="../media/image75.png"/><Relationship Id="rId145" Type="http://schemas.openxmlformats.org/officeDocument/2006/relationships/customXml" Target="../ink/ink71.xml"/><Relationship Id="rId144" Type="http://schemas.openxmlformats.org/officeDocument/2006/relationships/image" Target="../media/image74.png"/><Relationship Id="rId143" Type="http://schemas.openxmlformats.org/officeDocument/2006/relationships/customXml" Target="../ink/ink70.xml"/><Relationship Id="rId142" Type="http://schemas.openxmlformats.org/officeDocument/2006/relationships/image" Target="../media/image73.png"/><Relationship Id="rId141" Type="http://schemas.openxmlformats.org/officeDocument/2006/relationships/customXml" Target="../ink/ink69.xml"/><Relationship Id="rId140" Type="http://schemas.openxmlformats.org/officeDocument/2006/relationships/image" Target="../media/image72.png"/><Relationship Id="rId14" Type="http://schemas.openxmlformats.org/officeDocument/2006/relationships/image" Target="../media/image9.png"/><Relationship Id="rId139" Type="http://schemas.openxmlformats.org/officeDocument/2006/relationships/customXml" Target="../ink/ink68.xml"/><Relationship Id="rId138" Type="http://schemas.openxmlformats.org/officeDocument/2006/relationships/image" Target="../media/image71.png"/><Relationship Id="rId137" Type="http://schemas.openxmlformats.org/officeDocument/2006/relationships/customXml" Target="../ink/ink67.xml"/><Relationship Id="rId136" Type="http://schemas.openxmlformats.org/officeDocument/2006/relationships/image" Target="../media/image70.png"/><Relationship Id="rId135" Type="http://schemas.openxmlformats.org/officeDocument/2006/relationships/customXml" Target="../ink/ink66.xml"/><Relationship Id="rId134" Type="http://schemas.openxmlformats.org/officeDocument/2006/relationships/image" Target="../media/image69.png"/><Relationship Id="rId133" Type="http://schemas.openxmlformats.org/officeDocument/2006/relationships/customXml" Target="../ink/ink65.xml"/><Relationship Id="rId132" Type="http://schemas.openxmlformats.org/officeDocument/2006/relationships/image" Target="../media/image68.png"/><Relationship Id="rId131" Type="http://schemas.openxmlformats.org/officeDocument/2006/relationships/customXml" Target="../ink/ink64.xml"/><Relationship Id="rId130" Type="http://schemas.openxmlformats.org/officeDocument/2006/relationships/image" Target="../media/image67.png"/><Relationship Id="rId13" Type="http://schemas.openxmlformats.org/officeDocument/2006/relationships/customXml" Target="../ink/ink5.xml"/><Relationship Id="rId129" Type="http://schemas.openxmlformats.org/officeDocument/2006/relationships/customXml" Target="../ink/ink63.xml"/><Relationship Id="rId128" Type="http://schemas.openxmlformats.org/officeDocument/2006/relationships/image" Target="../media/image66.png"/><Relationship Id="rId127" Type="http://schemas.openxmlformats.org/officeDocument/2006/relationships/customXml" Target="../ink/ink62.xml"/><Relationship Id="rId126" Type="http://schemas.openxmlformats.org/officeDocument/2006/relationships/image" Target="../media/image65.png"/><Relationship Id="rId125" Type="http://schemas.openxmlformats.org/officeDocument/2006/relationships/customXml" Target="../ink/ink61.xml"/><Relationship Id="rId124" Type="http://schemas.openxmlformats.org/officeDocument/2006/relationships/image" Target="../media/image64.png"/><Relationship Id="rId123" Type="http://schemas.openxmlformats.org/officeDocument/2006/relationships/customXml" Target="../ink/ink60.xml"/><Relationship Id="rId122" Type="http://schemas.openxmlformats.org/officeDocument/2006/relationships/image" Target="../media/image63.png"/><Relationship Id="rId121" Type="http://schemas.openxmlformats.org/officeDocument/2006/relationships/customXml" Target="../ink/ink59.xml"/><Relationship Id="rId120" Type="http://schemas.openxmlformats.org/officeDocument/2006/relationships/image" Target="../media/image62.png"/><Relationship Id="rId12" Type="http://schemas.openxmlformats.org/officeDocument/2006/relationships/image" Target="../media/image8.png"/><Relationship Id="rId119" Type="http://schemas.openxmlformats.org/officeDocument/2006/relationships/customXml" Target="../ink/ink58.xml"/><Relationship Id="rId118" Type="http://schemas.openxmlformats.org/officeDocument/2006/relationships/image" Target="../media/image61.png"/><Relationship Id="rId117" Type="http://schemas.openxmlformats.org/officeDocument/2006/relationships/customXml" Target="../ink/ink57.xml"/><Relationship Id="rId116" Type="http://schemas.openxmlformats.org/officeDocument/2006/relationships/image" Target="../media/image60.png"/><Relationship Id="rId115" Type="http://schemas.openxmlformats.org/officeDocument/2006/relationships/customXml" Target="../ink/ink56.xml"/><Relationship Id="rId114" Type="http://schemas.openxmlformats.org/officeDocument/2006/relationships/image" Target="../media/image59.png"/><Relationship Id="rId113" Type="http://schemas.openxmlformats.org/officeDocument/2006/relationships/customXml" Target="../ink/ink55.xml"/><Relationship Id="rId112" Type="http://schemas.openxmlformats.org/officeDocument/2006/relationships/image" Target="../media/image58.png"/><Relationship Id="rId111" Type="http://schemas.openxmlformats.org/officeDocument/2006/relationships/customXml" Target="../ink/ink54.xml"/><Relationship Id="rId110" Type="http://schemas.openxmlformats.org/officeDocument/2006/relationships/image" Target="../media/image57.png"/><Relationship Id="rId11" Type="http://schemas.openxmlformats.org/officeDocument/2006/relationships/customXml" Target="../ink/ink4.xml"/><Relationship Id="rId109" Type="http://schemas.openxmlformats.org/officeDocument/2006/relationships/customXml" Target="../ink/ink53.xml"/><Relationship Id="rId108" Type="http://schemas.openxmlformats.org/officeDocument/2006/relationships/image" Target="../media/image56.png"/><Relationship Id="rId107" Type="http://schemas.openxmlformats.org/officeDocument/2006/relationships/customXml" Target="../ink/ink52.xml"/><Relationship Id="rId106" Type="http://schemas.openxmlformats.org/officeDocument/2006/relationships/image" Target="../media/image55.png"/><Relationship Id="rId105" Type="http://schemas.openxmlformats.org/officeDocument/2006/relationships/customXml" Target="../ink/ink51.xml"/><Relationship Id="rId104" Type="http://schemas.openxmlformats.org/officeDocument/2006/relationships/image" Target="../media/image54.png"/><Relationship Id="rId103" Type="http://schemas.openxmlformats.org/officeDocument/2006/relationships/customXml" Target="../ink/ink50.xml"/><Relationship Id="rId102" Type="http://schemas.openxmlformats.org/officeDocument/2006/relationships/image" Target="../media/image53.png"/><Relationship Id="rId101" Type="http://schemas.openxmlformats.org/officeDocument/2006/relationships/customXml" Target="../ink/ink49.xml"/><Relationship Id="rId100" Type="http://schemas.openxmlformats.org/officeDocument/2006/relationships/image" Target="../media/image52.png"/><Relationship Id="rId10" Type="http://schemas.openxmlformats.org/officeDocument/2006/relationships/image" Target="../media/image7.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11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13.png"/><Relationship Id="rId1" Type="http://schemas.openxmlformats.org/officeDocument/2006/relationships/image" Target="../media/image11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14.png"/><Relationship Id="rId1" Type="http://schemas.openxmlformats.org/officeDocument/2006/relationships/image" Target="../media/image11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15.png"/><Relationship Id="rId1" Type="http://schemas.openxmlformats.org/officeDocument/2006/relationships/image" Target="../media/image11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16.png"/><Relationship Id="rId1" Type="http://schemas.openxmlformats.org/officeDocument/2006/relationships/image" Target="../media/image112.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17.png"/><Relationship Id="rId1" Type="http://schemas.openxmlformats.org/officeDocument/2006/relationships/image" Target="../media/image112.png"/></Relationships>
</file>

<file path=ppt/slides/_rels/slide11.xml.rels><?xml version="1.0" encoding="UTF-8" standalone="yes"?>
<Relationships xmlns="http://schemas.openxmlformats.org/package/2006/relationships"><Relationship Id="rId9" Type="http://schemas.openxmlformats.org/officeDocument/2006/relationships/image" Target="../media/image122.png"/><Relationship Id="rId8" Type="http://schemas.openxmlformats.org/officeDocument/2006/relationships/customXml" Target="../ink/ink112.xml"/><Relationship Id="rId7" Type="http://schemas.openxmlformats.org/officeDocument/2006/relationships/image" Target="../media/image121.png"/><Relationship Id="rId6" Type="http://schemas.openxmlformats.org/officeDocument/2006/relationships/customXml" Target="../ink/ink111.xml"/><Relationship Id="rId5" Type="http://schemas.openxmlformats.org/officeDocument/2006/relationships/image" Target="../media/image120.png"/><Relationship Id="rId4" Type="http://schemas.openxmlformats.org/officeDocument/2006/relationships/customXml" Target="../ink/ink110.xml"/><Relationship Id="rId3" Type="http://schemas.openxmlformats.org/officeDocument/2006/relationships/image" Target="../media/image119.png"/><Relationship Id="rId28" Type="http://schemas.openxmlformats.org/officeDocument/2006/relationships/slideLayout" Target="../slideLayouts/slideLayout24.xml"/><Relationship Id="rId27" Type="http://schemas.openxmlformats.org/officeDocument/2006/relationships/image" Target="../media/image131.png"/><Relationship Id="rId26" Type="http://schemas.openxmlformats.org/officeDocument/2006/relationships/customXml" Target="../ink/ink121.xml"/><Relationship Id="rId25" Type="http://schemas.openxmlformats.org/officeDocument/2006/relationships/image" Target="../media/image130.png"/><Relationship Id="rId24" Type="http://schemas.openxmlformats.org/officeDocument/2006/relationships/customXml" Target="../ink/ink120.xml"/><Relationship Id="rId23" Type="http://schemas.openxmlformats.org/officeDocument/2006/relationships/image" Target="../media/image129.png"/><Relationship Id="rId22" Type="http://schemas.openxmlformats.org/officeDocument/2006/relationships/customXml" Target="../ink/ink119.xml"/><Relationship Id="rId21" Type="http://schemas.openxmlformats.org/officeDocument/2006/relationships/image" Target="../media/image128.png"/><Relationship Id="rId20" Type="http://schemas.openxmlformats.org/officeDocument/2006/relationships/customXml" Target="../ink/ink118.xml"/><Relationship Id="rId2" Type="http://schemas.openxmlformats.org/officeDocument/2006/relationships/customXml" Target="../ink/ink109.xml"/><Relationship Id="rId19" Type="http://schemas.openxmlformats.org/officeDocument/2006/relationships/image" Target="../media/image127.png"/><Relationship Id="rId18" Type="http://schemas.openxmlformats.org/officeDocument/2006/relationships/customXml" Target="../ink/ink117.xml"/><Relationship Id="rId17" Type="http://schemas.openxmlformats.org/officeDocument/2006/relationships/image" Target="../media/image126.png"/><Relationship Id="rId16" Type="http://schemas.openxmlformats.org/officeDocument/2006/relationships/customXml" Target="../ink/ink116.xml"/><Relationship Id="rId15" Type="http://schemas.openxmlformats.org/officeDocument/2006/relationships/image" Target="../media/image125.png"/><Relationship Id="rId14" Type="http://schemas.openxmlformats.org/officeDocument/2006/relationships/customXml" Target="../ink/ink115.xml"/><Relationship Id="rId13" Type="http://schemas.openxmlformats.org/officeDocument/2006/relationships/image" Target="../media/image124.png"/><Relationship Id="rId12" Type="http://schemas.openxmlformats.org/officeDocument/2006/relationships/customXml" Target="../ink/ink114.xml"/><Relationship Id="rId11" Type="http://schemas.openxmlformats.org/officeDocument/2006/relationships/image" Target="../media/image123.png"/><Relationship Id="rId10" Type="http://schemas.openxmlformats.org/officeDocument/2006/relationships/customXml" Target="../ink/ink113.xml"/><Relationship Id="rId1" Type="http://schemas.openxmlformats.org/officeDocument/2006/relationships/image" Target="../media/image118.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13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133.png"/></Relationships>
</file>

<file path=ppt/slides/_rels/slide14.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4.xml"/><Relationship Id="rId4" Type="http://schemas.openxmlformats.org/officeDocument/2006/relationships/image" Target="../media/image135.wmf"/><Relationship Id="rId3" Type="http://schemas.openxmlformats.org/officeDocument/2006/relationships/oleObject" Target="../embeddings/oleObject2.bin"/><Relationship Id="rId2" Type="http://schemas.openxmlformats.org/officeDocument/2006/relationships/image" Target="../media/image134.wmf"/><Relationship Id="rId1"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9" Type="http://schemas.openxmlformats.org/officeDocument/2006/relationships/oleObject" Target="../embeddings/oleObject7.bin"/><Relationship Id="rId8" Type="http://schemas.openxmlformats.org/officeDocument/2006/relationships/image" Target="../media/image139.wmf"/><Relationship Id="rId7" Type="http://schemas.openxmlformats.org/officeDocument/2006/relationships/oleObject" Target="../embeddings/oleObject6.bin"/><Relationship Id="rId6" Type="http://schemas.openxmlformats.org/officeDocument/2006/relationships/image" Target="../media/image138.wmf"/><Relationship Id="rId5" Type="http://schemas.openxmlformats.org/officeDocument/2006/relationships/oleObject" Target="../embeddings/oleObject5.bin"/><Relationship Id="rId4" Type="http://schemas.openxmlformats.org/officeDocument/2006/relationships/image" Target="../media/image137.wmf"/><Relationship Id="rId3" Type="http://schemas.openxmlformats.org/officeDocument/2006/relationships/oleObject" Target="../embeddings/oleObject4.bin"/><Relationship Id="rId24" Type="http://schemas.openxmlformats.org/officeDocument/2006/relationships/vmlDrawing" Target="../drawings/vmlDrawing2.vml"/><Relationship Id="rId23" Type="http://schemas.openxmlformats.org/officeDocument/2006/relationships/slideLayout" Target="../slideLayouts/slideLayout24.xml"/><Relationship Id="rId22" Type="http://schemas.openxmlformats.org/officeDocument/2006/relationships/image" Target="../media/image146.png"/><Relationship Id="rId21" Type="http://schemas.openxmlformats.org/officeDocument/2006/relationships/customXml" Target="../ink/ink126.xml"/><Relationship Id="rId20" Type="http://schemas.openxmlformats.org/officeDocument/2006/relationships/image" Target="../media/image145.png"/><Relationship Id="rId2" Type="http://schemas.openxmlformats.org/officeDocument/2006/relationships/image" Target="../media/image136.wmf"/><Relationship Id="rId19" Type="http://schemas.openxmlformats.org/officeDocument/2006/relationships/customXml" Target="../ink/ink125.xml"/><Relationship Id="rId18" Type="http://schemas.openxmlformats.org/officeDocument/2006/relationships/image" Target="../media/image144.png"/><Relationship Id="rId17" Type="http://schemas.openxmlformats.org/officeDocument/2006/relationships/customXml" Target="../ink/ink124.xml"/><Relationship Id="rId16" Type="http://schemas.openxmlformats.org/officeDocument/2006/relationships/image" Target="../media/image143.png"/><Relationship Id="rId15" Type="http://schemas.openxmlformats.org/officeDocument/2006/relationships/customXml" Target="../ink/ink123.xml"/><Relationship Id="rId14" Type="http://schemas.openxmlformats.org/officeDocument/2006/relationships/image" Target="../media/image142.png"/><Relationship Id="rId13" Type="http://schemas.openxmlformats.org/officeDocument/2006/relationships/customXml" Target="../ink/ink122.xml"/><Relationship Id="rId12" Type="http://schemas.openxmlformats.org/officeDocument/2006/relationships/image" Target="../media/image141.wmf"/><Relationship Id="rId11" Type="http://schemas.openxmlformats.org/officeDocument/2006/relationships/oleObject" Target="../embeddings/oleObject8.bin"/><Relationship Id="rId10" Type="http://schemas.openxmlformats.org/officeDocument/2006/relationships/image" Target="../media/image140.wmf"/><Relationship Id="rId1" Type="http://schemas.openxmlformats.org/officeDocument/2006/relationships/oleObject" Target="../embeddings/oleObject3.bin"/></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118.png"/></Relationships>
</file>

<file path=ppt/slides/_rels/slide17.xml.rels><?xml version="1.0" encoding="UTF-8" standalone="yes"?>
<Relationships xmlns="http://schemas.openxmlformats.org/package/2006/relationships"><Relationship Id="rId8" Type="http://schemas.openxmlformats.org/officeDocument/2006/relationships/vmlDrawing" Target="../drawings/vmlDrawing3.vml"/><Relationship Id="rId7" Type="http://schemas.openxmlformats.org/officeDocument/2006/relationships/slideLayout" Target="../slideLayouts/slideLayout24.xml"/><Relationship Id="rId6" Type="http://schemas.openxmlformats.org/officeDocument/2006/relationships/image" Target="../media/image149.wmf"/><Relationship Id="rId5" Type="http://schemas.openxmlformats.org/officeDocument/2006/relationships/oleObject" Target="../embeddings/oleObject11.bin"/><Relationship Id="rId4" Type="http://schemas.openxmlformats.org/officeDocument/2006/relationships/image" Target="../media/image148.wmf"/><Relationship Id="rId3" Type="http://schemas.openxmlformats.org/officeDocument/2006/relationships/oleObject" Target="../embeddings/oleObject10.bin"/><Relationship Id="rId2" Type="http://schemas.openxmlformats.org/officeDocument/2006/relationships/image" Target="../media/image147.wmf"/><Relationship Id="rId1" Type="http://schemas.openxmlformats.org/officeDocument/2006/relationships/oleObject" Target="../embeddings/oleObject9.bin"/></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image" Target="../media/image153.wmf"/><Relationship Id="rId7" Type="http://schemas.openxmlformats.org/officeDocument/2006/relationships/oleObject" Target="../embeddings/oleObject15.bin"/><Relationship Id="rId6" Type="http://schemas.openxmlformats.org/officeDocument/2006/relationships/image" Target="../media/image152.wmf"/><Relationship Id="rId5" Type="http://schemas.openxmlformats.org/officeDocument/2006/relationships/oleObject" Target="../embeddings/oleObject14.bin"/><Relationship Id="rId4" Type="http://schemas.openxmlformats.org/officeDocument/2006/relationships/image" Target="../media/image151.wmf"/><Relationship Id="rId3" Type="http://schemas.openxmlformats.org/officeDocument/2006/relationships/oleObject" Target="../embeddings/oleObject13.bin"/><Relationship Id="rId2" Type="http://schemas.openxmlformats.org/officeDocument/2006/relationships/image" Target="../media/image150.wmf"/><Relationship Id="rId10" Type="http://schemas.openxmlformats.org/officeDocument/2006/relationships/vmlDrawing" Target="../drawings/vmlDrawing4.vml"/><Relationship Id="rId1" Type="http://schemas.openxmlformats.org/officeDocument/2006/relationships/oleObject" Target="../embeddings/oleObject12.bin"/></Relationships>
</file>

<file path=ppt/slides/_rels/slide19.xml.rels><?xml version="1.0" encoding="UTF-8" standalone="yes"?>
<Relationships xmlns="http://schemas.openxmlformats.org/package/2006/relationships"><Relationship Id="rId99" Type="http://schemas.openxmlformats.org/officeDocument/2006/relationships/customXml" Target="../ink/ink173.xml"/><Relationship Id="rId98" Type="http://schemas.openxmlformats.org/officeDocument/2006/relationships/image" Target="../media/image202.png"/><Relationship Id="rId97" Type="http://schemas.openxmlformats.org/officeDocument/2006/relationships/customXml" Target="../ink/ink172.xml"/><Relationship Id="rId96" Type="http://schemas.openxmlformats.org/officeDocument/2006/relationships/image" Target="../media/image201.png"/><Relationship Id="rId95" Type="http://schemas.openxmlformats.org/officeDocument/2006/relationships/customXml" Target="../ink/ink171.xml"/><Relationship Id="rId94" Type="http://schemas.openxmlformats.org/officeDocument/2006/relationships/image" Target="../media/image200.png"/><Relationship Id="rId93" Type="http://schemas.openxmlformats.org/officeDocument/2006/relationships/customXml" Target="../ink/ink170.xml"/><Relationship Id="rId92" Type="http://schemas.openxmlformats.org/officeDocument/2006/relationships/image" Target="../media/image199.png"/><Relationship Id="rId91" Type="http://schemas.openxmlformats.org/officeDocument/2006/relationships/customXml" Target="../ink/ink169.xml"/><Relationship Id="rId90" Type="http://schemas.openxmlformats.org/officeDocument/2006/relationships/image" Target="../media/image198.png"/><Relationship Id="rId9" Type="http://schemas.openxmlformats.org/officeDocument/2006/relationships/customXml" Target="../ink/ink128.xml"/><Relationship Id="rId89" Type="http://schemas.openxmlformats.org/officeDocument/2006/relationships/customXml" Target="../ink/ink168.xml"/><Relationship Id="rId88" Type="http://schemas.openxmlformats.org/officeDocument/2006/relationships/image" Target="../media/image197.png"/><Relationship Id="rId87" Type="http://schemas.openxmlformats.org/officeDocument/2006/relationships/customXml" Target="../ink/ink167.xml"/><Relationship Id="rId86" Type="http://schemas.openxmlformats.org/officeDocument/2006/relationships/image" Target="../media/image196.png"/><Relationship Id="rId85" Type="http://schemas.openxmlformats.org/officeDocument/2006/relationships/customXml" Target="../ink/ink166.xml"/><Relationship Id="rId84" Type="http://schemas.openxmlformats.org/officeDocument/2006/relationships/image" Target="../media/image195.png"/><Relationship Id="rId83" Type="http://schemas.openxmlformats.org/officeDocument/2006/relationships/customXml" Target="../ink/ink165.xml"/><Relationship Id="rId82" Type="http://schemas.openxmlformats.org/officeDocument/2006/relationships/image" Target="../media/image194.png"/><Relationship Id="rId81" Type="http://schemas.openxmlformats.org/officeDocument/2006/relationships/customXml" Target="../ink/ink164.xml"/><Relationship Id="rId80" Type="http://schemas.openxmlformats.org/officeDocument/2006/relationships/image" Target="../media/image193.png"/><Relationship Id="rId8" Type="http://schemas.openxmlformats.org/officeDocument/2006/relationships/image" Target="../media/image157.png"/><Relationship Id="rId79" Type="http://schemas.openxmlformats.org/officeDocument/2006/relationships/customXml" Target="../ink/ink163.xml"/><Relationship Id="rId78" Type="http://schemas.openxmlformats.org/officeDocument/2006/relationships/image" Target="../media/image192.png"/><Relationship Id="rId77" Type="http://schemas.openxmlformats.org/officeDocument/2006/relationships/customXml" Target="../ink/ink162.xml"/><Relationship Id="rId76" Type="http://schemas.openxmlformats.org/officeDocument/2006/relationships/image" Target="../media/image191.png"/><Relationship Id="rId75" Type="http://schemas.openxmlformats.org/officeDocument/2006/relationships/customXml" Target="../ink/ink161.xml"/><Relationship Id="rId74" Type="http://schemas.openxmlformats.org/officeDocument/2006/relationships/image" Target="../media/image190.png"/><Relationship Id="rId73" Type="http://schemas.openxmlformats.org/officeDocument/2006/relationships/customXml" Target="../ink/ink160.xml"/><Relationship Id="rId72" Type="http://schemas.openxmlformats.org/officeDocument/2006/relationships/image" Target="../media/image189.png"/><Relationship Id="rId71" Type="http://schemas.openxmlformats.org/officeDocument/2006/relationships/customXml" Target="../ink/ink159.xml"/><Relationship Id="rId70" Type="http://schemas.openxmlformats.org/officeDocument/2006/relationships/image" Target="../media/image188.png"/><Relationship Id="rId7" Type="http://schemas.openxmlformats.org/officeDocument/2006/relationships/customXml" Target="../ink/ink127.xml"/><Relationship Id="rId69" Type="http://schemas.openxmlformats.org/officeDocument/2006/relationships/customXml" Target="../ink/ink158.xml"/><Relationship Id="rId68" Type="http://schemas.openxmlformats.org/officeDocument/2006/relationships/image" Target="../media/image187.png"/><Relationship Id="rId67" Type="http://schemas.openxmlformats.org/officeDocument/2006/relationships/customXml" Target="../ink/ink157.xml"/><Relationship Id="rId66" Type="http://schemas.openxmlformats.org/officeDocument/2006/relationships/image" Target="../media/image186.png"/><Relationship Id="rId65" Type="http://schemas.openxmlformats.org/officeDocument/2006/relationships/customXml" Target="../ink/ink156.xml"/><Relationship Id="rId64" Type="http://schemas.openxmlformats.org/officeDocument/2006/relationships/image" Target="../media/image185.png"/><Relationship Id="rId63" Type="http://schemas.openxmlformats.org/officeDocument/2006/relationships/customXml" Target="../ink/ink155.xml"/><Relationship Id="rId62" Type="http://schemas.openxmlformats.org/officeDocument/2006/relationships/image" Target="../media/image184.png"/><Relationship Id="rId61" Type="http://schemas.openxmlformats.org/officeDocument/2006/relationships/customXml" Target="../ink/ink154.xml"/><Relationship Id="rId60" Type="http://schemas.openxmlformats.org/officeDocument/2006/relationships/image" Target="../media/image183.png"/><Relationship Id="rId6" Type="http://schemas.openxmlformats.org/officeDocument/2006/relationships/image" Target="../media/image156.wmf"/><Relationship Id="rId59" Type="http://schemas.openxmlformats.org/officeDocument/2006/relationships/customXml" Target="../ink/ink153.xml"/><Relationship Id="rId58" Type="http://schemas.openxmlformats.org/officeDocument/2006/relationships/image" Target="../media/image182.png"/><Relationship Id="rId57" Type="http://schemas.openxmlformats.org/officeDocument/2006/relationships/customXml" Target="../ink/ink152.xml"/><Relationship Id="rId56" Type="http://schemas.openxmlformats.org/officeDocument/2006/relationships/image" Target="../media/image181.png"/><Relationship Id="rId55" Type="http://schemas.openxmlformats.org/officeDocument/2006/relationships/customXml" Target="../ink/ink151.xml"/><Relationship Id="rId54" Type="http://schemas.openxmlformats.org/officeDocument/2006/relationships/image" Target="../media/image180.png"/><Relationship Id="rId53" Type="http://schemas.openxmlformats.org/officeDocument/2006/relationships/customXml" Target="../ink/ink150.xml"/><Relationship Id="rId52" Type="http://schemas.openxmlformats.org/officeDocument/2006/relationships/image" Target="../media/image179.png"/><Relationship Id="rId51" Type="http://schemas.openxmlformats.org/officeDocument/2006/relationships/customXml" Target="../ink/ink149.xml"/><Relationship Id="rId50" Type="http://schemas.openxmlformats.org/officeDocument/2006/relationships/image" Target="../media/image178.png"/><Relationship Id="rId5" Type="http://schemas.openxmlformats.org/officeDocument/2006/relationships/oleObject" Target="../embeddings/oleObject18.bin"/><Relationship Id="rId49" Type="http://schemas.openxmlformats.org/officeDocument/2006/relationships/customXml" Target="../ink/ink148.xml"/><Relationship Id="rId48" Type="http://schemas.openxmlformats.org/officeDocument/2006/relationships/image" Target="../media/image177.png"/><Relationship Id="rId47" Type="http://schemas.openxmlformats.org/officeDocument/2006/relationships/customXml" Target="../ink/ink147.xml"/><Relationship Id="rId46" Type="http://schemas.openxmlformats.org/officeDocument/2006/relationships/image" Target="../media/image176.png"/><Relationship Id="rId45" Type="http://schemas.openxmlformats.org/officeDocument/2006/relationships/customXml" Target="../ink/ink146.xml"/><Relationship Id="rId44" Type="http://schemas.openxmlformats.org/officeDocument/2006/relationships/image" Target="../media/image175.png"/><Relationship Id="rId43" Type="http://schemas.openxmlformats.org/officeDocument/2006/relationships/customXml" Target="../ink/ink145.xml"/><Relationship Id="rId42" Type="http://schemas.openxmlformats.org/officeDocument/2006/relationships/image" Target="../media/image174.png"/><Relationship Id="rId41" Type="http://schemas.openxmlformats.org/officeDocument/2006/relationships/customXml" Target="../ink/ink144.xml"/><Relationship Id="rId40" Type="http://schemas.openxmlformats.org/officeDocument/2006/relationships/image" Target="../media/image173.png"/><Relationship Id="rId4" Type="http://schemas.openxmlformats.org/officeDocument/2006/relationships/image" Target="../media/image155.wmf"/><Relationship Id="rId39" Type="http://schemas.openxmlformats.org/officeDocument/2006/relationships/customXml" Target="../ink/ink143.xml"/><Relationship Id="rId38" Type="http://schemas.openxmlformats.org/officeDocument/2006/relationships/image" Target="../media/image172.png"/><Relationship Id="rId37" Type="http://schemas.openxmlformats.org/officeDocument/2006/relationships/customXml" Target="../ink/ink142.xml"/><Relationship Id="rId36" Type="http://schemas.openxmlformats.org/officeDocument/2006/relationships/image" Target="../media/image171.png"/><Relationship Id="rId35" Type="http://schemas.openxmlformats.org/officeDocument/2006/relationships/customXml" Target="../ink/ink141.xml"/><Relationship Id="rId34" Type="http://schemas.openxmlformats.org/officeDocument/2006/relationships/image" Target="../media/image170.png"/><Relationship Id="rId33" Type="http://schemas.openxmlformats.org/officeDocument/2006/relationships/customXml" Target="../ink/ink140.xml"/><Relationship Id="rId32" Type="http://schemas.openxmlformats.org/officeDocument/2006/relationships/image" Target="../media/image169.png"/><Relationship Id="rId31" Type="http://schemas.openxmlformats.org/officeDocument/2006/relationships/customXml" Target="../ink/ink139.xml"/><Relationship Id="rId30" Type="http://schemas.openxmlformats.org/officeDocument/2006/relationships/image" Target="../media/image168.png"/><Relationship Id="rId3" Type="http://schemas.openxmlformats.org/officeDocument/2006/relationships/oleObject" Target="../embeddings/oleObject17.bin"/><Relationship Id="rId29" Type="http://schemas.openxmlformats.org/officeDocument/2006/relationships/customXml" Target="../ink/ink138.xml"/><Relationship Id="rId28" Type="http://schemas.openxmlformats.org/officeDocument/2006/relationships/image" Target="../media/image167.png"/><Relationship Id="rId27" Type="http://schemas.openxmlformats.org/officeDocument/2006/relationships/customXml" Target="../ink/ink137.xml"/><Relationship Id="rId26" Type="http://schemas.openxmlformats.org/officeDocument/2006/relationships/image" Target="../media/image166.png"/><Relationship Id="rId25" Type="http://schemas.openxmlformats.org/officeDocument/2006/relationships/customXml" Target="../ink/ink136.xml"/><Relationship Id="rId24" Type="http://schemas.openxmlformats.org/officeDocument/2006/relationships/image" Target="../media/image165.png"/><Relationship Id="rId23" Type="http://schemas.openxmlformats.org/officeDocument/2006/relationships/customXml" Target="../ink/ink135.xml"/><Relationship Id="rId22" Type="http://schemas.openxmlformats.org/officeDocument/2006/relationships/image" Target="../media/image164.png"/><Relationship Id="rId21" Type="http://schemas.openxmlformats.org/officeDocument/2006/relationships/customXml" Target="../ink/ink134.xml"/><Relationship Id="rId200" Type="http://schemas.openxmlformats.org/officeDocument/2006/relationships/vmlDrawing" Target="../drawings/vmlDrawing5.vml"/><Relationship Id="rId20" Type="http://schemas.openxmlformats.org/officeDocument/2006/relationships/image" Target="../media/image163.png"/><Relationship Id="rId2" Type="http://schemas.openxmlformats.org/officeDocument/2006/relationships/image" Target="../media/image154.wmf"/><Relationship Id="rId199" Type="http://schemas.openxmlformats.org/officeDocument/2006/relationships/slideLayout" Target="../slideLayouts/slideLayout24.xml"/><Relationship Id="rId198" Type="http://schemas.openxmlformats.org/officeDocument/2006/relationships/image" Target="../media/image251.png"/><Relationship Id="rId197" Type="http://schemas.openxmlformats.org/officeDocument/2006/relationships/customXml" Target="../ink/ink222.xml"/><Relationship Id="rId196" Type="http://schemas.openxmlformats.org/officeDocument/2006/relationships/image" Target="../media/image250.png"/><Relationship Id="rId195" Type="http://schemas.openxmlformats.org/officeDocument/2006/relationships/customXml" Target="../ink/ink221.xml"/><Relationship Id="rId194" Type="http://schemas.openxmlformats.org/officeDocument/2006/relationships/image" Target="../media/image249.png"/><Relationship Id="rId193" Type="http://schemas.openxmlformats.org/officeDocument/2006/relationships/customXml" Target="../ink/ink220.xml"/><Relationship Id="rId192" Type="http://schemas.openxmlformats.org/officeDocument/2006/relationships/image" Target="../media/image248.png"/><Relationship Id="rId191" Type="http://schemas.openxmlformats.org/officeDocument/2006/relationships/customXml" Target="../ink/ink219.xml"/><Relationship Id="rId190" Type="http://schemas.openxmlformats.org/officeDocument/2006/relationships/image" Target="../media/image247.png"/><Relationship Id="rId19" Type="http://schemas.openxmlformats.org/officeDocument/2006/relationships/customXml" Target="../ink/ink133.xml"/><Relationship Id="rId189" Type="http://schemas.openxmlformats.org/officeDocument/2006/relationships/customXml" Target="../ink/ink218.xml"/><Relationship Id="rId188" Type="http://schemas.openxmlformats.org/officeDocument/2006/relationships/image" Target="../media/image246.png"/><Relationship Id="rId187" Type="http://schemas.openxmlformats.org/officeDocument/2006/relationships/customXml" Target="../ink/ink217.xml"/><Relationship Id="rId186" Type="http://schemas.openxmlformats.org/officeDocument/2006/relationships/image" Target="../media/image245.png"/><Relationship Id="rId185" Type="http://schemas.openxmlformats.org/officeDocument/2006/relationships/customXml" Target="../ink/ink216.xml"/><Relationship Id="rId184" Type="http://schemas.openxmlformats.org/officeDocument/2006/relationships/image" Target="../media/image244.png"/><Relationship Id="rId183" Type="http://schemas.openxmlformats.org/officeDocument/2006/relationships/customXml" Target="../ink/ink215.xml"/><Relationship Id="rId182" Type="http://schemas.openxmlformats.org/officeDocument/2006/relationships/image" Target="../media/image243.png"/><Relationship Id="rId181" Type="http://schemas.openxmlformats.org/officeDocument/2006/relationships/customXml" Target="../ink/ink214.xml"/><Relationship Id="rId180" Type="http://schemas.openxmlformats.org/officeDocument/2006/relationships/image" Target="../media/image242.png"/><Relationship Id="rId18" Type="http://schemas.openxmlformats.org/officeDocument/2006/relationships/image" Target="../media/image162.png"/><Relationship Id="rId179" Type="http://schemas.openxmlformats.org/officeDocument/2006/relationships/customXml" Target="../ink/ink213.xml"/><Relationship Id="rId178" Type="http://schemas.openxmlformats.org/officeDocument/2006/relationships/image" Target="../media/image241.png"/><Relationship Id="rId177" Type="http://schemas.openxmlformats.org/officeDocument/2006/relationships/customXml" Target="../ink/ink212.xml"/><Relationship Id="rId176" Type="http://schemas.openxmlformats.org/officeDocument/2006/relationships/image" Target="../media/image240.png"/><Relationship Id="rId175" Type="http://schemas.openxmlformats.org/officeDocument/2006/relationships/customXml" Target="../ink/ink211.xml"/><Relationship Id="rId174" Type="http://schemas.openxmlformats.org/officeDocument/2006/relationships/image" Target="../media/image239.png"/><Relationship Id="rId173" Type="http://schemas.openxmlformats.org/officeDocument/2006/relationships/customXml" Target="../ink/ink210.xml"/><Relationship Id="rId172" Type="http://schemas.openxmlformats.org/officeDocument/2006/relationships/image" Target="../media/image238.png"/><Relationship Id="rId171" Type="http://schemas.openxmlformats.org/officeDocument/2006/relationships/customXml" Target="../ink/ink209.xml"/><Relationship Id="rId170" Type="http://schemas.openxmlformats.org/officeDocument/2006/relationships/image" Target="../media/image237.png"/><Relationship Id="rId17" Type="http://schemas.openxmlformats.org/officeDocument/2006/relationships/customXml" Target="../ink/ink132.xml"/><Relationship Id="rId169" Type="http://schemas.openxmlformats.org/officeDocument/2006/relationships/customXml" Target="../ink/ink208.xml"/><Relationship Id="rId168" Type="http://schemas.openxmlformats.org/officeDocument/2006/relationships/image" Target="../media/image236.png"/><Relationship Id="rId167" Type="http://schemas.openxmlformats.org/officeDocument/2006/relationships/customXml" Target="../ink/ink207.xml"/><Relationship Id="rId166" Type="http://schemas.openxmlformats.org/officeDocument/2006/relationships/image" Target="../media/image235.png"/><Relationship Id="rId165" Type="http://schemas.openxmlformats.org/officeDocument/2006/relationships/customXml" Target="../ink/ink206.xml"/><Relationship Id="rId164" Type="http://schemas.openxmlformats.org/officeDocument/2006/relationships/image" Target="../media/image234.png"/><Relationship Id="rId163" Type="http://schemas.openxmlformats.org/officeDocument/2006/relationships/customXml" Target="../ink/ink205.xml"/><Relationship Id="rId162" Type="http://schemas.openxmlformats.org/officeDocument/2006/relationships/image" Target="../media/image233.png"/><Relationship Id="rId161" Type="http://schemas.openxmlformats.org/officeDocument/2006/relationships/customXml" Target="../ink/ink204.xml"/><Relationship Id="rId160" Type="http://schemas.openxmlformats.org/officeDocument/2006/relationships/image" Target="../media/image232.png"/><Relationship Id="rId16" Type="http://schemas.openxmlformats.org/officeDocument/2006/relationships/image" Target="../media/image161.png"/><Relationship Id="rId159" Type="http://schemas.openxmlformats.org/officeDocument/2006/relationships/customXml" Target="../ink/ink203.xml"/><Relationship Id="rId158" Type="http://schemas.openxmlformats.org/officeDocument/2006/relationships/image" Target="../media/image231.png"/><Relationship Id="rId157" Type="http://schemas.openxmlformats.org/officeDocument/2006/relationships/customXml" Target="../ink/ink202.xml"/><Relationship Id="rId156" Type="http://schemas.openxmlformats.org/officeDocument/2006/relationships/image" Target="../media/image230.png"/><Relationship Id="rId155" Type="http://schemas.openxmlformats.org/officeDocument/2006/relationships/customXml" Target="../ink/ink201.xml"/><Relationship Id="rId154" Type="http://schemas.openxmlformats.org/officeDocument/2006/relationships/image" Target="../media/image229.png"/><Relationship Id="rId153" Type="http://schemas.openxmlformats.org/officeDocument/2006/relationships/customXml" Target="../ink/ink200.xml"/><Relationship Id="rId152" Type="http://schemas.openxmlformats.org/officeDocument/2006/relationships/image" Target="../media/image228.png"/><Relationship Id="rId151" Type="http://schemas.openxmlformats.org/officeDocument/2006/relationships/customXml" Target="../ink/ink199.xml"/><Relationship Id="rId150" Type="http://schemas.openxmlformats.org/officeDocument/2006/relationships/image" Target="../media/image227.png"/><Relationship Id="rId15" Type="http://schemas.openxmlformats.org/officeDocument/2006/relationships/customXml" Target="../ink/ink131.xml"/><Relationship Id="rId149" Type="http://schemas.openxmlformats.org/officeDocument/2006/relationships/customXml" Target="../ink/ink198.xml"/><Relationship Id="rId148" Type="http://schemas.openxmlformats.org/officeDocument/2006/relationships/image" Target="../media/image226.png"/><Relationship Id="rId147" Type="http://schemas.openxmlformats.org/officeDocument/2006/relationships/customXml" Target="../ink/ink197.xml"/><Relationship Id="rId146" Type="http://schemas.openxmlformats.org/officeDocument/2006/relationships/image" Target="../media/image225.png"/><Relationship Id="rId145" Type="http://schemas.openxmlformats.org/officeDocument/2006/relationships/customXml" Target="../ink/ink196.xml"/><Relationship Id="rId144" Type="http://schemas.openxmlformats.org/officeDocument/2006/relationships/image" Target="../media/image224.png"/><Relationship Id="rId143" Type="http://schemas.openxmlformats.org/officeDocument/2006/relationships/customXml" Target="../ink/ink195.xml"/><Relationship Id="rId142" Type="http://schemas.openxmlformats.org/officeDocument/2006/relationships/image" Target="../media/image223.png"/><Relationship Id="rId141" Type="http://schemas.openxmlformats.org/officeDocument/2006/relationships/customXml" Target="../ink/ink194.xml"/><Relationship Id="rId140" Type="http://schemas.openxmlformats.org/officeDocument/2006/relationships/image" Target="../media/image222.png"/><Relationship Id="rId14" Type="http://schemas.openxmlformats.org/officeDocument/2006/relationships/image" Target="../media/image160.png"/><Relationship Id="rId139" Type="http://schemas.openxmlformats.org/officeDocument/2006/relationships/customXml" Target="../ink/ink193.xml"/><Relationship Id="rId138" Type="http://schemas.openxmlformats.org/officeDocument/2006/relationships/image" Target="../media/image221.png"/><Relationship Id="rId137" Type="http://schemas.openxmlformats.org/officeDocument/2006/relationships/customXml" Target="../ink/ink192.xml"/><Relationship Id="rId136" Type="http://schemas.openxmlformats.org/officeDocument/2006/relationships/image" Target="../media/image220.png"/><Relationship Id="rId135" Type="http://schemas.openxmlformats.org/officeDocument/2006/relationships/customXml" Target="../ink/ink191.xml"/><Relationship Id="rId134" Type="http://schemas.openxmlformats.org/officeDocument/2006/relationships/image" Target="../media/image219.png"/><Relationship Id="rId133" Type="http://schemas.openxmlformats.org/officeDocument/2006/relationships/customXml" Target="../ink/ink190.xml"/><Relationship Id="rId132" Type="http://schemas.openxmlformats.org/officeDocument/2006/relationships/image" Target="../media/image218.png"/><Relationship Id="rId131" Type="http://schemas.openxmlformats.org/officeDocument/2006/relationships/customXml" Target="../ink/ink189.xml"/><Relationship Id="rId130" Type="http://schemas.openxmlformats.org/officeDocument/2006/relationships/image" Target="../media/image217.png"/><Relationship Id="rId13" Type="http://schemas.openxmlformats.org/officeDocument/2006/relationships/customXml" Target="../ink/ink130.xml"/><Relationship Id="rId129" Type="http://schemas.openxmlformats.org/officeDocument/2006/relationships/customXml" Target="../ink/ink188.xml"/><Relationship Id="rId128" Type="http://schemas.openxmlformats.org/officeDocument/2006/relationships/image" Target="../media/image216.png"/><Relationship Id="rId127" Type="http://schemas.openxmlformats.org/officeDocument/2006/relationships/customXml" Target="../ink/ink187.xml"/><Relationship Id="rId126" Type="http://schemas.openxmlformats.org/officeDocument/2006/relationships/image" Target="../media/image215.png"/><Relationship Id="rId125" Type="http://schemas.openxmlformats.org/officeDocument/2006/relationships/customXml" Target="../ink/ink186.xml"/><Relationship Id="rId124" Type="http://schemas.openxmlformats.org/officeDocument/2006/relationships/image" Target="../media/image214.png"/><Relationship Id="rId123" Type="http://schemas.openxmlformats.org/officeDocument/2006/relationships/customXml" Target="../ink/ink185.xml"/><Relationship Id="rId122" Type="http://schemas.openxmlformats.org/officeDocument/2006/relationships/image" Target="../media/image213.png"/><Relationship Id="rId121" Type="http://schemas.openxmlformats.org/officeDocument/2006/relationships/customXml" Target="../ink/ink184.xml"/><Relationship Id="rId120" Type="http://schemas.openxmlformats.org/officeDocument/2006/relationships/image" Target="../media/image212.png"/><Relationship Id="rId12" Type="http://schemas.openxmlformats.org/officeDocument/2006/relationships/image" Target="../media/image159.png"/><Relationship Id="rId119" Type="http://schemas.openxmlformats.org/officeDocument/2006/relationships/customXml" Target="../ink/ink183.xml"/><Relationship Id="rId118" Type="http://schemas.openxmlformats.org/officeDocument/2006/relationships/image" Target="../media/image211.png"/><Relationship Id="rId117" Type="http://schemas.openxmlformats.org/officeDocument/2006/relationships/customXml" Target="../ink/ink182.xml"/><Relationship Id="rId116" Type="http://schemas.openxmlformats.org/officeDocument/2006/relationships/image" Target="../media/image210.png"/><Relationship Id="rId115" Type="http://schemas.openxmlformats.org/officeDocument/2006/relationships/customXml" Target="../ink/ink181.xml"/><Relationship Id="rId114" Type="http://schemas.openxmlformats.org/officeDocument/2006/relationships/image" Target="../media/image209.png"/><Relationship Id="rId113" Type="http://schemas.openxmlformats.org/officeDocument/2006/relationships/customXml" Target="../ink/ink180.xml"/><Relationship Id="rId112" Type="http://schemas.openxmlformats.org/officeDocument/2006/relationships/image" Target="../media/image208.png"/><Relationship Id="rId111" Type="http://schemas.openxmlformats.org/officeDocument/2006/relationships/customXml" Target="../ink/ink179.xml"/><Relationship Id="rId110" Type="http://schemas.openxmlformats.org/officeDocument/2006/relationships/image" Target="../media/image207.png"/><Relationship Id="rId11" Type="http://schemas.openxmlformats.org/officeDocument/2006/relationships/customXml" Target="../ink/ink129.xml"/><Relationship Id="rId109" Type="http://schemas.openxmlformats.org/officeDocument/2006/relationships/customXml" Target="../ink/ink178.xml"/><Relationship Id="rId108" Type="http://schemas.openxmlformats.org/officeDocument/2006/relationships/image" Target="../media/image206.png"/><Relationship Id="rId107" Type="http://schemas.openxmlformats.org/officeDocument/2006/relationships/customXml" Target="../ink/ink177.xml"/><Relationship Id="rId106" Type="http://schemas.openxmlformats.org/officeDocument/2006/relationships/image" Target="../media/image205.png"/><Relationship Id="rId105" Type="http://schemas.openxmlformats.org/officeDocument/2006/relationships/customXml" Target="../ink/ink176.xml"/><Relationship Id="rId104" Type="http://schemas.openxmlformats.org/officeDocument/2006/relationships/image" Target="../media/image64.png"/><Relationship Id="rId103" Type="http://schemas.openxmlformats.org/officeDocument/2006/relationships/customXml" Target="../ink/ink175.xml"/><Relationship Id="rId102" Type="http://schemas.openxmlformats.org/officeDocument/2006/relationships/image" Target="../media/image204.png"/><Relationship Id="rId101" Type="http://schemas.openxmlformats.org/officeDocument/2006/relationships/customXml" Target="../ink/ink174.xml"/><Relationship Id="rId100" Type="http://schemas.openxmlformats.org/officeDocument/2006/relationships/image" Target="../media/image203.png"/><Relationship Id="rId10" Type="http://schemas.openxmlformats.org/officeDocument/2006/relationships/image" Target="../media/image158.png"/><Relationship Id="rId1" Type="http://schemas.openxmlformats.org/officeDocument/2006/relationships/oleObject" Target="../embeddings/oleObject16.bin"/></Relationships>
</file>

<file path=ppt/slides/_rels/slide20.xml.rels><?xml version="1.0" encoding="UTF-8" standalone="yes"?>
<Relationships xmlns="http://schemas.openxmlformats.org/package/2006/relationships"><Relationship Id="rId9" Type="http://schemas.openxmlformats.org/officeDocument/2006/relationships/customXml" Target="../ink/ink227.xml"/><Relationship Id="rId8" Type="http://schemas.openxmlformats.org/officeDocument/2006/relationships/image" Target="../media/image255.png"/><Relationship Id="rId7" Type="http://schemas.openxmlformats.org/officeDocument/2006/relationships/customXml" Target="../ink/ink226.xml"/><Relationship Id="rId65" Type="http://schemas.openxmlformats.org/officeDocument/2006/relationships/slideLayout" Target="../slideLayouts/slideLayout24.xml"/><Relationship Id="rId64" Type="http://schemas.openxmlformats.org/officeDocument/2006/relationships/image" Target="../media/image283.png"/><Relationship Id="rId63" Type="http://schemas.openxmlformats.org/officeDocument/2006/relationships/customXml" Target="../ink/ink254.xml"/><Relationship Id="rId62" Type="http://schemas.openxmlformats.org/officeDocument/2006/relationships/image" Target="../media/image282.png"/><Relationship Id="rId61" Type="http://schemas.openxmlformats.org/officeDocument/2006/relationships/customXml" Target="../ink/ink253.xml"/><Relationship Id="rId60" Type="http://schemas.openxmlformats.org/officeDocument/2006/relationships/image" Target="../media/image281.png"/><Relationship Id="rId6" Type="http://schemas.openxmlformats.org/officeDocument/2006/relationships/image" Target="../media/image254.png"/><Relationship Id="rId59" Type="http://schemas.openxmlformats.org/officeDocument/2006/relationships/customXml" Target="../ink/ink252.xml"/><Relationship Id="rId58" Type="http://schemas.openxmlformats.org/officeDocument/2006/relationships/image" Target="../media/image280.png"/><Relationship Id="rId57" Type="http://schemas.openxmlformats.org/officeDocument/2006/relationships/customXml" Target="../ink/ink251.xml"/><Relationship Id="rId56" Type="http://schemas.openxmlformats.org/officeDocument/2006/relationships/image" Target="../media/image279.png"/><Relationship Id="rId55" Type="http://schemas.openxmlformats.org/officeDocument/2006/relationships/customXml" Target="../ink/ink250.xml"/><Relationship Id="rId54" Type="http://schemas.openxmlformats.org/officeDocument/2006/relationships/image" Target="../media/image278.png"/><Relationship Id="rId53" Type="http://schemas.openxmlformats.org/officeDocument/2006/relationships/customXml" Target="../ink/ink249.xml"/><Relationship Id="rId52" Type="http://schemas.openxmlformats.org/officeDocument/2006/relationships/image" Target="../media/image277.png"/><Relationship Id="rId51" Type="http://schemas.openxmlformats.org/officeDocument/2006/relationships/customXml" Target="../ink/ink248.xml"/><Relationship Id="rId50" Type="http://schemas.openxmlformats.org/officeDocument/2006/relationships/image" Target="../media/image276.png"/><Relationship Id="rId5" Type="http://schemas.openxmlformats.org/officeDocument/2006/relationships/customXml" Target="../ink/ink225.xml"/><Relationship Id="rId49" Type="http://schemas.openxmlformats.org/officeDocument/2006/relationships/customXml" Target="../ink/ink247.xml"/><Relationship Id="rId48" Type="http://schemas.openxmlformats.org/officeDocument/2006/relationships/image" Target="../media/image275.png"/><Relationship Id="rId47" Type="http://schemas.openxmlformats.org/officeDocument/2006/relationships/customXml" Target="../ink/ink246.xml"/><Relationship Id="rId46" Type="http://schemas.openxmlformats.org/officeDocument/2006/relationships/image" Target="../media/image274.png"/><Relationship Id="rId45" Type="http://schemas.openxmlformats.org/officeDocument/2006/relationships/customXml" Target="../ink/ink245.xml"/><Relationship Id="rId44" Type="http://schemas.openxmlformats.org/officeDocument/2006/relationships/image" Target="../media/image273.png"/><Relationship Id="rId43" Type="http://schemas.openxmlformats.org/officeDocument/2006/relationships/customXml" Target="../ink/ink244.xml"/><Relationship Id="rId42" Type="http://schemas.openxmlformats.org/officeDocument/2006/relationships/image" Target="../media/image272.png"/><Relationship Id="rId41" Type="http://schemas.openxmlformats.org/officeDocument/2006/relationships/customXml" Target="../ink/ink243.xml"/><Relationship Id="rId40" Type="http://schemas.openxmlformats.org/officeDocument/2006/relationships/image" Target="../media/image271.png"/><Relationship Id="rId4" Type="http://schemas.openxmlformats.org/officeDocument/2006/relationships/image" Target="../media/image253.png"/><Relationship Id="rId39" Type="http://schemas.openxmlformats.org/officeDocument/2006/relationships/customXml" Target="../ink/ink242.xml"/><Relationship Id="rId38" Type="http://schemas.openxmlformats.org/officeDocument/2006/relationships/image" Target="../media/image270.png"/><Relationship Id="rId37" Type="http://schemas.openxmlformats.org/officeDocument/2006/relationships/customXml" Target="../ink/ink241.xml"/><Relationship Id="rId36" Type="http://schemas.openxmlformats.org/officeDocument/2006/relationships/image" Target="../media/image269.png"/><Relationship Id="rId35" Type="http://schemas.openxmlformats.org/officeDocument/2006/relationships/customXml" Target="../ink/ink240.xml"/><Relationship Id="rId34" Type="http://schemas.openxmlformats.org/officeDocument/2006/relationships/image" Target="../media/image268.png"/><Relationship Id="rId33" Type="http://schemas.openxmlformats.org/officeDocument/2006/relationships/customXml" Target="../ink/ink239.xml"/><Relationship Id="rId32" Type="http://schemas.openxmlformats.org/officeDocument/2006/relationships/image" Target="../media/image267.png"/><Relationship Id="rId31" Type="http://schemas.openxmlformats.org/officeDocument/2006/relationships/customXml" Target="../ink/ink238.xml"/><Relationship Id="rId30" Type="http://schemas.openxmlformats.org/officeDocument/2006/relationships/image" Target="../media/image266.png"/><Relationship Id="rId3" Type="http://schemas.openxmlformats.org/officeDocument/2006/relationships/customXml" Target="../ink/ink224.xml"/><Relationship Id="rId29" Type="http://schemas.openxmlformats.org/officeDocument/2006/relationships/customXml" Target="../ink/ink237.xml"/><Relationship Id="rId28" Type="http://schemas.openxmlformats.org/officeDocument/2006/relationships/image" Target="../media/image265.png"/><Relationship Id="rId27" Type="http://schemas.openxmlformats.org/officeDocument/2006/relationships/customXml" Target="../ink/ink236.xml"/><Relationship Id="rId26" Type="http://schemas.openxmlformats.org/officeDocument/2006/relationships/image" Target="../media/image264.png"/><Relationship Id="rId25" Type="http://schemas.openxmlformats.org/officeDocument/2006/relationships/customXml" Target="../ink/ink235.xml"/><Relationship Id="rId24" Type="http://schemas.openxmlformats.org/officeDocument/2006/relationships/image" Target="../media/image263.png"/><Relationship Id="rId23" Type="http://schemas.openxmlformats.org/officeDocument/2006/relationships/customXml" Target="../ink/ink234.xml"/><Relationship Id="rId22" Type="http://schemas.openxmlformats.org/officeDocument/2006/relationships/image" Target="../media/image262.png"/><Relationship Id="rId21" Type="http://schemas.openxmlformats.org/officeDocument/2006/relationships/customXml" Target="../ink/ink233.xml"/><Relationship Id="rId20" Type="http://schemas.openxmlformats.org/officeDocument/2006/relationships/image" Target="../media/image261.png"/><Relationship Id="rId2" Type="http://schemas.openxmlformats.org/officeDocument/2006/relationships/image" Target="../media/image252.png"/><Relationship Id="rId19" Type="http://schemas.openxmlformats.org/officeDocument/2006/relationships/customXml" Target="../ink/ink232.xml"/><Relationship Id="rId18" Type="http://schemas.openxmlformats.org/officeDocument/2006/relationships/image" Target="../media/image260.png"/><Relationship Id="rId17" Type="http://schemas.openxmlformats.org/officeDocument/2006/relationships/customXml" Target="../ink/ink231.xml"/><Relationship Id="rId16" Type="http://schemas.openxmlformats.org/officeDocument/2006/relationships/image" Target="../media/image259.png"/><Relationship Id="rId15" Type="http://schemas.openxmlformats.org/officeDocument/2006/relationships/customXml" Target="../ink/ink230.xml"/><Relationship Id="rId14" Type="http://schemas.openxmlformats.org/officeDocument/2006/relationships/image" Target="../media/image258.png"/><Relationship Id="rId13" Type="http://schemas.openxmlformats.org/officeDocument/2006/relationships/customXml" Target="../ink/ink229.xml"/><Relationship Id="rId12" Type="http://schemas.openxmlformats.org/officeDocument/2006/relationships/image" Target="../media/image257.png"/><Relationship Id="rId11" Type="http://schemas.openxmlformats.org/officeDocument/2006/relationships/customXml" Target="../ink/ink228.xml"/><Relationship Id="rId10" Type="http://schemas.openxmlformats.org/officeDocument/2006/relationships/image" Target="../media/image256.png"/><Relationship Id="rId1" Type="http://schemas.openxmlformats.org/officeDocument/2006/relationships/customXml" Target="../ink/ink223.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284.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285.png"/><Relationship Id="rId1" Type="http://schemas.openxmlformats.org/officeDocument/2006/relationships/image" Target="../media/image284.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1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image" Target="../media/image289.wmf"/><Relationship Id="rId7" Type="http://schemas.openxmlformats.org/officeDocument/2006/relationships/oleObject" Target="../embeddings/oleObject22.bin"/><Relationship Id="rId6" Type="http://schemas.openxmlformats.org/officeDocument/2006/relationships/image" Target="../media/image288.wmf"/><Relationship Id="rId5" Type="http://schemas.openxmlformats.org/officeDocument/2006/relationships/oleObject" Target="../embeddings/oleObject21.bin"/><Relationship Id="rId4" Type="http://schemas.openxmlformats.org/officeDocument/2006/relationships/image" Target="../media/image287.wmf"/><Relationship Id="rId3" Type="http://schemas.openxmlformats.org/officeDocument/2006/relationships/oleObject" Target="../embeddings/oleObject20.bin"/><Relationship Id="rId2" Type="http://schemas.openxmlformats.org/officeDocument/2006/relationships/image" Target="../media/image286.wmf"/><Relationship Id="rId10" Type="http://schemas.openxmlformats.org/officeDocument/2006/relationships/vmlDrawing" Target="../drawings/vmlDrawing6.vml"/><Relationship Id="rId1" Type="http://schemas.openxmlformats.org/officeDocument/2006/relationships/oleObject" Target="../embeddings/oleObject19.bin"/></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4.xml"/><Relationship Id="rId2" Type="http://schemas.openxmlformats.org/officeDocument/2006/relationships/image" Target="../media/image290.wmf"/><Relationship Id="rId1" Type="http://schemas.openxmlformats.org/officeDocument/2006/relationships/oleObject" Target="../embeddings/oleObject23.bin"/></Relationships>
</file>

<file path=ppt/slides/_rels/slide27.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24.xml"/><Relationship Id="rId4" Type="http://schemas.openxmlformats.org/officeDocument/2006/relationships/image" Target="../media/image292.png"/><Relationship Id="rId3" Type="http://schemas.openxmlformats.org/officeDocument/2006/relationships/customXml" Target="../ink/ink256.xml"/><Relationship Id="rId2" Type="http://schemas.openxmlformats.org/officeDocument/2006/relationships/image" Target="../media/image291.png"/><Relationship Id="rId1" Type="http://schemas.openxmlformats.org/officeDocument/2006/relationships/customXml" Target="../ink/ink255.xml"/></Relationships>
</file>

<file path=ppt/slides/_rels/slide28.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9.xml"/><Relationship Id="rId2" Type="http://schemas.openxmlformats.org/officeDocument/2006/relationships/image" Target="../media/image293.emf"/><Relationship Id="rId1" Type="http://schemas.openxmlformats.org/officeDocument/2006/relationships/oleObject" Target="../embeddings/oleObject24.bin"/></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image" Target="../media/image295.png"/><Relationship Id="rId3" Type="http://schemas.openxmlformats.org/officeDocument/2006/relationships/customXml" Target="../ink/ink258.xml"/><Relationship Id="rId2" Type="http://schemas.openxmlformats.org/officeDocument/2006/relationships/image" Target="../media/image294.png"/><Relationship Id="rId1" Type="http://schemas.openxmlformats.org/officeDocument/2006/relationships/customXml" Target="../ink/ink257.xml"/></Relationships>
</file>

<file path=ppt/slides/_rels/slide30.xml.rels><?xml version="1.0" encoding="UTF-8" standalone="yes"?>
<Relationships xmlns="http://schemas.openxmlformats.org/package/2006/relationships"><Relationship Id="rId99" Type="http://schemas.openxmlformats.org/officeDocument/2006/relationships/customXml" Target="../ink/ink308.xml"/><Relationship Id="rId98" Type="http://schemas.openxmlformats.org/officeDocument/2006/relationships/image" Target="../media/image344.png"/><Relationship Id="rId97" Type="http://schemas.openxmlformats.org/officeDocument/2006/relationships/customXml" Target="../ink/ink307.xml"/><Relationship Id="rId96" Type="http://schemas.openxmlformats.org/officeDocument/2006/relationships/image" Target="../media/image343.png"/><Relationship Id="rId95" Type="http://schemas.openxmlformats.org/officeDocument/2006/relationships/customXml" Target="../ink/ink306.xml"/><Relationship Id="rId94" Type="http://schemas.openxmlformats.org/officeDocument/2006/relationships/image" Target="../media/image342.png"/><Relationship Id="rId93" Type="http://schemas.openxmlformats.org/officeDocument/2006/relationships/customXml" Target="../ink/ink305.xml"/><Relationship Id="rId92" Type="http://schemas.openxmlformats.org/officeDocument/2006/relationships/image" Target="../media/image341.png"/><Relationship Id="rId91" Type="http://schemas.openxmlformats.org/officeDocument/2006/relationships/customXml" Target="../ink/ink304.xml"/><Relationship Id="rId90" Type="http://schemas.openxmlformats.org/officeDocument/2006/relationships/image" Target="../media/image340.png"/><Relationship Id="rId9" Type="http://schemas.openxmlformats.org/officeDocument/2006/relationships/customXml" Target="../ink/ink263.xml"/><Relationship Id="rId89" Type="http://schemas.openxmlformats.org/officeDocument/2006/relationships/customXml" Target="../ink/ink303.xml"/><Relationship Id="rId88" Type="http://schemas.openxmlformats.org/officeDocument/2006/relationships/image" Target="../media/image339.png"/><Relationship Id="rId87" Type="http://schemas.openxmlformats.org/officeDocument/2006/relationships/customXml" Target="../ink/ink302.xml"/><Relationship Id="rId86" Type="http://schemas.openxmlformats.org/officeDocument/2006/relationships/image" Target="../media/image338.png"/><Relationship Id="rId85" Type="http://schemas.openxmlformats.org/officeDocument/2006/relationships/customXml" Target="../ink/ink301.xml"/><Relationship Id="rId84" Type="http://schemas.openxmlformats.org/officeDocument/2006/relationships/image" Target="../media/image337.png"/><Relationship Id="rId83" Type="http://schemas.openxmlformats.org/officeDocument/2006/relationships/customXml" Target="../ink/ink300.xml"/><Relationship Id="rId82" Type="http://schemas.openxmlformats.org/officeDocument/2006/relationships/image" Target="../media/image336.png"/><Relationship Id="rId81" Type="http://schemas.openxmlformats.org/officeDocument/2006/relationships/customXml" Target="../ink/ink299.xml"/><Relationship Id="rId80" Type="http://schemas.openxmlformats.org/officeDocument/2006/relationships/image" Target="../media/image335.png"/><Relationship Id="rId8" Type="http://schemas.openxmlformats.org/officeDocument/2006/relationships/image" Target="../media/image299.png"/><Relationship Id="rId79" Type="http://schemas.openxmlformats.org/officeDocument/2006/relationships/customXml" Target="../ink/ink298.xml"/><Relationship Id="rId78" Type="http://schemas.openxmlformats.org/officeDocument/2006/relationships/image" Target="../media/image334.png"/><Relationship Id="rId77" Type="http://schemas.openxmlformats.org/officeDocument/2006/relationships/customXml" Target="../ink/ink297.xml"/><Relationship Id="rId76" Type="http://schemas.openxmlformats.org/officeDocument/2006/relationships/image" Target="../media/image333.png"/><Relationship Id="rId75" Type="http://schemas.openxmlformats.org/officeDocument/2006/relationships/customXml" Target="../ink/ink296.xml"/><Relationship Id="rId74" Type="http://schemas.openxmlformats.org/officeDocument/2006/relationships/image" Target="../media/image332.png"/><Relationship Id="rId73" Type="http://schemas.openxmlformats.org/officeDocument/2006/relationships/customXml" Target="../ink/ink295.xml"/><Relationship Id="rId72" Type="http://schemas.openxmlformats.org/officeDocument/2006/relationships/image" Target="../media/image331.png"/><Relationship Id="rId71" Type="http://schemas.openxmlformats.org/officeDocument/2006/relationships/customXml" Target="../ink/ink294.xml"/><Relationship Id="rId70" Type="http://schemas.openxmlformats.org/officeDocument/2006/relationships/image" Target="../media/image330.png"/><Relationship Id="rId7" Type="http://schemas.openxmlformats.org/officeDocument/2006/relationships/customXml" Target="../ink/ink262.xml"/><Relationship Id="rId69" Type="http://schemas.openxmlformats.org/officeDocument/2006/relationships/customXml" Target="../ink/ink293.xml"/><Relationship Id="rId68" Type="http://schemas.openxmlformats.org/officeDocument/2006/relationships/image" Target="../media/image329.png"/><Relationship Id="rId67" Type="http://schemas.openxmlformats.org/officeDocument/2006/relationships/customXml" Target="../ink/ink292.xml"/><Relationship Id="rId66" Type="http://schemas.openxmlformats.org/officeDocument/2006/relationships/image" Target="../media/image328.png"/><Relationship Id="rId65" Type="http://schemas.openxmlformats.org/officeDocument/2006/relationships/customXml" Target="../ink/ink291.xml"/><Relationship Id="rId64" Type="http://schemas.openxmlformats.org/officeDocument/2006/relationships/image" Target="../media/image327.png"/><Relationship Id="rId63" Type="http://schemas.openxmlformats.org/officeDocument/2006/relationships/customXml" Target="../ink/ink290.xml"/><Relationship Id="rId62" Type="http://schemas.openxmlformats.org/officeDocument/2006/relationships/image" Target="../media/image326.png"/><Relationship Id="rId61" Type="http://schemas.openxmlformats.org/officeDocument/2006/relationships/customXml" Target="../ink/ink289.xml"/><Relationship Id="rId60" Type="http://schemas.openxmlformats.org/officeDocument/2006/relationships/image" Target="../media/image325.png"/><Relationship Id="rId6" Type="http://schemas.openxmlformats.org/officeDocument/2006/relationships/image" Target="../media/image298.png"/><Relationship Id="rId59" Type="http://schemas.openxmlformats.org/officeDocument/2006/relationships/customXml" Target="../ink/ink288.xml"/><Relationship Id="rId58" Type="http://schemas.openxmlformats.org/officeDocument/2006/relationships/image" Target="../media/image324.png"/><Relationship Id="rId57" Type="http://schemas.openxmlformats.org/officeDocument/2006/relationships/customXml" Target="../ink/ink287.xml"/><Relationship Id="rId56" Type="http://schemas.openxmlformats.org/officeDocument/2006/relationships/image" Target="../media/image323.png"/><Relationship Id="rId55" Type="http://schemas.openxmlformats.org/officeDocument/2006/relationships/customXml" Target="../ink/ink286.xml"/><Relationship Id="rId54" Type="http://schemas.openxmlformats.org/officeDocument/2006/relationships/image" Target="../media/image322.png"/><Relationship Id="rId53" Type="http://schemas.openxmlformats.org/officeDocument/2006/relationships/customXml" Target="../ink/ink285.xml"/><Relationship Id="rId52" Type="http://schemas.openxmlformats.org/officeDocument/2006/relationships/image" Target="../media/image321.png"/><Relationship Id="rId51" Type="http://schemas.openxmlformats.org/officeDocument/2006/relationships/customXml" Target="../ink/ink284.xml"/><Relationship Id="rId50" Type="http://schemas.openxmlformats.org/officeDocument/2006/relationships/image" Target="../media/image320.png"/><Relationship Id="rId5" Type="http://schemas.openxmlformats.org/officeDocument/2006/relationships/customXml" Target="../ink/ink261.xml"/><Relationship Id="rId49" Type="http://schemas.openxmlformats.org/officeDocument/2006/relationships/customXml" Target="../ink/ink283.xml"/><Relationship Id="rId48" Type="http://schemas.openxmlformats.org/officeDocument/2006/relationships/image" Target="../media/image319.png"/><Relationship Id="rId47" Type="http://schemas.openxmlformats.org/officeDocument/2006/relationships/customXml" Target="../ink/ink282.xml"/><Relationship Id="rId46" Type="http://schemas.openxmlformats.org/officeDocument/2006/relationships/image" Target="../media/image318.png"/><Relationship Id="rId45" Type="http://schemas.openxmlformats.org/officeDocument/2006/relationships/customXml" Target="../ink/ink281.xml"/><Relationship Id="rId44" Type="http://schemas.openxmlformats.org/officeDocument/2006/relationships/image" Target="../media/image317.png"/><Relationship Id="rId43" Type="http://schemas.openxmlformats.org/officeDocument/2006/relationships/customXml" Target="../ink/ink280.xml"/><Relationship Id="rId42" Type="http://schemas.openxmlformats.org/officeDocument/2006/relationships/image" Target="../media/image316.png"/><Relationship Id="rId41" Type="http://schemas.openxmlformats.org/officeDocument/2006/relationships/customXml" Target="../ink/ink279.xml"/><Relationship Id="rId40" Type="http://schemas.openxmlformats.org/officeDocument/2006/relationships/image" Target="../media/image315.png"/><Relationship Id="rId4" Type="http://schemas.openxmlformats.org/officeDocument/2006/relationships/image" Target="../media/image297.png"/><Relationship Id="rId39" Type="http://schemas.openxmlformats.org/officeDocument/2006/relationships/customXml" Target="../ink/ink278.xml"/><Relationship Id="rId38" Type="http://schemas.openxmlformats.org/officeDocument/2006/relationships/image" Target="../media/image314.png"/><Relationship Id="rId37" Type="http://schemas.openxmlformats.org/officeDocument/2006/relationships/customXml" Target="../ink/ink277.xml"/><Relationship Id="rId36" Type="http://schemas.openxmlformats.org/officeDocument/2006/relationships/image" Target="../media/image313.png"/><Relationship Id="rId35" Type="http://schemas.openxmlformats.org/officeDocument/2006/relationships/customXml" Target="../ink/ink276.xml"/><Relationship Id="rId34" Type="http://schemas.openxmlformats.org/officeDocument/2006/relationships/image" Target="../media/image312.png"/><Relationship Id="rId33" Type="http://schemas.openxmlformats.org/officeDocument/2006/relationships/customXml" Target="../ink/ink275.xml"/><Relationship Id="rId32" Type="http://schemas.openxmlformats.org/officeDocument/2006/relationships/image" Target="../media/image311.png"/><Relationship Id="rId31" Type="http://schemas.openxmlformats.org/officeDocument/2006/relationships/customXml" Target="../ink/ink274.xml"/><Relationship Id="rId30" Type="http://schemas.openxmlformats.org/officeDocument/2006/relationships/image" Target="../media/image310.png"/><Relationship Id="rId3" Type="http://schemas.openxmlformats.org/officeDocument/2006/relationships/customXml" Target="../ink/ink260.xml"/><Relationship Id="rId29" Type="http://schemas.openxmlformats.org/officeDocument/2006/relationships/customXml" Target="../ink/ink273.xml"/><Relationship Id="rId28" Type="http://schemas.openxmlformats.org/officeDocument/2006/relationships/image" Target="../media/image309.png"/><Relationship Id="rId27" Type="http://schemas.openxmlformats.org/officeDocument/2006/relationships/customXml" Target="../ink/ink272.xml"/><Relationship Id="rId26" Type="http://schemas.openxmlformats.org/officeDocument/2006/relationships/image" Target="../media/image308.png"/><Relationship Id="rId25" Type="http://schemas.openxmlformats.org/officeDocument/2006/relationships/customXml" Target="../ink/ink271.xml"/><Relationship Id="rId24" Type="http://schemas.openxmlformats.org/officeDocument/2006/relationships/image" Target="../media/image307.png"/><Relationship Id="rId23" Type="http://schemas.openxmlformats.org/officeDocument/2006/relationships/customXml" Target="../ink/ink270.xml"/><Relationship Id="rId22" Type="http://schemas.openxmlformats.org/officeDocument/2006/relationships/image" Target="../media/image306.png"/><Relationship Id="rId21" Type="http://schemas.openxmlformats.org/officeDocument/2006/relationships/customXml" Target="../ink/ink269.xml"/><Relationship Id="rId20" Type="http://schemas.openxmlformats.org/officeDocument/2006/relationships/image" Target="../media/image305.png"/><Relationship Id="rId2" Type="http://schemas.openxmlformats.org/officeDocument/2006/relationships/image" Target="../media/image296.png"/><Relationship Id="rId19" Type="http://schemas.openxmlformats.org/officeDocument/2006/relationships/customXml" Target="../ink/ink268.xml"/><Relationship Id="rId18" Type="http://schemas.openxmlformats.org/officeDocument/2006/relationships/image" Target="../media/image304.png"/><Relationship Id="rId17" Type="http://schemas.openxmlformats.org/officeDocument/2006/relationships/customXml" Target="../ink/ink267.xml"/><Relationship Id="rId16" Type="http://schemas.openxmlformats.org/officeDocument/2006/relationships/image" Target="../media/image303.png"/><Relationship Id="rId15" Type="http://schemas.openxmlformats.org/officeDocument/2006/relationships/customXml" Target="../ink/ink266.xml"/><Relationship Id="rId14" Type="http://schemas.openxmlformats.org/officeDocument/2006/relationships/image" Target="../media/image302.png"/><Relationship Id="rId135" Type="http://schemas.openxmlformats.org/officeDocument/2006/relationships/slideLayout" Target="../slideLayouts/slideLayout24.xml"/><Relationship Id="rId134" Type="http://schemas.openxmlformats.org/officeDocument/2006/relationships/image" Target="../media/image361.png"/><Relationship Id="rId133" Type="http://schemas.openxmlformats.org/officeDocument/2006/relationships/customXml" Target="../ink/ink325.xml"/><Relationship Id="rId132" Type="http://schemas.openxmlformats.org/officeDocument/2006/relationships/image" Target="../media/image360.png"/><Relationship Id="rId131" Type="http://schemas.openxmlformats.org/officeDocument/2006/relationships/customXml" Target="../ink/ink324.xml"/><Relationship Id="rId130" Type="http://schemas.openxmlformats.org/officeDocument/2006/relationships/image" Target="../media/image359.png"/><Relationship Id="rId13" Type="http://schemas.openxmlformats.org/officeDocument/2006/relationships/customXml" Target="../ink/ink265.xml"/><Relationship Id="rId129" Type="http://schemas.openxmlformats.org/officeDocument/2006/relationships/customXml" Target="../ink/ink323.xml"/><Relationship Id="rId128" Type="http://schemas.openxmlformats.org/officeDocument/2006/relationships/image" Target="../media/image64.png"/><Relationship Id="rId127" Type="http://schemas.openxmlformats.org/officeDocument/2006/relationships/customXml" Target="../ink/ink322.xml"/><Relationship Id="rId126" Type="http://schemas.openxmlformats.org/officeDocument/2006/relationships/image" Target="../media/image358.png"/><Relationship Id="rId125" Type="http://schemas.openxmlformats.org/officeDocument/2006/relationships/customXml" Target="../ink/ink321.xml"/><Relationship Id="rId124" Type="http://schemas.openxmlformats.org/officeDocument/2006/relationships/image" Target="../media/image357.png"/><Relationship Id="rId123" Type="http://schemas.openxmlformats.org/officeDocument/2006/relationships/customXml" Target="../ink/ink320.xml"/><Relationship Id="rId122" Type="http://schemas.openxmlformats.org/officeDocument/2006/relationships/image" Target="../media/image356.png"/><Relationship Id="rId121" Type="http://schemas.openxmlformats.org/officeDocument/2006/relationships/customXml" Target="../ink/ink319.xml"/><Relationship Id="rId120" Type="http://schemas.openxmlformats.org/officeDocument/2006/relationships/image" Target="../media/image355.png"/><Relationship Id="rId12" Type="http://schemas.openxmlformats.org/officeDocument/2006/relationships/image" Target="../media/image301.png"/><Relationship Id="rId119" Type="http://schemas.openxmlformats.org/officeDocument/2006/relationships/customXml" Target="../ink/ink318.xml"/><Relationship Id="rId118" Type="http://schemas.openxmlformats.org/officeDocument/2006/relationships/image" Target="../media/image354.png"/><Relationship Id="rId117" Type="http://schemas.openxmlformats.org/officeDocument/2006/relationships/customXml" Target="../ink/ink317.xml"/><Relationship Id="rId116" Type="http://schemas.openxmlformats.org/officeDocument/2006/relationships/image" Target="../media/image353.png"/><Relationship Id="rId115" Type="http://schemas.openxmlformats.org/officeDocument/2006/relationships/customXml" Target="../ink/ink316.xml"/><Relationship Id="rId114" Type="http://schemas.openxmlformats.org/officeDocument/2006/relationships/image" Target="../media/image352.png"/><Relationship Id="rId113" Type="http://schemas.openxmlformats.org/officeDocument/2006/relationships/customXml" Target="../ink/ink315.xml"/><Relationship Id="rId112" Type="http://schemas.openxmlformats.org/officeDocument/2006/relationships/image" Target="../media/image351.png"/><Relationship Id="rId111" Type="http://schemas.openxmlformats.org/officeDocument/2006/relationships/customXml" Target="../ink/ink314.xml"/><Relationship Id="rId110" Type="http://schemas.openxmlformats.org/officeDocument/2006/relationships/image" Target="../media/image350.png"/><Relationship Id="rId11" Type="http://schemas.openxmlformats.org/officeDocument/2006/relationships/customXml" Target="../ink/ink264.xml"/><Relationship Id="rId109" Type="http://schemas.openxmlformats.org/officeDocument/2006/relationships/customXml" Target="../ink/ink313.xml"/><Relationship Id="rId108" Type="http://schemas.openxmlformats.org/officeDocument/2006/relationships/image" Target="../media/image349.png"/><Relationship Id="rId107" Type="http://schemas.openxmlformats.org/officeDocument/2006/relationships/customXml" Target="../ink/ink312.xml"/><Relationship Id="rId106" Type="http://schemas.openxmlformats.org/officeDocument/2006/relationships/image" Target="../media/image348.png"/><Relationship Id="rId105" Type="http://schemas.openxmlformats.org/officeDocument/2006/relationships/customXml" Target="../ink/ink311.xml"/><Relationship Id="rId104" Type="http://schemas.openxmlformats.org/officeDocument/2006/relationships/image" Target="../media/image347.png"/><Relationship Id="rId103" Type="http://schemas.openxmlformats.org/officeDocument/2006/relationships/customXml" Target="../ink/ink310.xml"/><Relationship Id="rId102" Type="http://schemas.openxmlformats.org/officeDocument/2006/relationships/image" Target="../media/image346.png"/><Relationship Id="rId101" Type="http://schemas.openxmlformats.org/officeDocument/2006/relationships/customXml" Target="../ink/ink309.xml"/><Relationship Id="rId100" Type="http://schemas.openxmlformats.org/officeDocument/2006/relationships/image" Target="../media/image345.png"/><Relationship Id="rId10" Type="http://schemas.openxmlformats.org/officeDocument/2006/relationships/image" Target="../media/image300.png"/><Relationship Id="rId1" Type="http://schemas.openxmlformats.org/officeDocument/2006/relationships/customXml" Target="../ink/ink25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9" Type="http://schemas.openxmlformats.org/officeDocument/2006/relationships/image" Target="../media/image365.png"/><Relationship Id="rId8" Type="http://schemas.openxmlformats.org/officeDocument/2006/relationships/customXml" Target="../ink/ink329.xml"/><Relationship Id="rId70" Type="http://schemas.openxmlformats.org/officeDocument/2006/relationships/slideLayout" Target="../slideLayouts/slideLayout24.xml"/><Relationship Id="rId7" Type="http://schemas.openxmlformats.org/officeDocument/2006/relationships/image" Target="../media/image364.png"/><Relationship Id="rId69" Type="http://schemas.openxmlformats.org/officeDocument/2006/relationships/image" Target="../media/image395.png"/><Relationship Id="rId68" Type="http://schemas.openxmlformats.org/officeDocument/2006/relationships/customXml" Target="../ink/ink359.xml"/><Relationship Id="rId67" Type="http://schemas.openxmlformats.org/officeDocument/2006/relationships/image" Target="../media/image394.png"/><Relationship Id="rId66" Type="http://schemas.openxmlformats.org/officeDocument/2006/relationships/customXml" Target="../ink/ink358.xml"/><Relationship Id="rId65" Type="http://schemas.openxmlformats.org/officeDocument/2006/relationships/image" Target="../media/image393.png"/><Relationship Id="rId64" Type="http://schemas.openxmlformats.org/officeDocument/2006/relationships/customXml" Target="../ink/ink357.xml"/><Relationship Id="rId63" Type="http://schemas.openxmlformats.org/officeDocument/2006/relationships/image" Target="../media/image392.png"/><Relationship Id="rId62" Type="http://schemas.openxmlformats.org/officeDocument/2006/relationships/customXml" Target="../ink/ink356.xml"/><Relationship Id="rId61" Type="http://schemas.openxmlformats.org/officeDocument/2006/relationships/image" Target="../media/image391.png"/><Relationship Id="rId60" Type="http://schemas.openxmlformats.org/officeDocument/2006/relationships/customXml" Target="../ink/ink355.xml"/><Relationship Id="rId6" Type="http://schemas.openxmlformats.org/officeDocument/2006/relationships/customXml" Target="../ink/ink328.xml"/><Relationship Id="rId59" Type="http://schemas.openxmlformats.org/officeDocument/2006/relationships/image" Target="../media/image390.png"/><Relationship Id="rId58" Type="http://schemas.openxmlformats.org/officeDocument/2006/relationships/customXml" Target="../ink/ink354.xml"/><Relationship Id="rId57" Type="http://schemas.openxmlformats.org/officeDocument/2006/relationships/image" Target="../media/image389.png"/><Relationship Id="rId56" Type="http://schemas.openxmlformats.org/officeDocument/2006/relationships/customXml" Target="../ink/ink353.xml"/><Relationship Id="rId55" Type="http://schemas.openxmlformats.org/officeDocument/2006/relationships/image" Target="../media/image388.png"/><Relationship Id="rId54" Type="http://schemas.openxmlformats.org/officeDocument/2006/relationships/customXml" Target="../ink/ink352.xml"/><Relationship Id="rId53" Type="http://schemas.openxmlformats.org/officeDocument/2006/relationships/image" Target="../media/image387.png"/><Relationship Id="rId52" Type="http://schemas.openxmlformats.org/officeDocument/2006/relationships/customXml" Target="../ink/ink351.xml"/><Relationship Id="rId51" Type="http://schemas.openxmlformats.org/officeDocument/2006/relationships/image" Target="../media/image386.png"/><Relationship Id="rId50" Type="http://schemas.openxmlformats.org/officeDocument/2006/relationships/customXml" Target="../ink/ink350.xml"/><Relationship Id="rId5" Type="http://schemas.openxmlformats.org/officeDocument/2006/relationships/image" Target="../media/image363.png"/><Relationship Id="rId49" Type="http://schemas.openxmlformats.org/officeDocument/2006/relationships/image" Target="../media/image385.png"/><Relationship Id="rId48" Type="http://schemas.openxmlformats.org/officeDocument/2006/relationships/customXml" Target="../ink/ink349.xml"/><Relationship Id="rId47" Type="http://schemas.openxmlformats.org/officeDocument/2006/relationships/image" Target="../media/image384.png"/><Relationship Id="rId46" Type="http://schemas.openxmlformats.org/officeDocument/2006/relationships/customXml" Target="../ink/ink348.xml"/><Relationship Id="rId45" Type="http://schemas.openxmlformats.org/officeDocument/2006/relationships/image" Target="../media/image383.png"/><Relationship Id="rId44" Type="http://schemas.openxmlformats.org/officeDocument/2006/relationships/customXml" Target="../ink/ink347.xml"/><Relationship Id="rId43" Type="http://schemas.openxmlformats.org/officeDocument/2006/relationships/image" Target="../media/image382.png"/><Relationship Id="rId42" Type="http://schemas.openxmlformats.org/officeDocument/2006/relationships/customXml" Target="../ink/ink346.xml"/><Relationship Id="rId41" Type="http://schemas.openxmlformats.org/officeDocument/2006/relationships/image" Target="../media/image381.png"/><Relationship Id="rId40" Type="http://schemas.openxmlformats.org/officeDocument/2006/relationships/customXml" Target="../ink/ink345.xml"/><Relationship Id="rId4" Type="http://schemas.openxmlformats.org/officeDocument/2006/relationships/customXml" Target="../ink/ink327.xml"/><Relationship Id="rId39" Type="http://schemas.openxmlformats.org/officeDocument/2006/relationships/image" Target="../media/image380.png"/><Relationship Id="rId38" Type="http://schemas.openxmlformats.org/officeDocument/2006/relationships/customXml" Target="../ink/ink344.xml"/><Relationship Id="rId37" Type="http://schemas.openxmlformats.org/officeDocument/2006/relationships/image" Target="../media/image379.png"/><Relationship Id="rId36" Type="http://schemas.openxmlformats.org/officeDocument/2006/relationships/customXml" Target="../ink/ink343.xml"/><Relationship Id="rId35" Type="http://schemas.openxmlformats.org/officeDocument/2006/relationships/image" Target="../media/image378.png"/><Relationship Id="rId34" Type="http://schemas.openxmlformats.org/officeDocument/2006/relationships/customXml" Target="../ink/ink342.xml"/><Relationship Id="rId33" Type="http://schemas.openxmlformats.org/officeDocument/2006/relationships/image" Target="../media/image377.png"/><Relationship Id="rId32" Type="http://schemas.openxmlformats.org/officeDocument/2006/relationships/customXml" Target="../ink/ink341.xml"/><Relationship Id="rId31" Type="http://schemas.openxmlformats.org/officeDocument/2006/relationships/image" Target="../media/image376.png"/><Relationship Id="rId30" Type="http://schemas.openxmlformats.org/officeDocument/2006/relationships/customXml" Target="../ink/ink340.xml"/><Relationship Id="rId3" Type="http://schemas.openxmlformats.org/officeDocument/2006/relationships/image" Target="../media/image362.png"/><Relationship Id="rId29" Type="http://schemas.openxmlformats.org/officeDocument/2006/relationships/image" Target="../media/image375.png"/><Relationship Id="rId28" Type="http://schemas.openxmlformats.org/officeDocument/2006/relationships/customXml" Target="../ink/ink339.xml"/><Relationship Id="rId27" Type="http://schemas.openxmlformats.org/officeDocument/2006/relationships/image" Target="../media/image374.png"/><Relationship Id="rId26" Type="http://schemas.openxmlformats.org/officeDocument/2006/relationships/customXml" Target="../ink/ink338.xml"/><Relationship Id="rId25" Type="http://schemas.openxmlformats.org/officeDocument/2006/relationships/image" Target="../media/image373.png"/><Relationship Id="rId24" Type="http://schemas.openxmlformats.org/officeDocument/2006/relationships/customXml" Target="../ink/ink337.xml"/><Relationship Id="rId23" Type="http://schemas.openxmlformats.org/officeDocument/2006/relationships/image" Target="../media/image372.png"/><Relationship Id="rId22" Type="http://schemas.openxmlformats.org/officeDocument/2006/relationships/customXml" Target="../ink/ink336.xml"/><Relationship Id="rId21" Type="http://schemas.openxmlformats.org/officeDocument/2006/relationships/image" Target="../media/image371.png"/><Relationship Id="rId20" Type="http://schemas.openxmlformats.org/officeDocument/2006/relationships/customXml" Target="../ink/ink335.xml"/><Relationship Id="rId2" Type="http://schemas.openxmlformats.org/officeDocument/2006/relationships/customXml" Target="../ink/ink326.xml"/><Relationship Id="rId19" Type="http://schemas.openxmlformats.org/officeDocument/2006/relationships/image" Target="../media/image370.png"/><Relationship Id="rId18" Type="http://schemas.openxmlformats.org/officeDocument/2006/relationships/customXml" Target="../ink/ink334.xml"/><Relationship Id="rId17" Type="http://schemas.openxmlformats.org/officeDocument/2006/relationships/image" Target="../media/image369.png"/><Relationship Id="rId16" Type="http://schemas.openxmlformats.org/officeDocument/2006/relationships/customXml" Target="../ink/ink333.xml"/><Relationship Id="rId15" Type="http://schemas.openxmlformats.org/officeDocument/2006/relationships/image" Target="../media/image368.png"/><Relationship Id="rId14" Type="http://schemas.openxmlformats.org/officeDocument/2006/relationships/customXml" Target="../ink/ink332.xml"/><Relationship Id="rId13" Type="http://schemas.openxmlformats.org/officeDocument/2006/relationships/image" Target="../media/image367.png"/><Relationship Id="rId12" Type="http://schemas.openxmlformats.org/officeDocument/2006/relationships/customXml" Target="../ink/ink331.xml"/><Relationship Id="rId11" Type="http://schemas.openxmlformats.org/officeDocument/2006/relationships/image" Target="../media/image366.png"/><Relationship Id="rId10" Type="http://schemas.openxmlformats.org/officeDocument/2006/relationships/customXml" Target="../ink/ink330.xml"/><Relationship Id="rId1" Type="http://schemas.openxmlformats.org/officeDocument/2006/relationships/image" Target="../media/image112.png"/></Relationships>
</file>

<file path=ppt/slides/_rels/slide33.xml.rels><?xml version="1.0" encoding="UTF-8" standalone="yes"?>
<Relationships xmlns="http://schemas.openxmlformats.org/package/2006/relationships"><Relationship Id="rId8" Type="http://schemas.openxmlformats.org/officeDocument/2006/relationships/vmlDrawing" Target="../drawings/vmlDrawing9.vml"/><Relationship Id="rId7" Type="http://schemas.openxmlformats.org/officeDocument/2006/relationships/slideLayout" Target="../slideLayouts/slideLayout24.xml"/><Relationship Id="rId6" Type="http://schemas.openxmlformats.org/officeDocument/2006/relationships/image" Target="../media/image398.wmf"/><Relationship Id="rId5" Type="http://schemas.openxmlformats.org/officeDocument/2006/relationships/oleObject" Target="../embeddings/oleObject27.bin"/><Relationship Id="rId4" Type="http://schemas.openxmlformats.org/officeDocument/2006/relationships/image" Target="../media/image397.wmf"/><Relationship Id="rId3" Type="http://schemas.openxmlformats.org/officeDocument/2006/relationships/oleObject" Target="../embeddings/oleObject26.bin"/><Relationship Id="rId2" Type="http://schemas.openxmlformats.org/officeDocument/2006/relationships/image" Target="../media/image396.wmf"/><Relationship Id="rId1" Type="http://schemas.openxmlformats.org/officeDocument/2006/relationships/oleObject" Target="../embeddings/oleObject25.bin"/></Relationships>
</file>

<file path=ppt/slides/_rels/slide34.xml.rels><?xml version="1.0" encoding="UTF-8" standalone="yes"?>
<Relationships xmlns="http://schemas.openxmlformats.org/package/2006/relationships"><Relationship Id="rId5" Type="http://schemas.openxmlformats.org/officeDocument/2006/relationships/vmlDrawing" Target="../drawings/vmlDrawing10.vml"/><Relationship Id="rId4" Type="http://schemas.openxmlformats.org/officeDocument/2006/relationships/slideLayout" Target="../slideLayouts/slideLayout24.xml"/><Relationship Id="rId3" Type="http://schemas.openxmlformats.org/officeDocument/2006/relationships/image" Target="../media/image400.wmf"/><Relationship Id="rId2" Type="http://schemas.openxmlformats.org/officeDocument/2006/relationships/oleObject" Target="../embeddings/oleObject28.bin"/><Relationship Id="rId1" Type="http://schemas.openxmlformats.org/officeDocument/2006/relationships/image" Target="../media/image399.png"/></Relationships>
</file>

<file path=ppt/slides/_rels/slide35.xml.rels><?xml version="1.0" encoding="UTF-8" standalone="yes"?>
<Relationships xmlns="http://schemas.openxmlformats.org/package/2006/relationships"><Relationship Id="rId96" Type="http://schemas.openxmlformats.org/officeDocument/2006/relationships/vmlDrawing" Target="../drawings/vmlDrawing11.vml"/><Relationship Id="rId95" Type="http://schemas.openxmlformats.org/officeDocument/2006/relationships/slideLayout" Target="../slideLayouts/slideLayout24.xml"/><Relationship Id="rId94" Type="http://schemas.openxmlformats.org/officeDocument/2006/relationships/image" Target="../media/image447.png"/><Relationship Id="rId93" Type="http://schemas.openxmlformats.org/officeDocument/2006/relationships/customXml" Target="../ink/ink403.xml"/><Relationship Id="rId92" Type="http://schemas.openxmlformats.org/officeDocument/2006/relationships/image" Target="../media/image446.png"/><Relationship Id="rId91" Type="http://schemas.openxmlformats.org/officeDocument/2006/relationships/customXml" Target="../ink/ink402.xml"/><Relationship Id="rId90" Type="http://schemas.openxmlformats.org/officeDocument/2006/relationships/image" Target="../media/image445.png"/><Relationship Id="rId9" Type="http://schemas.openxmlformats.org/officeDocument/2006/relationships/customXml" Target="../ink/ink361.xml"/><Relationship Id="rId89" Type="http://schemas.openxmlformats.org/officeDocument/2006/relationships/customXml" Target="../ink/ink401.xml"/><Relationship Id="rId88" Type="http://schemas.openxmlformats.org/officeDocument/2006/relationships/image" Target="../media/image444.png"/><Relationship Id="rId87" Type="http://schemas.openxmlformats.org/officeDocument/2006/relationships/customXml" Target="../ink/ink400.xml"/><Relationship Id="rId86" Type="http://schemas.openxmlformats.org/officeDocument/2006/relationships/image" Target="../media/image443.png"/><Relationship Id="rId85" Type="http://schemas.openxmlformats.org/officeDocument/2006/relationships/customXml" Target="../ink/ink399.xml"/><Relationship Id="rId84" Type="http://schemas.openxmlformats.org/officeDocument/2006/relationships/image" Target="../media/image442.png"/><Relationship Id="rId83" Type="http://schemas.openxmlformats.org/officeDocument/2006/relationships/customXml" Target="../ink/ink398.xml"/><Relationship Id="rId82" Type="http://schemas.openxmlformats.org/officeDocument/2006/relationships/image" Target="../media/image441.png"/><Relationship Id="rId81" Type="http://schemas.openxmlformats.org/officeDocument/2006/relationships/customXml" Target="../ink/ink397.xml"/><Relationship Id="rId80" Type="http://schemas.openxmlformats.org/officeDocument/2006/relationships/image" Target="../media/image440.png"/><Relationship Id="rId8" Type="http://schemas.openxmlformats.org/officeDocument/2006/relationships/image" Target="../media/image404.png"/><Relationship Id="rId79" Type="http://schemas.openxmlformats.org/officeDocument/2006/relationships/customXml" Target="../ink/ink396.xml"/><Relationship Id="rId78" Type="http://schemas.openxmlformats.org/officeDocument/2006/relationships/image" Target="../media/image439.png"/><Relationship Id="rId77" Type="http://schemas.openxmlformats.org/officeDocument/2006/relationships/customXml" Target="../ink/ink395.xml"/><Relationship Id="rId76" Type="http://schemas.openxmlformats.org/officeDocument/2006/relationships/image" Target="../media/image438.png"/><Relationship Id="rId75" Type="http://schemas.openxmlformats.org/officeDocument/2006/relationships/customXml" Target="../ink/ink394.xml"/><Relationship Id="rId74" Type="http://schemas.openxmlformats.org/officeDocument/2006/relationships/image" Target="../media/image437.png"/><Relationship Id="rId73" Type="http://schemas.openxmlformats.org/officeDocument/2006/relationships/customXml" Target="../ink/ink393.xml"/><Relationship Id="rId72" Type="http://schemas.openxmlformats.org/officeDocument/2006/relationships/image" Target="../media/image436.png"/><Relationship Id="rId71" Type="http://schemas.openxmlformats.org/officeDocument/2006/relationships/customXml" Target="../ink/ink392.xml"/><Relationship Id="rId70" Type="http://schemas.openxmlformats.org/officeDocument/2006/relationships/image" Target="../media/image435.png"/><Relationship Id="rId7" Type="http://schemas.openxmlformats.org/officeDocument/2006/relationships/customXml" Target="../ink/ink360.xml"/><Relationship Id="rId69" Type="http://schemas.openxmlformats.org/officeDocument/2006/relationships/customXml" Target="../ink/ink391.xml"/><Relationship Id="rId68" Type="http://schemas.openxmlformats.org/officeDocument/2006/relationships/image" Target="../media/image434.png"/><Relationship Id="rId67" Type="http://schemas.openxmlformats.org/officeDocument/2006/relationships/customXml" Target="../ink/ink390.xml"/><Relationship Id="rId66" Type="http://schemas.openxmlformats.org/officeDocument/2006/relationships/image" Target="../media/image433.png"/><Relationship Id="rId65" Type="http://schemas.openxmlformats.org/officeDocument/2006/relationships/customXml" Target="../ink/ink389.xml"/><Relationship Id="rId64" Type="http://schemas.openxmlformats.org/officeDocument/2006/relationships/image" Target="../media/image432.png"/><Relationship Id="rId63" Type="http://schemas.openxmlformats.org/officeDocument/2006/relationships/customXml" Target="../ink/ink388.xml"/><Relationship Id="rId62" Type="http://schemas.openxmlformats.org/officeDocument/2006/relationships/image" Target="../media/image431.png"/><Relationship Id="rId61" Type="http://schemas.openxmlformats.org/officeDocument/2006/relationships/customXml" Target="../ink/ink387.xml"/><Relationship Id="rId60" Type="http://schemas.openxmlformats.org/officeDocument/2006/relationships/image" Target="../media/image430.png"/><Relationship Id="rId6" Type="http://schemas.openxmlformats.org/officeDocument/2006/relationships/image" Target="../media/image403.wmf"/><Relationship Id="rId59" Type="http://schemas.openxmlformats.org/officeDocument/2006/relationships/customXml" Target="../ink/ink386.xml"/><Relationship Id="rId58" Type="http://schemas.openxmlformats.org/officeDocument/2006/relationships/image" Target="../media/image429.png"/><Relationship Id="rId57" Type="http://schemas.openxmlformats.org/officeDocument/2006/relationships/customXml" Target="../ink/ink385.xml"/><Relationship Id="rId56" Type="http://schemas.openxmlformats.org/officeDocument/2006/relationships/image" Target="../media/image428.png"/><Relationship Id="rId55" Type="http://schemas.openxmlformats.org/officeDocument/2006/relationships/customXml" Target="../ink/ink384.xml"/><Relationship Id="rId54" Type="http://schemas.openxmlformats.org/officeDocument/2006/relationships/image" Target="../media/image427.png"/><Relationship Id="rId53" Type="http://schemas.openxmlformats.org/officeDocument/2006/relationships/customXml" Target="../ink/ink383.xml"/><Relationship Id="rId52" Type="http://schemas.openxmlformats.org/officeDocument/2006/relationships/image" Target="../media/image426.png"/><Relationship Id="rId51" Type="http://schemas.openxmlformats.org/officeDocument/2006/relationships/customXml" Target="../ink/ink382.xml"/><Relationship Id="rId50" Type="http://schemas.openxmlformats.org/officeDocument/2006/relationships/image" Target="../media/image425.png"/><Relationship Id="rId5" Type="http://schemas.openxmlformats.org/officeDocument/2006/relationships/oleObject" Target="../embeddings/oleObject31.bin"/><Relationship Id="rId49" Type="http://schemas.openxmlformats.org/officeDocument/2006/relationships/customXml" Target="../ink/ink381.xml"/><Relationship Id="rId48" Type="http://schemas.openxmlformats.org/officeDocument/2006/relationships/image" Target="../media/image424.png"/><Relationship Id="rId47" Type="http://schemas.openxmlformats.org/officeDocument/2006/relationships/customXml" Target="../ink/ink380.xml"/><Relationship Id="rId46" Type="http://schemas.openxmlformats.org/officeDocument/2006/relationships/image" Target="../media/image423.png"/><Relationship Id="rId45" Type="http://schemas.openxmlformats.org/officeDocument/2006/relationships/customXml" Target="../ink/ink379.xml"/><Relationship Id="rId44" Type="http://schemas.openxmlformats.org/officeDocument/2006/relationships/image" Target="../media/image422.png"/><Relationship Id="rId43" Type="http://schemas.openxmlformats.org/officeDocument/2006/relationships/customXml" Target="../ink/ink378.xml"/><Relationship Id="rId42" Type="http://schemas.openxmlformats.org/officeDocument/2006/relationships/image" Target="../media/image421.png"/><Relationship Id="rId41" Type="http://schemas.openxmlformats.org/officeDocument/2006/relationships/customXml" Target="../ink/ink377.xml"/><Relationship Id="rId40" Type="http://schemas.openxmlformats.org/officeDocument/2006/relationships/image" Target="../media/image420.png"/><Relationship Id="rId4" Type="http://schemas.openxmlformats.org/officeDocument/2006/relationships/image" Target="../media/image402.wmf"/><Relationship Id="rId39" Type="http://schemas.openxmlformats.org/officeDocument/2006/relationships/customXml" Target="../ink/ink376.xml"/><Relationship Id="rId38" Type="http://schemas.openxmlformats.org/officeDocument/2006/relationships/image" Target="../media/image419.png"/><Relationship Id="rId37" Type="http://schemas.openxmlformats.org/officeDocument/2006/relationships/customXml" Target="../ink/ink375.xml"/><Relationship Id="rId36" Type="http://schemas.openxmlformats.org/officeDocument/2006/relationships/image" Target="../media/image418.png"/><Relationship Id="rId35" Type="http://schemas.openxmlformats.org/officeDocument/2006/relationships/customXml" Target="../ink/ink374.xml"/><Relationship Id="rId34" Type="http://schemas.openxmlformats.org/officeDocument/2006/relationships/image" Target="../media/image417.png"/><Relationship Id="rId33" Type="http://schemas.openxmlformats.org/officeDocument/2006/relationships/customXml" Target="../ink/ink373.xml"/><Relationship Id="rId32" Type="http://schemas.openxmlformats.org/officeDocument/2006/relationships/image" Target="../media/image416.png"/><Relationship Id="rId31" Type="http://schemas.openxmlformats.org/officeDocument/2006/relationships/customXml" Target="../ink/ink372.xml"/><Relationship Id="rId30" Type="http://schemas.openxmlformats.org/officeDocument/2006/relationships/image" Target="../media/image415.png"/><Relationship Id="rId3" Type="http://schemas.openxmlformats.org/officeDocument/2006/relationships/oleObject" Target="../embeddings/oleObject30.bin"/><Relationship Id="rId29" Type="http://schemas.openxmlformats.org/officeDocument/2006/relationships/customXml" Target="../ink/ink371.xml"/><Relationship Id="rId28" Type="http://schemas.openxmlformats.org/officeDocument/2006/relationships/image" Target="../media/image414.png"/><Relationship Id="rId27" Type="http://schemas.openxmlformats.org/officeDocument/2006/relationships/customXml" Target="../ink/ink370.xml"/><Relationship Id="rId26" Type="http://schemas.openxmlformats.org/officeDocument/2006/relationships/image" Target="../media/image413.png"/><Relationship Id="rId25" Type="http://schemas.openxmlformats.org/officeDocument/2006/relationships/customXml" Target="../ink/ink369.xml"/><Relationship Id="rId24" Type="http://schemas.openxmlformats.org/officeDocument/2006/relationships/image" Target="../media/image412.png"/><Relationship Id="rId23" Type="http://schemas.openxmlformats.org/officeDocument/2006/relationships/customXml" Target="../ink/ink368.xml"/><Relationship Id="rId22" Type="http://schemas.openxmlformats.org/officeDocument/2006/relationships/image" Target="../media/image411.png"/><Relationship Id="rId21" Type="http://schemas.openxmlformats.org/officeDocument/2006/relationships/customXml" Target="../ink/ink367.xml"/><Relationship Id="rId20" Type="http://schemas.openxmlformats.org/officeDocument/2006/relationships/image" Target="../media/image410.png"/><Relationship Id="rId2" Type="http://schemas.openxmlformats.org/officeDocument/2006/relationships/image" Target="../media/image401.wmf"/><Relationship Id="rId19" Type="http://schemas.openxmlformats.org/officeDocument/2006/relationships/customXml" Target="../ink/ink366.xml"/><Relationship Id="rId18" Type="http://schemas.openxmlformats.org/officeDocument/2006/relationships/image" Target="../media/image409.png"/><Relationship Id="rId17" Type="http://schemas.openxmlformats.org/officeDocument/2006/relationships/customXml" Target="../ink/ink365.xml"/><Relationship Id="rId16" Type="http://schemas.openxmlformats.org/officeDocument/2006/relationships/image" Target="../media/image408.png"/><Relationship Id="rId15" Type="http://schemas.openxmlformats.org/officeDocument/2006/relationships/customXml" Target="../ink/ink364.xml"/><Relationship Id="rId14" Type="http://schemas.openxmlformats.org/officeDocument/2006/relationships/image" Target="../media/image407.png"/><Relationship Id="rId13" Type="http://schemas.openxmlformats.org/officeDocument/2006/relationships/customXml" Target="../ink/ink363.xml"/><Relationship Id="rId12" Type="http://schemas.openxmlformats.org/officeDocument/2006/relationships/image" Target="../media/image406.png"/><Relationship Id="rId11" Type="http://schemas.openxmlformats.org/officeDocument/2006/relationships/customXml" Target="../ink/ink362.xml"/><Relationship Id="rId10" Type="http://schemas.openxmlformats.org/officeDocument/2006/relationships/image" Target="../media/image405.png"/><Relationship Id="rId1" Type="http://schemas.openxmlformats.org/officeDocument/2006/relationships/oleObject" Target="../embeddings/oleObject29.bin"/></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36.bin"/><Relationship Id="rId8" Type="http://schemas.openxmlformats.org/officeDocument/2006/relationships/image" Target="../media/image451.wmf"/><Relationship Id="rId7" Type="http://schemas.openxmlformats.org/officeDocument/2006/relationships/oleObject" Target="../embeddings/oleObject35.bin"/><Relationship Id="rId6" Type="http://schemas.openxmlformats.org/officeDocument/2006/relationships/image" Target="../media/image450.wmf"/><Relationship Id="rId5" Type="http://schemas.openxmlformats.org/officeDocument/2006/relationships/oleObject" Target="../embeddings/oleObject34.bin"/><Relationship Id="rId4" Type="http://schemas.openxmlformats.org/officeDocument/2006/relationships/image" Target="../media/image449.wmf"/><Relationship Id="rId3" Type="http://schemas.openxmlformats.org/officeDocument/2006/relationships/oleObject" Target="../embeddings/oleObject33.bin"/><Relationship Id="rId2" Type="http://schemas.openxmlformats.org/officeDocument/2006/relationships/image" Target="../media/image448.wmf"/><Relationship Id="rId12" Type="http://schemas.openxmlformats.org/officeDocument/2006/relationships/vmlDrawing" Target="../drawings/vmlDrawing12.vml"/><Relationship Id="rId11" Type="http://schemas.openxmlformats.org/officeDocument/2006/relationships/slideLayout" Target="../slideLayouts/slideLayout24.xml"/><Relationship Id="rId10" Type="http://schemas.openxmlformats.org/officeDocument/2006/relationships/image" Target="../media/image452.wmf"/><Relationship Id="rId1" Type="http://schemas.openxmlformats.org/officeDocument/2006/relationships/oleObject" Target="../embeddings/oleObject32.bin"/></Relationships>
</file>

<file path=ppt/slides/_rels/slide37.xml.rels><?xml version="1.0" encoding="UTF-8" standalone="yes"?>
<Relationships xmlns="http://schemas.openxmlformats.org/package/2006/relationships"><Relationship Id="rId9" Type="http://schemas.openxmlformats.org/officeDocument/2006/relationships/customXml" Target="../ink/ink405.xml"/><Relationship Id="rId88" Type="http://schemas.openxmlformats.org/officeDocument/2006/relationships/vmlDrawing" Target="../drawings/vmlDrawing13.vml"/><Relationship Id="rId87" Type="http://schemas.openxmlformats.org/officeDocument/2006/relationships/slideLayout" Target="../slideLayouts/slideLayout24.xml"/><Relationship Id="rId86" Type="http://schemas.openxmlformats.org/officeDocument/2006/relationships/image" Target="../media/image495.png"/><Relationship Id="rId85" Type="http://schemas.openxmlformats.org/officeDocument/2006/relationships/customXml" Target="../ink/ink443.xml"/><Relationship Id="rId84" Type="http://schemas.openxmlformats.org/officeDocument/2006/relationships/image" Target="../media/image494.png"/><Relationship Id="rId83" Type="http://schemas.openxmlformats.org/officeDocument/2006/relationships/customXml" Target="../ink/ink442.xml"/><Relationship Id="rId82" Type="http://schemas.openxmlformats.org/officeDocument/2006/relationships/image" Target="../media/image493.png"/><Relationship Id="rId81" Type="http://schemas.openxmlformats.org/officeDocument/2006/relationships/customXml" Target="../ink/ink441.xml"/><Relationship Id="rId80" Type="http://schemas.openxmlformats.org/officeDocument/2006/relationships/image" Target="../media/image492.png"/><Relationship Id="rId8" Type="http://schemas.openxmlformats.org/officeDocument/2006/relationships/image" Target="../media/image456.png"/><Relationship Id="rId79" Type="http://schemas.openxmlformats.org/officeDocument/2006/relationships/customXml" Target="../ink/ink440.xml"/><Relationship Id="rId78" Type="http://schemas.openxmlformats.org/officeDocument/2006/relationships/image" Target="../media/image491.png"/><Relationship Id="rId77" Type="http://schemas.openxmlformats.org/officeDocument/2006/relationships/customXml" Target="../ink/ink439.xml"/><Relationship Id="rId76" Type="http://schemas.openxmlformats.org/officeDocument/2006/relationships/image" Target="../media/image490.png"/><Relationship Id="rId75" Type="http://schemas.openxmlformats.org/officeDocument/2006/relationships/customXml" Target="../ink/ink438.xml"/><Relationship Id="rId74" Type="http://schemas.openxmlformats.org/officeDocument/2006/relationships/image" Target="../media/image489.png"/><Relationship Id="rId73" Type="http://schemas.openxmlformats.org/officeDocument/2006/relationships/customXml" Target="../ink/ink437.xml"/><Relationship Id="rId72" Type="http://schemas.openxmlformats.org/officeDocument/2006/relationships/image" Target="../media/image488.png"/><Relationship Id="rId71" Type="http://schemas.openxmlformats.org/officeDocument/2006/relationships/customXml" Target="../ink/ink436.xml"/><Relationship Id="rId70" Type="http://schemas.openxmlformats.org/officeDocument/2006/relationships/image" Target="../media/image487.png"/><Relationship Id="rId7" Type="http://schemas.openxmlformats.org/officeDocument/2006/relationships/customXml" Target="../ink/ink404.xml"/><Relationship Id="rId69" Type="http://schemas.openxmlformats.org/officeDocument/2006/relationships/customXml" Target="../ink/ink435.xml"/><Relationship Id="rId68" Type="http://schemas.openxmlformats.org/officeDocument/2006/relationships/image" Target="../media/image486.png"/><Relationship Id="rId67" Type="http://schemas.openxmlformats.org/officeDocument/2006/relationships/customXml" Target="../ink/ink434.xml"/><Relationship Id="rId66" Type="http://schemas.openxmlformats.org/officeDocument/2006/relationships/image" Target="../media/image485.png"/><Relationship Id="rId65" Type="http://schemas.openxmlformats.org/officeDocument/2006/relationships/customXml" Target="../ink/ink433.xml"/><Relationship Id="rId64" Type="http://schemas.openxmlformats.org/officeDocument/2006/relationships/image" Target="../media/image484.png"/><Relationship Id="rId63" Type="http://schemas.openxmlformats.org/officeDocument/2006/relationships/customXml" Target="../ink/ink432.xml"/><Relationship Id="rId62" Type="http://schemas.openxmlformats.org/officeDocument/2006/relationships/image" Target="../media/image483.png"/><Relationship Id="rId61" Type="http://schemas.openxmlformats.org/officeDocument/2006/relationships/customXml" Target="../ink/ink431.xml"/><Relationship Id="rId60" Type="http://schemas.openxmlformats.org/officeDocument/2006/relationships/image" Target="../media/image482.png"/><Relationship Id="rId6" Type="http://schemas.openxmlformats.org/officeDocument/2006/relationships/image" Target="../media/image455.wmf"/><Relationship Id="rId59" Type="http://schemas.openxmlformats.org/officeDocument/2006/relationships/customXml" Target="../ink/ink430.xml"/><Relationship Id="rId58" Type="http://schemas.openxmlformats.org/officeDocument/2006/relationships/image" Target="../media/image481.png"/><Relationship Id="rId57" Type="http://schemas.openxmlformats.org/officeDocument/2006/relationships/customXml" Target="../ink/ink429.xml"/><Relationship Id="rId56" Type="http://schemas.openxmlformats.org/officeDocument/2006/relationships/image" Target="../media/image480.png"/><Relationship Id="rId55" Type="http://schemas.openxmlformats.org/officeDocument/2006/relationships/customXml" Target="../ink/ink428.xml"/><Relationship Id="rId54" Type="http://schemas.openxmlformats.org/officeDocument/2006/relationships/image" Target="../media/image479.png"/><Relationship Id="rId53" Type="http://schemas.openxmlformats.org/officeDocument/2006/relationships/customXml" Target="../ink/ink427.xml"/><Relationship Id="rId52" Type="http://schemas.openxmlformats.org/officeDocument/2006/relationships/image" Target="../media/image478.png"/><Relationship Id="rId51" Type="http://schemas.openxmlformats.org/officeDocument/2006/relationships/customXml" Target="../ink/ink426.xml"/><Relationship Id="rId50" Type="http://schemas.openxmlformats.org/officeDocument/2006/relationships/image" Target="../media/image477.png"/><Relationship Id="rId5" Type="http://schemas.openxmlformats.org/officeDocument/2006/relationships/oleObject" Target="../embeddings/oleObject39.bin"/><Relationship Id="rId49" Type="http://schemas.openxmlformats.org/officeDocument/2006/relationships/customXml" Target="../ink/ink425.xml"/><Relationship Id="rId48" Type="http://schemas.openxmlformats.org/officeDocument/2006/relationships/image" Target="../media/image476.png"/><Relationship Id="rId47" Type="http://schemas.openxmlformats.org/officeDocument/2006/relationships/customXml" Target="../ink/ink424.xml"/><Relationship Id="rId46" Type="http://schemas.openxmlformats.org/officeDocument/2006/relationships/image" Target="../media/image475.png"/><Relationship Id="rId45" Type="http://schemas.openxmlformats.org/officeDocument/2006/relationships/customXml" Target="../ink/ink423.xml"/><Relationship Id="rId44" Type="http://schemas.openxmlformats.org/officeDocument/2006/relationships/image" Target="../media/image474.png"/><Relationship Id="rId43" Type="http://schemas.openxmlformats.org/officeDocument/2006/relationships/customXml" Target="../ink/ink422.xml"/><Relationship Id="rId42" Type="http://schemas.openxmlformats.org/officeDocument/2006/relationships/image" Target="../media/image473.png"/><Relationship Id="rId41" Type="http://schemas.openxmlformats.org/officeDocument/2006/relationships/customXml" Target="../ink/ink421.xml"/><Relationship Id="rId40" Type="http://schemas.openxmlformats.org/officeDocument/2006/relationships/image" Target="../media/image472.png"/><Relationship Id="rId4" Type="http://schemas.openxmlformats.org/officeDocument/2006/relationships/image" Target="../media/image454.wmf"/><Relationship Id="rId39" Type="http://schemas.openxmlformats.org/officeDocument/2006/relationships/customXml" Target="../ink/ink420.xml"/><Relationship Id="rId38" Type="http://schemas.openxmlformats.org/officeDocument/2006/relationships/image" Target="../media/image471.png"/><Relationship Id="rId37" Type="http://schemas.openxmlformats.org/officeDocument/2006/relationships/customXml" Target="../ink/ink419.xml"/><Relationship Id="rId36" Type="http://schemas.openxmlformats.org/officeDocument/2006/relationships/image" Target="../media/image470.png"/><Relationship Id="rId35" Type="http://schemas.openxmlformats.org/officeDocument/2006/relationships/customXml" Target="../ink/ink418.xml"/><Relationship Id="rId34" Type="http://schemas.openxmlformats.org/officeDocument/2006/relationships/image" Target="../media/image469.png"/><Relationship Id="rId33" Type="http://schemas.openxmlformats.org/officeDocument/2006/relationships/customXml" Target="../ink/ink417.xml"/><Relationship Id="rId32" Type="http://schemas.openxmlformats.org/officeDocument/2006/relationships/image" Target="../media/image468.png"/><Relationship Id="rId31" Type="http://schemas.openxmlformats.org/officeDocument/2006/relationships/customXml" Target="../ink/ink416.xml"/><Relationship Id="rId30" Type="http://schemas.openxmlformats.org/officeDocument/2006/relationships/image" Target="../media/image467.png"/><Relationship Id="rId3" Type="http://schemas.openxmlformats.org/officeDocument/2006/relationships/oleObject" Target="../embeddings/oleObject38.bin"/><Relationship Id="rId29" Type="http://schemas.openxmlformats.org/officeDocument/2006/relationships/customXml" Target="../ink/ink415.xml"/><Relationship Id="rId28" Type="http://schemas.openxmlformats.org/officeDocument/2006/relationships/image" Target="../media/image466.png"/><Relationship Id="rId27" Type="http://schemas.openxmlformats.org/officeDocument/2006/relationships/customXml" Target="../ink/ink414.xml"/><Relationship Id="rId26" Type="http://schemas.openxmlformats.org/officeDocument/2006/relationships/image" Target="../media/image465.png"/><Relationship Id="rId25" Type="http://schemas.openxmlformats.org/officeDocument/2006/relationships/customXml" Target="../ink/ink413.xml"/><Relationship Id="rId24" Type="http://schemas.openxmlformats.org/officeDocument/2006/relationships/image" Target="../media/image464.png"/><Relationship Id="rId23" Type="http://schemas.openxmlformats.org/officeDocument/2006/relationships/customXml" Target="../ink/ink412.xml"/><Relationship Id="rId22" Type="http://schemas.openxmlformats.org/officeDocument/2006/relationships/image" Target="../media/image463.png"/><Relationship Id="rId21" Type="http://schemas.openxmlformats.org/officeDocument/2006/relationships/customXml" Target="../ink/ink411.xml"/><Relationship Id="rId20" Type="http://schemas.openxmlformats.org/officeDocument/2006/relationships/image" Target="../media/image462.png"/><Relationship Id="rId2" Type="http://schemas.openxmlformats.org/officeDocument/2006/relationships/image" Target="../media/image453.wmf"/><Relationship Id="rId19" Type="http://schemas.openxmlformats.org/officeDocument/2006/relationships/customXml" Target="../ink/ink410.xml"/><Relationship Id="rId18" Type="http://schemas.openxmlformats.org/officeDocument/2006/relationships/image" Target="../media/image461.png"/><Relationship Id="rId17" Type="http://schemas.openxmlformats.org/officeDocument/2006/relationships/customXml" Target="../ink/ink409.xml"/><Relationship Id="rId16" Type="http://schemas.openxmlformats.org/officeDocument/2006/relationships/image" Target="../media/image460.png"/><Relationship Id="rId15" Type="http://schemas.openxmlformats.org/officeDocument/2006/relationships/customXml" Target="../ink/ink408.xml"/><Relationship Id="rId14" Type="http://schemas.openxmlformats.org/officeDocument/2006/relationships/image" Target="../media/image459.png"/><Relationship Id="rId13" Type="http://schemas.openxmlformats.org/officeDocument/2006/relationships/customXml" Target="../ink/ink407.xml"/><Relationship Id="rId12" Type="http://schemas.openxmlformats.org/officeDocument/2006/relationships/image" Target="../media/image458.png"/><Relationship Id="rId11" Type="http://schemas.openxmlformats.org/officeDocument/2006/relationships/customXml" Target="../ink/ink406.xml"/><Relationship Id="rId10" Type="http://schemas.openxmlformats.org/officeDocument/2006/relationships/image" Target="../media/image457.png"/><Relationship Id="rId1" Type="http://schemas.openxmlformats.org/officeDocument/2006/relationships/oleObject" Target="../embeddings/oleObject37.bin"/></Relationships>
</file>

<file path=ppt/slides/_rels/slide38.xml.rels><?xml version="1.0" encoding="UTF-8" standalone="yes"?>
<Relationships xmlns="http://schemas.openxmlformats.org/package/2006/relationships"><Relationship Id="rId6" Type="http://schemas.openxmlformats.org/officeDocument/2006/relationships/vmlDrawing" Target="../drawings/vmlDrawing14.vml"/><Relationship Id="rId5" Type="http://schemas.openxmlformats.org/officeDocument/2006/relationships/slideLayout" Target="../slideLayouts/slideLayout24.xml"/><Relationship Id="rId4" Type="http://schemas.openxmlformats.org/officeDocument/2006/relationships/image" Target="../media/image497.wmf"/><Relationship Id="rId3" Type="http://schemas.openxmlformats.org/officeDocument/2006/relationships/oleObject" Target="../embeddings/oleObject41.bin"/><Relationship Id="rId2" Type="http://schemas.openxmlformats.org/officeDocument/2006/relationships/image" Target="../media/image496.wmf"/><Relationship Id="rId1" Type="http://schemas.openxmlformats.org/officeDocument/2006/relationships/oleObject" Target="../embeddings/oleObject40.bin"/></Relationships>
</file>

<file path=ppt/slides/_rels/slide39.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29.xml"/><Relationship Id="rId2" Type="http://schemas.openxmlformats.org/officeDocument/2006/relationships/image" Target="../media/image498.emf"/><Relationship Id="rId1" Type="http://schemas.openxmlformats.org/officeDocument/2006/relationships/oleObject" Target="../embeddings/oleObject42.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499.png"/></Relationships>
</file>

<file path=ppt/slides/_rels/slide42.xml.rels><?xml version="1.0" encoding="UTF-8" standalone="yes"?>
<Relationships xmlns="http://schemas.openxmlformats.org/package/2006/relationships"><Relationship Id="rId99" Type="http://schemas.openxmlformats.org/officeDocument/2006/relationships/image" Target="../media/image549.png"/><Relationship Id="rId98" Type="http://schemas.openxmlformats.org/officeDocument/2006/relationships/customXml" Target="../ink/ink492.xml"/><Relationship Id="rId97" Type="http://schemas.openxmlformats.org/officeDocument/2006/relationships/image" Target="../media/image548.png"/><Relationship Id="rId96" Type="http://schemas.openxmlformats.org/officeDocument/2006/relationships/customXml" Target="../ink/ink491.xml"/><Relationship Id="rId95" Type="http://schemas.openxmlformats.org/officeDocument/2006/relationships/image" Target="../media/image547.png"/><Relationship Id="rId94" Type="http://schemas.openxmlformats.org/officeDocument/2006/relationships/customXml" Target="../ink/ink490.xml"/><Relationship Id="rId93" Type="http://schemas.openxmlformats.org/officeDocument/2006/relationships/image" Target="../media/image546.png"/><Relationship Id="rId92" Type="http://schemas.openxmlformats.org/officeDocument/2006/relationships/customXml" Target="../ink/ink489.xml"/><Relationship Id="rId91" Type="http://schemas.openxmlformats.org/officeDocument/2006/relationships/image" Target="../media/image545.png"/><Relationship Id="rId90" Type="http://schemas.openxmlformats.org/officeDocument/2006/relationships/customXml" Target="../ink/ink488.xml"/><Relationship Id="rId9" Type="http://schemas.openxmlformats.org/officeDocument/2006/relationships/image" Target="../media/image504.png"/><Relationship Id="rId89" Type="http://schemas.openxmlformats.org/officeDocument/2006/relationships/image" Target="../media/image544.png"/><Relationship Id="rId88" Type="http://schemas.openxmlformats.org/officeDocument/2006/relationships/customXml" Target="../ink/ink487.xml"/><Relationship Id="rId87" Type="http://schemas.openxmlformats.org/officeDocument/2006/relationships/image" Target="../media/image543.png"/><Relationship Id="rId86" Type="http://schemas.openxmlformats.org/officeDocument/2006/relationships/customXml" Target="../ink/ink486.xml"/><Relationship Id="rId85" Type="http://schemas.openxmlformats.org/officeDocument/2006/relationships/image" Target="../media/image542.png"/><Relationship Id="rId84" Type="http://schemas.openxmlformats.org/officeDocument/2006/relationships/customXml" Target="../ink/ink485.xml"/><Relationship Id="rId83" Type="http://schemas.openxmlformats.org/officeDocument/2006/relationships/image" Target="../media/image541.png"/><Relationship Id="rId82" Type="http://schemas.openxmlformats.org/officeDocument/2006/relationships/customXml" Target="../ink/ink484.xml"/><Relationship Id="rId81" Type="http://schemas.openxmlformats.org/officeDocument/2006/relationships/image" Target="../media/image540.png"/><Relationship Id="rId80" Type="http://schemas.openxmlformats.org/officeDocument/2006/relationships/customXml" Target="../ink/ink483.xml"/><Relationship Id="rId8" Type="http://schemas.openxmlformats.org/officeDocument/2006/relationships/customXml" Target="../ink/ink447.xml"/><Relationship Id="rId79" Type="http://schemas.openxmlformats.org/officeDocument/2006/relationships/image" Target="../media/image539.png"/><Relationship Id="rId78" Type="http://schemas.openxmlformats.org/officeDocument/2006/relationships/customXml" Target="../ink/ink482.xml"/><Relationship Id="rId77" Type="http://schemas.openxmlformats.org/officeDocument/2006/relationships/image" Target="../media/image538.png"/><Relationship Id="rId76" Type="http://schemas.openxmlformats.org/officeDocument/2006/relationships/customXml" Target="../ink/ink481.xml"/><Relationship Id="rId75" Type="http://schemas.openxmlformats.org/officeDocument/2006/relationships/image" Target="../media/image537.png"/><Relationship Id="rId74" Type="http://schemas.openxmlformats.org/officeDocument/2006/relationships/customXml" Target="../ink/ink480.xml"/><Relationship Id="rId73" Type="http://schemas.openxmlformats.org/officeDocument/2006/relationships/image" Target="../media/image536.png"/><Relationship Id="rId72" Type="http://schemas.openxmlformats.org/officeDocument/2006/relationships/customXml" Target="../ink/ink479.xml"/><Relationship Id="rId71" Type="http://schemas.openxmlformats.org/officeDocument/2006/relationships/image" Target="../media/image535.png"/><Relationship Id="rId70" Type="http://schemas.openxmlformats.org/officeDocument/2006/relationships/customXml" Target="../ink/ink478.xml"/><Relationship Id="rId7" Type="http://schemas.openxmlformats.org/officeDocument/2006/relationships/image" Target="../media/image503.png"/><Relationship Id="rId69" Type="http://schemas.openxmlformats.org/officeDocument/2006/relationships/image" Target="../media/image534.png"/><Relationship Id="rId68" Type="http://schemas.openxmlformats.org/officeDocument/2006/relationships/customXml" Target="../ink/ink477.xml"/><Relationship Id="rId67" Type="http://schemas.openxmlformats.org/officeDocument/2006/relationships/image" Target="../media/image533.png"/><Relationship Id="rId66" Type="http://schemas.openxmlformats.org/officeDocument/2006/relationships/customXml" Target="../ink/ink476.xml"/><Relationship Id="rId65" Type="http://schemas.openxmlformats.org/officeDocument/2006/relationships/image" Target="../media/image532.png"/><Relationship Id="rId64" Type="http://schemas.openxmlformats.org/officeDocument/2006/relationships/customXml" Target="../ink/ink475.xml"/><Relationship Id="rId63" Type="http://schemas.openxmlformats.org/officeDocument/2006/relationships/image" Target="../media/image531.png"/><Relationship Id="rId62" Type="http://schemas.openxmlformats.org/officeDocument/2006/relationships/customXml" Target="../ink/ink474.xml"/><Relationship Id="rId61" Type="http://schemas.openxmlformats.org/officeDocument/2006/relationships/image" Target="../media/image530.png"/><Relationship Id="rId60" Type="http://schemas.openxmlformats.org/officeDocument/2006/relationships/customXml" Target="../ink/ink473.xml"/><Relationship Id="rId6" Type="http://schemas.openxmlformats.org/officeDocument/2006/relationships/customXml" Target="../ink/ink446.xml"/><Relationship Id="rId59" Type="http://schemas.openxmlformats.org/officeDocument/2006/relationships/image" Target="../media/image529.png"/><Relationship Id="rId58" Type="http://schemas.openxmlformats.org/officeDocument/2006/relationships/customXml" Target="../ink/ink472.xml"/><Relationship Id="rId57" Type="http://schemas.openxmlformats.org/officeDocument/2006/relationships/image" Target="../media/image528.png"/><Relationship Id="rId56" Type="http://schemas.openxmlformats.org/officeDocument/2006/relationships/customXml" Target="../ink/ink471.xml"/><Relationship Id="rId55" Type="http://schemas.openxmlformats.org/officeDocument/2006/relationships/image" Target="../media/image527.png"/><Relationship Id="rId54" Type="http://schemas.openxmlformats.org/officeDocument/2006/relationships/customXml" Target="../ink/ink470.xml"/><Relationship Id="rId53" Type="http://schemas.openxmlformats.org/officeDocument/2006/relationships/image" Target="../media/image526.png"/><Relationship Id="rId52" Type="http://schemas.openxmlformats.org/officeDocument/2006/relationships/customXml" Target="../ink/ink469.xml"/><Relationship Id="rId51" Type="http://schemas.openxmlformats.org/officeDocument/2006/relationships/image" Target="../media/image525.png"/><Relationship Id="rId50" Type="http://schemas.openxmlformats.org/officeDocument/2006/relationships/customXml" Target="../ink/ink468.xml"/><Relationship Id="rId5" Type="http://schemas.openxmlformats.org/officeDocument/2006/relationships/image" Target="../media/image502.png"/><Relationship Id="rId49" Type="http://schemas.openxmlformats.org/officeDocument/2006/relationships/image" Target="../media/image524.png"/><Relationship Id="rId48" Type="http://schemas.openxmlformats.org/officeDocument/2006/relationships/customXml" Target="../ink/ink467.xml"/><Relationship Id="rId47" Type="http://schemas.openxmlformats.org/officeDocument/2006/relationships/image" Target="../media/image523.png"/><Relationship Id="rId46" Type="http://schemas.openxmlformats.org/officeDocument/2006/relationships/customXml" Target="../ink/ink466.xml"/><Relationship Id="rId45" Type="http://schemas.openxmlformats.org/officeDocument/2006/relationships/image" Target="../media/image522.png"/><Relationship Id="rId44" Type="http://schemas.openxmlformats.org/officeDocument/2006/relationships/customXml" Target="../ink/ink465.xml"/><Relationship Id="rId43" Type="http://schemas.openxmlformats.org/officeDocument/2006/relationships/image" Target="../media/image521.png"/><Relationship Id="rId42" Type="http://schemas.openxmlformats.org/officeDocument/2006/relationships/customXml" Target="../ink/ink464.xml"/><Relationship Id="rId41" Type="http://schemas.openxmlformats.org/officeDocument/2006/relationships/image" Target="../media/image520.png"/><Relationship Id="rId40" Type="http://schemas.openxmlformats.org/officeDocument/2006/relationships/customXml" Target="../ink/ink463.xml"/><Relationship Id="rId4" Type="http://schemas.openxmlformats.org/officeDocument/2006/relationships/customXml" Target="../ink/ink445.xml"/><Relationship Id="rId39" Type="http://schemas.openxmlformats.org/officeDocument/2006/relationships/image" Target="../media/image519.png"/><Relationship Id="rId38" Type="http://schemas.openxmlformats.org/officeDocument/2006/relationships/customXml" Target="../ink/ink462.xml"/><Relationship Id="rId37" Type="http://schemas.openxmlformats.org/officeDocument/2006/relationships/image" Target="../media/image518.png"/><Relationship Id="rId36" Type="http://schemas.openxmlformats.org/officeDocument/2006/relationships/customXml" Target="../ink/ink461.xml"/><Relationship Id="rId35" Type="http://schemas.openxmlformats.org/officeDocument/2006/relationships/image" Target="../media/image517.png"/><Relationship Id="rId34" Type="http://schemas.openxmlformats.org/officeDocument/2006/relationships/customXml" Target="../ink/ink460.xml"/><Relationship Id="rId33" Type="http://schemas.openxmlformats.org/officeDocument/2006/relationships/image" Target="../media/image516.png"/><Relationship Id="rId32" Type="http://schemas.openxmlformats.org/officeDocument/2006/relationships/customXml" Target="../ink/ink459.xml"/><Relationship Id="rId31" Type="http://schemas.openxmlformats.org/officeDocument/2006/relationships/image" Target="../media/image515.png"/><Relationship Id="rId30" Type="http://schemas.openxmlformats.org/officeDocument/2006/relationships/customXml" Target="../ink/ink458.xml"/><Relationship Id="rId3" Type="http://schemas.openxmlformats.org/officeDocument/2006/relationships/image" Target="../media/image501.png"/><Relationship Id="rId29" Type="http://schemas.openxmlformats.org/officeDocument/2006/relationships/image" Target="../media/image514.png"/><Relationship Id="rId28" Type="http://schemas.openxmlformats.org/officeDocument/2006/relationships/customXml" Target="../ink/ink457.xml"/><Relationship Id="rId27" Type="http://schemas.openxmlformats.org/officeDocument/2006/relationships/image" Target="../media/image513.png"/><Relationship Id="rId26" Type="http://schemas.openxmlformats.org/officeDocument/2006/relationships/customXml" Target="../ink/ink456.xml"/><Relationship Id="rId25" Type="http://schemas.openxmlformats.org/officeDocument/2006/relationships/image" Target="../media/image512.png"/><Relationship Id="rId24" Type="http://schemas.openxmlformats.org/officeDocument/2006/relationships/customXml" Target="../ink/ink455.xml"/><Relationship Id="rId23" Type="http://schemas.openxmlformats.org/officeDocument/2006/relationships/image" Target="../media/image511.png"/><Relationship Id="rId22" Type="http://schemas.openxmlformats.org/officeDocument/2006/relationships/customXml" Target="../ink/ink454.xml"/><Relationship Id="rId21" Type="http://schemas.openxmlformats.org/officeDocument/2006/relationships/image" Target="../media/image510.png"/><Relationship Id="rId204" Type="http://schemas.openxmlformats.org/officeDocument/2006/relationships/slideLayout" Target="../slideLayouts/slideLayout29.xml"/><Relationship Id="rId203" Type="http://schemas.openxmlformats.org/officeDocument/2006/relationships/image" Target="../media/image601.png"/><Relationship Id="rId202" Type="http://schemas.openxmlformats.org/officeDocument/2006/relationships/customXml" Target="../ink/ink544.xml"/><Relationship Id="rId201" Type="http://schemas.openxmlformats.org/officeDocument/2006/relationships/image" Target="../media/image600.png"/><Relationship Id="rId200" Type="http://schemas.openxmlformats.org/officeDocument/2006/relationships/customXml" Target="../ink/ink543.xml"/><Relationship Id="rId20" Type="http://schemas.openxmlformats.org/officeDocument/2006/relationships/customXml" Target="../ink/ink453.xml"/><Relationship Id="rId2" Type="http://schemas.openxmlformats.org/officeDocument/2006/relationships/customXml" Target="../ink/ink444.xml"/><Relationship Id="rId199" Type="http://schemas.openxmlformats.org/officeDocument/2006/relationships/image" Target="../media/image599.png"/><Relationship Id="rId198" Type="http://schemas.openxmlformats.org/officeDocument/2006/relationships/customXml" Target="../ink/ink542.xml"/><Relationship Id="rId197" Type="http://schemas.openxmlformats.org/officeDocument/2006/relationships/image" Target="../media/image598.png"/><Relationship Id="rId196" Type="http://schemas.openxmlformats.org/officeDocument/2006/relationships/customXml" Target="../ink/ink541.xml"/><Relationship Id="rId195" Type="http://schemas.openxmlformats.org/officeDocument/2006/relationships/image" Target="../media/image597.png"/><Relationship Id="rId194" Type="http://schemas.openxmlformats.org/officeDocument/2006/relationships/customXml" Target="../ink/ink540.xml"/><Relationship Id="rId193" Type="http://schemas.openxmlformats.org/officeDocument/2006/relationships/image" Target="../media/image596.png"/><Relationship Id="rId192" Type="http://schemas.openxmlformats.org/officeDocument/2006/relationships/customXml" Target="../ink/ink539.xml"/><Relationship Id="rId191" Type="http://schemas.openxmlformats.org/officeDocument/2006/relationships/image" Target="../media/image595.png"/><Relationship Id="rId190" Type="http://schemas.openxmlformats.org/officeDocument/2006/relationships/customXml" Target="../ink/ink538.xml"/><Relationship Id="rId19" Type="http://schemas.openxmlformats.org/officeDocument/2006/relationships/image" Target="../media/image509.png"/><Relationship Id="rId189" Type="http://schemas.openxmlformats.org/officeDocument/2006/relationships/image" Target="../media/image594.png"/><Relationship Id="rId188" Type="http://schemas.openxmlformats.org/officeDocument/2006/relationships/customXml" Target="../ink/ink537.xml"/><Relationship Id="rId187" Type="http://schemas.openxmlformats.org/officeDocument/2006/relationships/image" Target="../media/image593.png"/><Relationship Id="rId186" Type="http://schemas.openxmlformats.org/officeDocument/2006/relationships/customXml" Target="../ink/ink536.xml"/><Relationship Id="rId185" Type="http://schemas.openxmlformats.org/officeDocument/2006/relationships/image" Target="../media/image592.png"/><Relationship Id="rId184" Type="http://schemas.openxmlformats.org/officeDocument/2006/relationships/customXml" Target="../ink/ink535.xml"/><Relationship Id="rId183" Type="http://schemas.openxmlformats.org/officeDocument/2006/relationships/image" Target="../media/image591.png"/><Relationship Id="rId182" Type="http://schemas.openxmlformats.org/officeDocument/2006/relationships/customXml" Target="../ink/ink534.xml"/><Relationship Id="rId181" Type="http://schemas.openxmlformats.org/officeDocument/2006/relationships/image" Target="../media/image590.png"/><Relationship Id="rId180" Type="http://schemas.openxmlformats.org/officeDocument/2006/relationships/customXml" Target="../ink/ink533.xml"/><Relationship Id="rId18" Type="http://schemas.openxmlformats.org/officeDocument/2006/relationships/customXml" Target="../ink/ink452.xml"/><Relationship Id="rId179" Type="http://schemas.openxmlformats.org/officeDocument/2006/relationships/image" Target="../media/image589.png"/><Relationship Id="rId178" Type="http://schemas.openxmlformats.org/officeDocument/2006/relationships/customXml" Target="../ink/ink532.xml"/><Relationship Id="rId177" Type="http://schemas.openxmlformats.org/officeDocument/2006/relationships/image" Target="../media/image588.png"/><Relationship Id="rId176" Type="http://schemas.openxmlformats.org/officeDocument/2006/relationships/customXml" Target="../ink/ink531.xml"/><Relationship Id="rId175" Type="http://schemas.openxmlformats.org/officeDocument/2006/relationships/image" Target="../media/image587.png"/><Relationship Id="rId174" Type="http://schemas.openxmlformats.org/officeDocument/2006/relationships/customXml" Target="../ink/ink530.xml"/><Relationship Id="rId173" Type="http://schemas.openxmlformats.org/officeDocument/2006/relationships/image" Target="../media/image586.png"/><Relationship Id="rId172" Type="http://schemas.openxmlformats.org/officeDocument/2006/relationships/customXml" Target="../ink/ink529.xml"/><Relationship Id="rId171" Type="http://schemas.openxmlformats.org/officeDocument/2006/relationships/image" Target="../media/image585.png"/><Relationship Id="rId170" Type="http://schemas.openxmlformats.org/officeDocument/2006/relationships/customXml" Target="../ink/ink528.xml"/><Relationship Id="rId17" Type="http://schemas.openxmlformats.org/officeDocument/2006/relationships/image" Target="../media/image508.png"/><Relationship Id="rId169" Type="http://schemas.openxmlformats.org/officeDocument/2006/relationships/image" Target="../media/image584.png"/><Relationship Id="rId168" Type="http://schemas.openxmlformats.org/officeDocument/2006/relationships/customXml" Target="../ink/ink527.xml"/><Relationship Id="rId167" Type="http://schemas.openxmlformats.org/officeDocument/2006/relationships/image" Target="../media/image583.png"/><Relationship Id="rId166" Type="http://schemas.openxmlformats.org/officeDocument/2006/relationships/customXml" Target="../ink/ink526.xml"/><Relationship Id="rId165" Type="http://schemas.openxmlformats.org/officeDocument/2006/relationships/image" Target="../media/image582.png"/><Relationship Id="rId164" Type="http://schemas.openxmlformats.org/officeDocument/2006/relationships/customXml" Target="../ink/ink525.xml"/><Relationship Id="rId163" Type="http://schemas.openxmlformats.org/officeDocument/2006/relationships/image" Target="../media/image581.png"/><Relationship Id="rId162" Type="http://schemas.openxmlformats.org/officeDocument/2006/relationships/customXml" Target="../ink/ink524.xml"/><Relationship Id="rId161" Type="http://schemas.openxmlformats.org/officeDocument/2006/relationships/image" Target="../media/image580.png"/><Relationship Id="rId160" Type="http://schemas.openxmlformats.org/officeDocument/2006/relationships/customXml" Target="../ink/ink523.xml"/><Relationship Id="rId16" Type="http://schemas.openxmlformats.org/officeDocument/2006/relationships/customXml" Target="../ink/ink451.xml"/><Relationship Id="rId159" Type="http://schemas.openxmlformats.org/officeDocument/2006/relationships/image" Target="../media/image579.png"/><Relationship Id="rId158" Type="http://schemas.openxmlformats.org/officeDocument/2006/relationships/customXml" Target="../ink/ink522.xml"/><Relationship Id="rId157" Type="http://schemas.openxmlformats.org/officeDocument/2006/relationships/image" Target="../media/image578.png"/><Relationship Id="rId156" Type="http://schemas.openxmlformats.org/officeDocument/2006/relationships/customXml" Target="../ink/ink521.xml"/><Relationship Id="rId155" Type="http://schemas.openxmlformats.org/officeDocument/2006/relationships/image" Target="../media/image577.png"/><Relationship Id="rId154" Type="http://schemas.openxmlformats.org/officeDocument/2006/relationships/customXml" Target="../ink/ink520.xml"/><Relationship Id="rId153" Type="http://schemas.openxmlformats.org/officeDocument/2006/relationships/image" Target="../media/image576.png"/><Relationship Id="rId152" Type="http://schemas.openxmlformats.org/officeDocument/2006/relationships/customXml" Target="../ink/ink519.xml"/><Relationship Id="rId151" Type="http://schemas.openxmlformats.org/officeDocument/2006/relationships/image" Target="../media/image575.png"/><Relationship Id="rId150" Type="http://schemas.openxmlformats.org/officeDocument/2006/relationships/customXml" Target="../ink/ink518.xml"/><Relationship Id="rId15" Type="http://schemas.openxmlformats.org/officeDocument/2006/relationships/image" Target="../media/image507.png"/><Relationship Id="rId149" Type="http://schemas.openxmlformats.org/officeDocument/2006/relationships/image" Target="../media/image574.png"/><Relationship Id="rId148" Type="http://schemas.openxmlformats.org/officeDocument/2006/relationships/customXml" Target="../ink/ink517.xml"/><Relationship Id="rId147" Type="http://schemas.openxmlformats.org/officeDocument/2006/relationships/image" Target="../media/image573.png"/><Relationship Id="rId146" Type="http://schemas.openxmlformats.org/officeDocument/2006/relationships/customXml" Target="../ink/ink516.xml"/><Relationship Id="rId145" Type="http://schemas.openxmlformats.org/officeDocument/2006/relationships/image" Target="../media/image572.png"/><Relationship Id="rId144" Type="http://schemas.openxmlformats.org/officeDocument/2006/relationships/customXml" Target="../ink/ink515.xml"/><Relationship Id="rId143" Type="http://schemas.openxmlformats.org/officeDocument/2006/relationships/image" Target="../media/image571.png"/><Relationship Id="rId142" Type="http://schemas.openxmlformats.org/officeDocument/2006/relationships/customXml" Target="../ink/ink514.xml"/><Relationship Id="rId141" Type="http://schemas.openxmlformats.org/officeDocument/2006/relationships/image" Target="../media/image570.png"/><Relationship Id="rId140" Type="http://schemas.openxmlformats.org/officeDocument/2006/relationships/customXml" Target="../ink/ink513.xml"/><Relationship Id="rId14" Type="http://schemas.openxmlformats.org/officeDocument/2006/relationships/customXml" Target="../ink/ink450.xml"/><Relationship Id="rId139" Type="http://schemas.openxmlformats.org/officeDocument/2006/relationships/image" Target="../media/image569.png"/><Relationship Id="rId138" Type="http://schemas.openxmlformats.org/officeDocument/2006/relationships/customXml" Target="../ink/ink512.xml"/><Relationship Id="rId137" Type="http://schemas.openxmlformats.org/officeDocument/2006/relationships/image" Target="../media/image568.png"/><Relationship Id="rId136" Type="http://schemas.openxmlformats.org/officeDocument/2006/relationships/customXml" Target="../ink/ink511.xml"/><Relationship Id="rId135" Type="http://schemas.openxmlformats.org/officeDocument/2006/relationships/image" Target="../media/image567.png"/><Relationship Id="rId134" Type="http://schemas.openxmlformats.org/officeDocument/2006/relationships/customXml" Target="../ink/ink510.xml"/><Relationship Id="rId133" Type="http://schemas.openxmlformats.org/officeDocument/2006/relationships/image" Target="../media/image566.png"/><Relationship Id="rId132" Type="http://schemas.openxmlformats.org/officeDocument/2006/relationships/customXml" Target="../ink/ink509.xml"/><Relationship Id="rId131" Type="http://schemas.openxmlformats.org/officeDocument/2006/relationships/image" Target="../media/image565.png"/><Relationship Id="rId130" Type="http://schemas.openxmlformats.org/officeDocument/2006/relationships/customXml" Target="../ink/ink508.xml"/><Relationship Id="rId13" Type="http://schemas.openxmlformats.org/officeDocument/2006/relationships/image" Target="../media/image506.png"/><Relationship Id="rId129" Type="http://schemas.openxmlformats.org/officeDocument/2006/relationships/image" Target="../media/image564.png"/><Relationship Id="rId128" Type="http://schemas.openxmlformats.org/officeDocument/2006/relationships/customXml" Target="../ink/ink507.xml"/><Relationship Id="rId127" Type="http://schemas.openxmlformats.org/officeDocument/2006/relationships/image" Target="../media/image563.png"/><Relationship Id="rId126" Type="http://schemas.openxmlformats.org/officeDocument/2006/relationships/customXml" Target="../ink/ink506.xml"/><Relationship Id="rId125" Type="http://schemas.openxmlformats.org/officeDocument/2006/relationships/image" Target="../media/image562.png"/><Relationship Id="rId124" Type="http://schemas.openxmlformats.org/officeDocument/2006/relationships/customXml" Target="../ink/ink505.xml"/><Relationship Id="rId123" Type="http://schemas.openxmlformats.org/officeDocument/2006/relationships/image" Target="../media/image561.png"/><Relationship Id="rId122" Type="http://schemas.openxmlformats.org/officeDocument/2006/relationships/customXml" Target="../ink/ink504.xml"/><Relationship Id="rId121" Type="http://schemas.openxmlformats.org/officeDocument/2006/relationships/image" Target="../media/image560.png"/><Relationship Id="rId120" Type="http://schemas.openxmlformats.org/officeDocument/2006/relationships/customXml" Target="../ink/ink503.xml"/><Relationship Id="rId12" Type="http://schemas.openxmlformats.org/officeDocument/2006/relationships/customXml" Target="../ink/ink449.xml"/><Relationship Id="rId119" Type="http://schemas.openxmlformats.org/officeDocument/2006/relationships/image" Target="../media/image559.png"/><Relationship Id="rId118" Type="http://schemas.openxmlformats.org/officeDocument/2006/relationships/customXml" Target="../ink/ink502.xml"/><Relationship Id="rId117" Type="http://schemas.openxmlformats.org/officeDocument/2006/relationships/image" Target="../media/image558.png"/><Relationship Id="rId116" Type="http://schemas.openxmlformats.org/officeDocument/2006/relationships/customXml" Target="../ink/ink501.xml"/><Relationship Id="rId115" Type="http://schemas.openxmlformats.org/officeDocument/2006/relationships/image" Target="../media/image557.png"/><Relationship Id="rId114" Type="http://schemas.openxmlformats.org/officeDocument/2006/relationships/customXml" Target="../ink/ink500.xml"/><Relationship Id="rId113" Type="http://schemas.openxmlformats.org/officeDocument/2006/relationships/image" Target="../media/image556.png"/><Relationship Id="rId112" Type="http://schemas.openxmlformats.org/officeDocument/2006/relationships/customXml" Target="../ink/ink499.xml"/><Relationship Id="rId111" Type="http://schemas.openxmlformats.org/officeDocument/2006/relationships/image" Target="../media/image555.png"/><Relationship Id="rId110" Type="http://schemas.openxmlformats.org/officeDocument/2006/relationships/customXml" Target="../ink/ink498.xml"/><Relationship Id="rId11" Type="http://schemas.openxmlformats.org/officeDocument/2006/relationships/image" Target="../media/image505.png"/><Relationship Id="rId109" Type="http://schemas.openxmlformats.org/officeDocument/2006/relationships/image" Target="../media/image554.png"/><Relationship Id="rId108" Type="http://schemas.openxmlformats.org/officeDocument/2006/relationships/customXml" Target="../ink/ink497.xml"/><Relationship Id="rId107" Type="http://schemas.openxmlformats.org/officeDocument/2006/relationships/image" Target="../media/image553.png"/><Relationship Id="rId106" Type="http://schemas.openxmlformats.org/officeDocument/2006/relationships/customXml" Target="../ink/ink496.xml"/><Relationship Id="rId105" Type="http://schemas.openxmlformats.org/officeDocument/2006/relationships/image" Target="../media/image552.png"/><Relationship Id="rId104" Type="http://schemas.openxmlformats.org/officeDocument/2006/relationships/customXml" Target="../ink/ink495.xml"/><Relationship Id="rId103" Type="http://schemas.openxmlformats.org/officeDocument/2006/relationships/image" Target="../media/image551.png"/><Relationship Id="rId102" Type="http://schemas.openxmlformats.org/officeDocument/2006/relationships/customXml" Target="../ink/ink494.xml"/><Relationship Id="rId101" Type="http://schemas.openxmlformats.org/officeDocument/2006/relationships/image" Target="../media/image550.png"/><Relationship Id="rId100" Type="http://schemas.openxmlformats.org/officeDocument/2006/relationships/customXml" Target="../ink/ink493.xml"/><Relationship Id="rId10" Type="http://schemas.openxmlformats.org/officeDocument/2006/relationships/customXml" Target="../ink/ink448.xml"/><Relationship Id="rId1" Type="http://schemas.openxmlformats.org/officeDocument/2006/relationships/image" Target="../media/image500.png"/></Relationships>
</file>

<file path=ppt/slides/_rels/slide43.xml.rels><?xml version="1.0" encoding="UTF-8" standalone="yes"?>
<Relationships xmlns="http://schemas.openxmlformats.org/package/2006/relationships"><Relationship Id="rId6" Type="http://schemas.openxmlformats.org/officeDocument/2006/relationships/vmlDrawing" Target="../drawings/vmlDrawing16.vml"/><Relationship Id="rId5" Type="http://schemas.openxmlformats.org/officeDocument/2006/relationships/slideLayout" Target="../slideLayouts/slideLayout24.xml"/><Relationship Id="rId4" Type="http://schemas.openxmlformats.org/officeDocument/2006/relationships/image" Target="../media/image603.wmf"/><Relationship Id="rId3" Type="http://schemas.openxmlformats.org/officeDocument/2006/relationships/oleObject" Target="../embeddings/oleObject44.bin"/><Relationship Id="rId2" Type="http://schemas.openxmlformats.org/officeDocument/2006/relationships/image" Target="../media/image602.wmf"/><Relationship Id="rId1" Type="http://schemas.openxmlformats.org/officeDocument/2006/relationships/oleObject" Target="../embeddings/oleObject43.bin"/></Relationships>
</file>

<file path=ppt/slides/_rels/slide44.xml.rels><?xml version="1.0" encoding="UTF-8" standalone="yes"?>
<Relationships xmlns="http://schemas.openxmlformats.org/package/2006/relationships"><Relationship Id="rId6" Type="http://schemas.openxmlformats.org/officeDocument/2006/relationships/vmlDrawing" Target="../drawings/vmlDrawing17.vml"/><Relationship Id="rId5" Type="http://schemas.openxmlformats.org/officeDocument/2006/relationships/slideLayout" Target="../slideLayouts/slideLayout24.xml"/><Relationship Id="rId4" Type="http://schemas.openxmlformats.org/officeDocument/2006/relationships/image" Target="../media/image605.wmf"/><Relationship Id="rId3" Type="http://schemas.openxmlformats.org/officeDocument/2006/relationships/oleObject" Target="../embeddings/oleObject46.bin"/><Relationship Id="rId2" Type="http://schemas.openxmlformats.org/officeDocument/2006/relationships/image" Target="../media/image604.wmf"/><Relationship Id="rId1" Type="http://schemas.openxmlformats.org/officeDocument/2006/relationships/oleObject" Target="../embeddings/oleObject45.bin"/></Relationships>
</file>

<file path=ppt/slides/_rels/slide45.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image" Target="../media/image609.wmf"/><Relationship Id="rId7" Type="http://schemas.openxmlformats.org/officeDocument/2006/relationships/oleObject" Target="../embeddings/oleObject50.bin"/><Relationship Id="rId6" Type="http://schemas.openxmlformats.org/officeDocument/2006/relationships/image" Target="../media/image608.wmf"/><Relationship Id="rId5" Type="http://schemas.openxmlformats.org/officeDocument/2006/relationships/oleObject" Target="../embeddings/oleObject49.bin"/><Relationship Id="rId4" Type="http://schemas.openxmlformats.org/officeDocument/2006/relationships/image" Target="../media/image607.wmf"/><Relationship Id="rId3" Type="http://schemas.openxmlformats.org/officeDocument/2006/relationships/oleObject" Target="../embeddings/oleObject48.bin"/><Relationship Id="rId2" Type="http://schemas.openxmlformats.org/officeDocument/2006/relationships/image" Target="../media/image606.wmf"/><Relationship Id="rId10" Type="http://schemas.openxmlformats.org/officeDocument/2006/relationships/vmlDrawing" Target="../drawings/vmlDrawing18.vml"/><Relationship Id="rId1" Type="http://schemas.openxmlformats.org/officeDocument/2006/relationships/oleObject" Target="../embeddings/oleObject47.bin"/></Relationships>
</file>

<file path=ppt/slides/_rels/slide46.xml.rels><?xml version="1.0" encoding="UTF-8" standalone="yes"?>
<Relationships xmlns="http://schemas.openxmlformats.org/package/2006/relationships"><Relationship Id="rId99" Type="http://schemas.openxmlformats.org/officeDocument/2006/relationships/customXml" Target="../ink/ink591.xml"/><Relationship Id="rId98" Type="http://schemas.openxmlformats.org/officeDocument/2006/relationships/image" Target="../media/image658.png"/><Relationship Id="rId97" Type="http://schemas.openxmlformats.org/officeDocument/2006/relationships/customXml" Target="../ink/ink590.xml"/><Relationship Id="rId96" Type="http://schemas.openxmlformats.org/officeDocument/2006/relationships/image" Target="../media/image657.png"/><Relationship Id="rId95" Type="http://schemas.openxmlformats.org/officeDocument/2006/relationships/customXml" Target="../ink/ink589.xml"/><Relationship Id="rId94" Type="http://schemas.openxmlformats.org/officeDocument/2006/relationships/image" Target="../media/image656.png"/><Relationship Id="rId93" Type="http://schemas.openxmlformats.org/officeDocument/2006/relationships/customXml" Target="../ink/ink588.xml"/><Relationship Id="rId92" Type="http://schemas.openxmlformats.org/officeDocument/2006/relationships/image" Target="../media/image655.png"/><Relationship Id="rId91" Type="http://schemas.openxmlformats.org/officeDocument/2006/relationships/customXml" Target="../ink/ink587.xml"/><Relationship Id="rId90" Type="http://schemas.openxmlformats.org/officeDocument/2006/relationships/image" Target="../media/image654.png"/><Relationship Id="rId9" Type="http://schemas.openxmlformats.org/officeDocument/2006/relationships/customXml" Target="../ink/ink546.xml"/><Relationship Id="rId89" Type="http://schemas.openxmlformats.org/officeDocument/2006/relationships/customXml" Target="../ink/ink586.xml"/><Relationship Id="rId88" Type="http://schemas.openxmlformats.org/officeDocument/2006/relationships/image" Target="../media/image653.png"/><Relationship Id="rId87" Type="http://schemas.openxmlformats.org/officeDocument/2006/relationships/customXml" Target="../ink/ink585.xml"/><Relationship Id="rId86" Type="http://schemas.openxmlformats.org/officeDocument/2006/relationships/image" Target="../media/image652.png"/><Relationship Id="rId85" Type="http://schemas.openxmlformats.org/officeDocument/2006/relationships/customXml" Target="../ink/ink584.xml"/><Relationship Id="rId84" Type="http://schemas.openxmlformats.org/officeDocument/2006/relationships/image" Target="../media/image651.png"/><Relationship Id="rId83" Type="http://schemas.openxmlformats.org/officeDocument/2006/relationships/customXml" Target="../ink/ink583.xml"/><Relationship Id="rId82" Type="http://schemas.openxmlformats.org/officeDocument/2006/relationships/image" Target="../media/image650.png"/><Relationship Id="rId81" Type="http://schemas.openxmlformats.org/officeDocument/2006/relationships/customXml" Target="../ink/ink582.xml"/><Relationship Id="rId80" Type="http://schemas.openxmlformats.org/officeDocument/2006/relationships/image" Target="../media/image649.png"/><Relationship Id="rId8" Type="http://schemas.openxmlformats.org/officeDocument/2006/relationships/image" Target="../media/image613.png"/><Relationship Id="rId79" Type="http://schemas.openxmlformats.org/officeDocument/2006/relationships/customXml" Target="../ink/ink581.xml"/><Relationship Id="rId78" Type="http://schemas.openxmlformats.org/officeDocument/2006/relationships/image" Target="../media/image648.png"/><Relationship Id="rId77" Type="http://schemas.openxmlformats.org/officeDocument/2006/relationships/customXml" Target="../ink/ink580.xml"/><Relationship Id="rId76" Type="http://schemas.openxmlformats.org/officeDocument/2006/relationships/image" Target="../media/image647.png"/><Relationship Id="rId75" Type="http://schemas.openxmlformats.org/officeDocument/2006/relationships/customXml" Target="../ink/ink579.xml"/><Relationship Id="rId74" Type="http://schemas.openxmlformats.org/officeDocument/2006/relationships/image" Target="../media/image646.png"/><Relationship Id="rId73" Type="http://schemas.openxmlformats.org/officeDocument/2006/relationships/customXml" Target="../ink/ink578.xml"/><Relationship Id="rId72" Type="http://schemas.openxmlformats.org/officeDocument/2006/relationships/image" Target="../media/image645.png"/><Relationship Id="rId71" Type="http://schemas.openxmlformats.org/officeDocument/2006/relationships/customXml" Target="../ink/ink577.xml"/><Relationship Id="rId70" Type="http://schemas.openxmlformats.org/officeDocument/2006/relationships/image" Target="../media/image644.png"/><Relationship Id="rId7" Type="http://schemas.openxmlformats.org/officeDocument/2006/relationships/customXml" Target="../ink/ink545.xml"/><Relationship Id="rId69" Type="http://schemas.openxmlformats.org/officeDocument/2006/relationships/customXml" Target="../ink/ink576.xml"/><Relationship Id="rId68" Type="http://schemas.openxmlformats.org/officeDocument/2006/relationships/image" Target="../media/image643.png"/><Relationship Id="rId67" Type="http://schemas.openxmlformats.org/officeDocument/2006/relationships/customXml" Target="../ink/ink575.xml"/><Relationship Id="rId66" Type="http://schemas.openxmlformats.org/officeDocument/2006/relationships/image" Target="../media/image642.png"/><Relationship Id="rId65" Type="http://schemas.openxmlformats.org/officeDocument/2006/relationships/customXml" Target="../ink/ink574.xml"/><Relationship Id="rId64" Type="http://schemas.openxmlformats.org/officeDocument/2006/relationships/image" Target="../media/image641.png"/><Relationship Id="rId63" Type="http://schemas.openxmlformats.org/officeDocument/2006/relationships/customXml" Target="../ink/ink573.xml"/><Relationship Id="rId62" Type="http://schemas.openxmlformats.org/officeDocument/2006/relationships/image" Target="../media/image640.png"/><Relationship Id="rId61" Type="http://schemas.openxmlformats.org/officeDocument/2006/relationships/customXml" Target="../ink/ink572.xml"/><Relationship Id="rId60" Type="http://schemas.openxmlformats.org/officeDocument/2006/relationships/image" Target="../media/image639.png"/><Relationship Id="rId6" Type="http://schemas.openxmlformats.org/officeDocument/2006/relationships/image" Target="../media/image612.wmf"/><Relationship Id="rId59" Type="http://schemas.openxmlformats.org/officeDocument/2006/relationships/customXml" Target="../ink/ink571.xml"/><Relationship Id="rId58" Type="http://schemas.openxmlformats.org/officeDocument/2006/relationships/image" Target="../media/image638.png"/><Relationship Id="rId57" Type="http://schemas.openxmlformats.org/officeDocument/2006/relationships/customXml" Target="../ink/ink570.xml"/><Relationship Id="rId56" Type="http://schemas.openxmlformats.org/officeDocument/2006/relationships/image" Target="../media/image637.png"/><Relationship Id="rId55" Type="http://schemas.openxmlformats.org/officeDocument/2006/relationships/customXml" Target="../ink/ink569.xml"/><Relationship Id="rId54" Type="http://schemas.openxmlformats.org/officeDocument/2006/relationships/image" Target="../media/image636.png"/><Relationship Id="rId53" Type="http://schemas.openxmlformats.org/officeDocument/2006/relationships/customXml" Target="../ink/ink568.xml"/><Relationship Id="rId52" Type="http://schemas.openxmlformats.org/officeDocument/2006/relationships/image" Target="../media/image635.png"/><Relationship Id="rId51" Type="http://schemas.openxmlformats.org/officeDocument/2006/relationships/customXml" Target="../ink/ink567.xml"/><Relationship Id="rId50" Type="http://schemas.openxmlformats.org/officeDocument/2006/relationships/image" Target="../media/image634.png"/><Relationship Id="rId5" Type="http://schemas.openxmlformats.org/officeDocument/2006/relationships/oleObject" Target="../embeddings/oleObject53.bin"/><Relationship Id="rId49" Type="http://schemas.openxmlformats.org/officeDocument/2006/relationships/customXml" Target="../ink/ink566.xml"/><Relationship Id="rId48" Type="http://schemas.openxmlformats.org/officeDocument/2006/relationships/image" Target="../media/image633.png"/><Relationship Id="rId47" Type="http://schemas.openxmlformats.org/officeDocument/2006/relationships/customXml" Target="../ink/ink565.xml"/><Relationship Id="rId46" Type="http://schemas.openxmlformats.org/officeDocument/2006/relationships/image" Target="../media/image632.png"/><Relationship Id="rId45" Type="http://schemas.openxmlformats.org/officeDocument/2006/relationships/customXml" Target="../ink/ink564.xml"/><Relationship Id="rId44" Type="http://schemas.openxmlformats.org/officeDocument/2006/relationships/image" Target="../media/image631.png"/><Relationship Id="rId43" Type="http://schemas.openxmlformats.org/officeDocument/2006/relationships/customXml" Target="../ink/ink563.xml"/><Relationship Id="rId42" Type="http://schemas.openxmlformats.org/officeDocument/2006/relationships/image" Target="../media/image630.png"/><Relationship Id="rId41" Type="http://schemas.openxmlformats.org/officeDocument/2006/relationships/customXml" Target="../ink/ink562.xml"/><Relationship Id="rId40" Type="http://schemas.openxmlformats.org/officeDocument/2006/relationships/image" Target="../media/image629.png"/><Relationship Id="rId4" Type="http://schemas.openxmlformats.org/officeDocument/2006/relationships/image" Target="../media/image611.wmf"/><Relationship Id="rId39" Type="http://schemas.openxmlformats.org/officeDocument/2006/relationships/customXml" Target="../ink/ink561.xml"/><Relationship Id="rId38" Type="http://schemas.openxmlformats.org/officeDocument/2006/relationships/image" Target="../media/image628.png"/><Relationship Id="rId37" Type="http://schemas.openxmlformats.org/officeDocument/2006/relationships/customXml" Target="../ink/ink560.xml"/><Relationship Id="rId36" Type="http://schemas.openxmlformats.org/officeDocument/2006/relationships/image" Target="../media/image627.png"/><Relationship Id="rId35" Type="http://schemas.openxmlformats.org/officeDocument/2006/relationships/customXml" Target="../ink/ink559.xml"/><Relationship Id="rId34" Type="http://schemas.openxmlformats.org/officeDocument/2006/relationships/image" Target="../media/image626.png"/><Relationship Id="rId33" Type="http://schemas.openxmlformats.org/officeDocument/2006/relationships/customXml" Target="../ink/ink558.xml"/><Relationship Id="rId32" Type="http://schemas.openxmlformats.org/officeDocument/2006/relationships/image" Target="../media/image625.png"/><Relationship Id="rId31" Type="http://schemas.openxmlformats.org/officeDocument/2006/relationships/customXml" Target="../ink/ink557.xml"/><Relationship Id="rId301" Type="http://schemas.openxmlformats.org/officeDocument/2006/relationships/vmlDrawing" Target="../drawings/vmlDrawing19.vml"/><Relationship Id="rId300" Type="http://schemas.openxmlformats.org/officeDocument/2006/relationships/slideLayout" Target="../slideLayouts/slideLayout24.xml"/><Relationship Id="rId30" Type="http://schemas.openxmlformats.org/officeDocument/2006/relationships/image" Target="../media/image624.png"/><Relationship Id="rId3" Type="http://schemas.openxmlformats.org/officeDocument/2006/relationships/oleObject" Target="../embeddings/oleObject52.bin"/><Relationship Id="rId299" Type="http://schemas.openxmlformats.org/officeDocument/2006/relationships/image" Target="../media/image757.png"/><Relationship Id="rId298" Type="http://schemas.openxmlformats.org/officeDocument/2006/relationships/customXml" Target="../ink/ink691.xml"/><Relationship Id="rId297" Type="http://schemas.openxmlformats.org/officeDocument/2006/relationships/image" Target="../media/image756.png"/><Relationship Id="rId296" Type="http://schemas.openxmlformats.org/officeDocument/2006/relationships/customXml" Target="../ink/ink690.xml"/><Relationship Id="rId295" Type="http://schemas.openxmlformats.org/officeDocument/2006/relationships/image" Target="../media/image755.png"/><Relationship Id="rId294" Type="http://schemas.openxmlformats.org/officeDocument/2006/relationships/customXml" Target="../ink/ink689.xml"/><Relationship Id="rId293" Type="http://schemas.openxmlformats.org/officeDocument/2006/relationships/image" Target="../media/image754.png"/><Relationship Id="rId292" Type="http://schemas.openxmlformats.org/officeDocument/2006/relationships/customXml" Target="../ink/ink688.xml"/><Relationship Id="rId291" Type="http://schemas.openxmlformats.org/officeDocument/2006/relationships/image" Target="../media/image753.png"/><Relationship Id="rId290" Type="http://schemas.openxmlformats.org/officeDocument/2006/relationships/customXml" Target="../ink/ink687.xml"/><Relationship Id="rId29" Type="http://schemas.openxmlformats.org/officeDocument/2006/relationships/customXml" Target="../ink/ink556.xml"/><Relationship Id="rId289" Type="http://schemas.openxmlformats.org/officeDocument/2006/relationships/image" Target="../media/image752.png"/><Relationship Id="rId288" Type="http://schemas.openxmlformats.org/officeDocument/2006/relationships/customXml" Target="../ink/ink686.xml"/><Relationship Id="rId287" Type="http://schemas.openxmlformats.org/officeDocument/2006/relationships/image" Target="../media/image751.png"/><Relationship Id="rId286" Type="http://schemas.openxmlformats.org/officeDocument/2006/relationships/customXml" Target="../ink/ink685.xml"/><Relationship Id="rId285" Type="http://schemas.openxmlformats.org/officeDocument/2006/relationships/image" Target="../media/image750.png"/><Relationship Id="rId284" Type="http://schemas.openxmlformats.org/officeDocument/2006/relationships/customXml" Target="../ink/ink684.xml"/><Relationship Id="rId283" Type="http://schemas.openxmlformats.org/officeDocument/2006/relationships/image" Target="../media/image749.png"/><Relationship Id="rId282" Type="http://schemas.openxmlformats.org/officeDocument/2006/relationships/customXml" Target="../ink/ink683.xml"/><Relationship Id="rId281" Type="http://schemas.openxmlformats.org/officeDocument/2006/relationships/image" Target="../media/image748.png"/><Relationship Id="rId280" Type="http://schemas.openxmlformats.org/officeDocument/2006/relationships/customXml" Target="../ink/ink682.xml"/><Relationship Id="rId28" Type="http://schemas.openxmlformats.org/officeDocument/2006/relationships/image" Target="../media/image623.png"/><Relationship Id="rId279" Type="http://schemas.openxmlformats.org/officeDocument/2006/relationships/image" Target="../media/image747.png"/><Relationship Id="rId278" Type="http://schemas.openxmlformats.org/officeDocument/2006/relationships/customXml" Target="../ink/ink681.xml"/><Relationship Id="rId277" Type="http://schemas.openxmlformats.org/officeDocument/2006/relationships/image" Target="../media/image746.png"/><Relationship Id="rId276" Type="http://schemas.openxmlformats.org/officeDocument/2006/relationships/customXml" Target="../ink/ink680.xml"/><Relationship Id="rId275" Type="http://schemas.openxmlformats.org/officeDocument/2006/relationships/image" Target="../media/image745.png"/><Relationship Id="rId274" Type="http://schemas.openxmlformats.org/officeDocument/2006/relationships/customXml" Target="../ink/ink679.xml"/><Relationship Id="rId273" Type="http://schemas.openxmlformats.org/officeDocument/2006/relationships/image" Target="../media/image744.png"/><Relationship Id="rId272" Type="http://schemas.openxmlformats.org/officeDocument/2006/relationships/customXml" Target="../ink/ink678.xml"/><Relationship Id="rId271" Type="http://schemas.openxmlformats.org/officeDocument/2006/relationships/image" Target="../media/image743.png"/><Relationship Id="rId270" Type="http://schemas.openxmlformats.org/officeDocument/2006/relationships/customXml" Target="../ink/ink677.xml"/><Relationship Id="rId27" Type="http://schemas.openxmlformats.org/officeDocument/2006/relationships/customXml" Target="../ink/ink555.xml"/><Relationship Id="rId269" Type="http://schemas.openxmlformats.org/officeDocument/2006/relationships/image" Target="../media/image742.png"/><Relationship Id="rId268" Type="http://schemas.openxmlformats.org/officeDocument/2006/relationships/customXml" Target="../ink/ink676.xml"/><Relationship Id="rId267" Type="http://schemas.openxmlformats.org/officeDocument/2006/relationships/image" Target="../media/image741.png"/><Relationship Id="rId266" Type="http://schemas.openxmlformats.org/officeDocument/2006/relationships/customXml" Target="../ink/ink675.xml"/><Relationship Id="rId265" Type="http://schemas.openxmlformats.org/officeDocument/2006/relationships/image" Target="../media/image740.png"/><Relationship Id="rId264" Type="http://schemas.openxmlformats.org/officeDocument/2006/relationships/customXml" Target="../ink/ink674.xml"/><Relationship Id="rId263" Type="http://schemas.openxmlformats.org/officeDocument/2006/relationships/image" Target="../media/image739.png"/><Relationship Id="rId262" Type="http://schemas.openxmlformats.org/officeDocument/2006/relationships/customXml" Target="../ink/ink673.xml"/><Relationship Id="rId261" Type="http://schemas.openxmlformats.org/officeDocument/2006/relationships/image" Target="../media/image738.png"/><Relationship Id="rId260" Type="http://schemas.openxmlformats.org/officeDocument/2006/relationships/customXml" Target="../ink/ink672.xml"/><Relationship Id="rId26" Type="http://schemas.openxmlformats.org/officeDocument/2006/relationships/image" Target="../media/image622.png"/><Relationship Id="rId259" Type="http://schemas.openxmlformats.org/officeDocument/2006/relationships/image" Target="../media/image737.png"/><Relationship Id="rId258" Type="http://schemas.openxmlformats.org/officeDocument/2006/relationships/customXml" Target="../ink/ink671.xml"/><Relationship Id="rId257" Type="http://schemas.openxmlformats.org/officeDocument/2006/relationships/image" Target="../media/image736.png"/><Relationship Id="rId256" Type="http://schemas.openxmlformats.org/officeDocument/2006/relationships/customXml" Target="../ink/ink670.xml"/><Relationship Id="rId255" Type="http://schemas.openxmlformats.org/officeDocument/2006/relationships/image" Target="../media/image735.png"/><Relationship Id="rId254" Type="http://schemas.openxmlformats.org/officeDocument/2006/relationships/customXml" Target="../ink/ink669.xml"/><Relationship Id="rId253" Type="http://schemas.openxmlformats.org/officeDocument/2006/relationships/image" Target="../media/image734.png"/><Relationship Id="rId252" Type="http://schemas.openxmlformats.org/officeDocument/2006/relationships/customXml" Target="../ink/ink668.xml"/><Relationship Id="rId251" Type="http://schemas.openxmlformats.org/officeDocument/2006/relationships/image" Target="../media/image733.png"/><Relationship Id="rId250" Type="http://schemas.openxmlformats.org/officeDocument/2006/relationships/customXml" Target="../ink/ink667.xml"/><Relationship Id="rId25" Type="http://schemas.openxmlformats.org/officeDocument/2006/relationships/customXml" Target="../ink/ink554.xml"/><Relationship Id="rId249" Type="http://schemas.openxmlformats.org/officeDocument/2006/relationships/image" Target="../media/image732.png"/><Relationship Id="rId248" Type="http://schemas.openxmlformats.org/officeDocument/2006/relationships/customXml" Target="../ink/ink666.xml"/><Relationship Id="rId247" Type="http://schemas.openxmlformats.org/officeDocument/2006/relationships/image" Target="../media/image731.png"/><Relationship Id="rId246" Type="http://schemas.openxmlformats.org/officeDocument/2006/relationships/customXml" Target="../ink/ink665.xml"/><Relationship Id="rId245" Type="http://schemas.openxmlformats.org/officeDocument/2006/relationships/customXml" Target="../ink/ink664.xml"/><Relationship Id="rId244" Type="http://schemas.openxmlformats.org/officeDocument/2006/relationships/image" Target="../media/image730.png"/><Relationship Id="rId243" Type="http://schemas.openxmlformats.org/officeDocument/2006/relationships/customXml" Target="../ink/ink663.xml"/><Relationship Id="rId242" Type="http://schemas.openxmlformats.org/officeDocument/2006/relationships/image" Target="../media/image729.png"/><Relationship Id="rId241" Type="http://schemas.openxmlformats.org/officeDocument/2006/relationships/customXml" Target="../ink/ink662.xml"/><Relationship Id="rId240" Type="http://schemas.openxmlformats.org/officeDocument/2006/relationships/image" Target="../media/image728.png"/><Relationship Id="rId24" Type="http://schemas.openxmlformats.org/officeDocument/2006/relationships/image" Target="../media/image621.png"/><Relationship Id="rId239" Type="http://schemas.openxmlformats.org/officeDocument/2006/relationships/customXml" Target="../ink/ink661.xml"/><Relationship Id="rId238" Type="http://schemas.openxmlformats.org/officeDocument/2006/relationships/image" Target="../media/image727.png"/><Relationship Id="rId237" Type="http://schemas.openxmlformats.org/officeDocument/2006/relationships/customXml" Target="../ink/ink660.xml"/><Relationship Id="rId236" Type="http://schemas.openxmlformats.org/officeDocument/2006/relationships/image" Target="../media/image726.png"/><Relationship Id="rId235" Type="http://schemas.openxmlformats.org/officeDocument/2006/relationships/customXml" Target="../ink/ink659.xml"/><Relationship Id="rId234" Type="http://schemas.openxmlformats.org/officeDocument/2006/relationships/image" Target="../media/image725.png"/><Relationship Id="rId233" Type="http://schemas.openxmlformats.org/officeDocument/2006/relationships/customXml" Target="../ink/ink658.xml"/><Relationship Id="rId232" Type="http://schemas.openxmlformats.org/officeDocument/2006/relationships/image" Target="../media/image724.png"/><Relationship Id="rId231" Type="http://schemas.openxmlformats.org/officeDocument/2006/relationships/customXml" Target="../ink/ink657.xml"/><Relationship Id="rId230" Type="http://schemas.openxmlformats.org/officeDocument/2006/relationships/image" Target="../media/image723.png"/><Relationship Id="rId23" Type="http://schemas.openxmlformats.org/officeDocument/2006/relationships/customXml" Target="../ink/ink553.xml"/><Relationship Id="rId229" Type="http://schemas.openxmlformats.org/officeDocument/2006/relationships/customXml" Target="../ink/ink656.xml"/><Relationship Id="rId228" Type="http://schemas.openxmlformats.org/officeDocument/2006/relationships/image" Target="../media/image722.png"/><Relationship Id="rId227" Type="http://schemas.openxmlformats.org/officeDocument/2006/relationships/customXml" Target="../ink/ink655.xml"/><Relationship Id="rId226" Type="http://schemas.openxmlformats.org/officeDocument/2006/relationships/image" Target="../media/image721.png"/><Relationship Id="rId225" Type="http://schemas.openxmlformats.org/officeDocument/2006/relationships/customXml" Target="../ink/ink654.xml"/><Relationship Id="rId224" Type="http://schemas.openxmlformats.org/officeDocument/2006/relationships/image" Target="../media/image720.png"/><Relationship Id="rId223" Type="http://schemas.openxmlformats.org/officeDocument/2006/relationships/customXml" Target="../ink/ink653.xml"/><Relationship Id="rId222" Type="http://schemas.openxmlformats.org/officeDocument/2006/relationships/image" Target="../media/image719.png"/><Relationship Id="rId221" Type="http://schemas.openxmlformats.org/officeDocument/2006/relationships/customXml" Target="../ink/ink652.xml"/><Relationship Id="rId220" Type="http://schemas.openxmlformats.org/officeDocument/2006/relationships/image" Target="../media/image718.png"/><Relationship Id="rId22" Type="http://schemas.openxmlformats.org/officeDocument/2006/relationships/image" Target="../media/image620.png"/><Relationship Id="rId219" Type="http://schemas.openxmlformats.org/officeDocument/2006/relationships/customXml" Target="../ink/ink651.xml"/><Relationship Id="rId218" Type="http://schemas.openxmlformats.org/officeDocument/2006/relationships/image" Target="../media/image717.png"/><Relationship Id="rId217" Type="http://schemas.openxmlformats.org/officeDocument/2006/relationships/customXml" Target="../ink/ink650.xml"/><Relationship Id="rId216" Type="http://schemas.openxmlformats.org/officeDocument/2006/relationships/image" Target="../media/image716.png"/><Relationship Id="rId215" Type="http://schemas.openxmlformats.org/officeDocument/2006/relationships/customXml" Target="../ink/ink649.xml"/><Relationship Id="rId214" Type="http://schemas.openxmlformats.org/officeDocument/2006/relationships/image" Target="../media/image715.png"/><Relationship Id="rId213" Type="http://schemas.openxmlformats.org/officeDocument/2006/relationships/customXml" Target="../ink/ink648.xml"/><Relationship Id="rId212" Type="http://schemas.openxmlformats.org/officeDocument/2006/relationships/image" Target="../media/image714.png"/><Relationship Id="rId211" Type="http://schemas.openxmlformats.org/officeDocument/2006/relationships/customXml" Target="../ink/ink647.xml"/><Relationship Id="rId210" Type="http://schemas.openxmlformats.org/officeDocument/2006/relationships/image" Target="../media/image713.png"/><Relationship Id="rId21" Type="http://schemas.openxmlformats.org/officeDocument/2006/relationships/customXml" Target="../ink/ink552.xml"/><Relationship Id="rId209" Type="http://schemas.openxmlformats.org/officeDocument/2006/relationships/customXml" Target="../ink/ink646.xml"/><Relationship Id="rId208" Type="http://schemas.openxmlformats.org/officeDocument/2006/relationships/image" Target="../media/image712.png"/><Relationship Id="rId207" Type="http://schemas.openxmlformats.org/officeDocument/2006/relationships/customXml" Target="../ink/ink645.xml"/><Relationship Id="rId206" Type="http://schemas.openxmlformats.org/officeDocument/2006/relationships/image" Target="../media/image711.png"/><Relationship Id="rId205" Type="http://schemas.openxmlformats.org/officeDocument/2006/relationships/customXml" Target="../ink/ink644.xml"/><Relationship Id="rId204" Type="http://schemas.openxmlformats.org/officeDocument/2006/relationships/image" Target="../media/image710.png"/><Relationship Id="rId203" Type="http://schemas.openxmlformats.org/officeDocument/2006/relationships/customXml" Target="../ink/ink643.xml"/><Relationship Id="rId202" Type="http://schemas.openxmlformats.org/officeDocument/2006/relationships/image" Target="../media/image709.png"/><Relationship Id="rId201" Type="http://schemas.openxmlformats.org/officeDocument/2006/relationships/customXml" Target="../ink/ink642.xml"/><Relationship Id="rId200" Type="http://schemas.openxmlformats.org/officeDocument/2006/relationships/image" Target="../media/image708.png"/><Relationship Id="rId20" Type="http://schemas.openxmlformats.org/officeDocument/2006/relationships/image" Target="../media/image619.png"/><Relationship Id="rId2" Type="http://schemas.openxmlformats.org/officeDocument/2006/relationships/image" Target="../media/image610.wmf"/><Relationship Id="rId199" Type="http://schemas.openxmlformats.org/officeDocument/2006/relationships/customXml" Target="../ink/ink641.xml"/><Relationship Id="rId198" Type="http://schemas.openxmlformats.org/officeDocument/2006/relationships/image" Target="../media/image707.png"/><Relationship Id="rId197" Type="http://schemas.openxmlformats.org/officeDocument/2006/relationships/customXml" Target="../ink/ink640.xml"/><Relationship Id="rId196" Type="http://schemas.openxmlformats.org/officeDocument/2006/relationships/image" Target="../media/image706.png"/><Relationship Id="rId195" Type="http://schemas.openxmlformats.org/officeDocument/2006/relationships/customXml" Target="../ink/ink639.xml"/><Relationship Id="rId194" Type="http://schemas.openxmlformats.org/officeDocument/2006/relationships/image" Target="../media/image705.png"/><Relationship Id="rId193" Type="http://schemas.openxmlformats.org/officeDocument/2006/relationships/customXml" Target="../ink/ink638.xml"/><Relationship Id="rId192" Type="http://schemas.openxmlformats.org/officeDocument/2006/relationships/image" Target="../media/image704.png"/><Relationship Id="rId191" Type="http://schemas.openxmlformats.org/officeDocument/2006/relationships/customXml" Target="../ink/ink637.xml"/><Relationship Id="rId190" Type="http://schemas.openxmlformats.org/officeDocument/2006/relationships/image" Target="../media/image703.png"/><Relationship Id="rId19" Type="http://schemas.openxmlformats.org/officeDocument/2006/relationships/customXml" Target="../ink/ink551.xml"/><Relationship Id="rId189" Type="http://schemas.openxmlformats.org/officeDocument/2006/relationships/customXml" Target="../ink/ink636.xml"/><Relationship Id="rId188" Type="http://schemas.openxmlformats.org/officeDocument/2006/relationships/image" Target="../media/image702.png"/><Relationship Id="rId187" Type="http://schemas.openxmlformats.org/officeDocument/2006/relationships/customXml" Target="../ink/ink635.xml"/><Relationship Id="rId186" Type="http://schemas.openxmlformats.org/officeDocument/2006/relationships/image" Target="../media/image701.png"/><Relationship Id="rId185" Type="http://schemas.openxmlformats.org/officeDocument/2006/relationships/customXml" Target="../ink/ink634.xml"/><Relationship Id="rId184" Type="http://schemas.openxmlformats.org/officeDocument/2006/relationships/image" Target="../media/image700.png"/><Relationship Id="rId183" Type="http://schemas.openxmlformats.org/officeDocument/2006/relationships/customXml" Target="../ink/ink633.xml"/><Relationship Id="rId182" Type="http://schemas.openxmlformats.org/officeDocument/2006/relationships/image" Target="../media/image699.png"/><Relationship Id="rId181" Type="http://schemas.openxmlformats.org/officeDocument/2006/relationships/customXml" Target="../ink/ink632.xml"/><Relationship Id="rId180" Type="http://schemas.openxmlformats.org/officeDocument/2006/relationships/image" Target="../media/image698.png"/><Relationship Id="rId18" Type="http://schemas.openxmlformats.org/officeDocument/2006/relationships/image" Target="../media/image618.png"/><Relationship Id="rId179" Type="http://schemas.openxmlformats.org/officeDocument/2006/relationships/customXml" Target="../ink/ink631.xml"/><Relationship Id="rId178" Type="http://schemas.openxmlformats.org/officeDocument/2006/relationships/image" Target="../media/image697.png"/><Relationship Id="rId177" Type="http://schemas.openxmlformats.org/officeDocument/2006/relationships/customXml" Target="../ink/ink630.xml"/><Relationship Id="rId176" Type="http://schemas.openxmlformats.org/officeDocument/2006/relationships/image" Target="../media/image696.png"/><Relationship Id="rId175" Type="http://schemas.openxmlformats.org/officeDocument/2006/relationships/customXml" Target="../ink/ink629.xml"/><Relationship Id="rId174" Type="http://schemas.openxmlformats.org/officeDocument/2006/relationships/image" Target="../media/image695.png"/><Relationship Id="rId173" Type="http://schemas.openxmlformats.org/officeDocument/2006/relationships/customXml" Target="../ink/ink628.xml"/><Relationship Id="rId172" Type="http://schemas.openxmlformats.org/officeDocument/2006/relationships/image" Target="../media/image694.png"/><Relationship Id="rId171" Type="http://schemas.openxmlformats.org/officeDocument/2006/relationships/customXml" Target="../ink/ink627.xml"/><Relationship Id="rId170" Type="http://schemas.openxmlformats.org/officeDocument/2006/relationships/image" Target="../media/image693.png"/><Relationship Id="rId17" Type="http://schemas.openxmlformats.org/officeDocument/2006/relationships/customXml" Target="../ink/ink550.xml"/><Relationship Id="rId169" Type="http://schemas.openxmlformats.org/officeDocument/2006/relationships/customXml" Target="../ink/ink626.xml"/><Relationship Id="rId168" Type="http://schemas.openxmlformats.org/officeDocument/2006/relationships/image" Target="../media/image692.png"/><Relationship Id="rId167" Type="http://schemas.openxmlformats.org/officeDocument/2006/relationships/customXml" Target="../ink/ink625.xml"/><Relationship Id="rId166" Type="http://schemas.openxmlformats.org/officeDocument/2006/relationships/image" Target="../media/image691.png"/><Relationship Id="rId165" Type="http://schemas.openxmlformats.org/officeDocument/2006/relationships/customXml" Target="../ink/ink624.xml"/><Relationship Id="rId164" Type="http://schemas.openxmlformats.org/officeDocument/2006/relationships/image" Target="../media/image690.png"/><Relationship Id="rId163" Type="http://schemas.openxmlformats.org/officeDocument/2006/relationships/customXml" Target="../ink/ink623.xml"/><Relationship Id="rId162" Type="http://schemas.openxmlformats.org/officeDocument/2006/relationships/image" Target="../media/image689.png"/><Relationship Id="rId161" Type="http://schemas.openxmlformats.org/officeDocument/2006/relationships/customXml" Target="../ink/ink622.xml"/><Relationship Id="rId160" Type="http://schemas.openxmlformats.org/officeDocument/2006/relationships/image" Target="../media/image688.png"/><Relationship Id="rId16" Type="http://schemas.openxmlformats.org/officeDocument/2006/relationships/image" Target="../media/image617.png"/><Relationship Id="rId159" Type="http://schemas.openxmlformats.org/officeDocument/2006/relationships/customXml" Target="../ink/ink621.xml"/><Relationship Id="rId158" Type="http://schemas.openxmlformats.org/officeDocument/2006/relationships/image" Target="../media/image687.png"/><Relationship Id="rId157" Type="http://schemas.openxmlformats.org/officeDocument/2006/relationships/customXml" Target="../ink/ink620.xml"/><Relationship Id="rId156" Type="http://schemas.openxmlformats.org/officeDocument/2006/relationships/image" Target="../media/image686.png"/><Relationship Id="rId155" Type="http://schemas.openxmlformats.org/officeDocument/2006/relationships/customXml" Target="../ink/ink619.xml"/><Relationship Id="rId154" Type="http://schemas.openxmlformats.org/officeDocument/2006/relationships/image" Target="../media/image685.png"/><Relationship Id="rId153" Type="http://schemas.openxmlformats.org/officeDocument/2006/relationships/customXml" Target="../ink/ink618.xml"/><Relationship Id="rId152" Type="http://schemas.openxmlformats.org/officeDocument/2006/relationships/image" Target="../media/image684.png"/><Relationship Id="rId151" Type="http://schemas.openxmlformats.org/officeDocument/2006/relationships/customXml" Target="../ink/ink617.xml"/><Relationship Id="rId150" Type="http://schemas.openxmlformats.org/officeDocument/2006/relationships/image" Target="../media/image683.png"/><Relationship Id="rId15" Type="http://schemas.openxmlformats.org/officeDocument/2006/relationships/customXml" Target="../ink/ink549.xml"/><Relationship Id="rId149" Type="http://schemas.openxmlformats.org/officeDocument/2006/relationships/customXml" Target="../ink/ink616.xml"/><Relationship Id="rId148" Type="http://schemas.openxmlformats.org/officeDocument/2006/relationships/image" Target="../media/image682.png"/><Relationship Id="rId147" Type="http://schemas.openxmlformats.org/officeDocument/2006/relationships/customXml" Target="../ink/ink615.xml"/><Relationship Id="rId146" Type="http://schemas.openxmlformats.org/officeDocument/2006/relationships/image" Target="../media/image681.png"/><Relationship Id="rId145" Type="http://schemas.openxmlformats.org/officeDocument/2006/relationships/customXml" Target="../ink/ink614.xml"/><Relationship Id="rId144" Type="http://schemas.openxmlformats.org/officeDocument/2006/relationships/image" Target="../media/image680.png"/><Relationship Id="rId143" Type="http://schemas.openxmlformats.org/officeDocument/2006/relationships/customXml" Target="../ink/ink613.xml"/><Relationship Id="rId142" Type="http://schemas.openxmlformats.org/officeDocument/2006/relationships/image" Target="../media/image679.png"/><Relationship Id="rId141" Type="http://schemas.openxmlformats.org/officeDocument/2006/relationships/customXml" Target="../ink/ink612.xml"/><Relationship Id="rId140" Type="http://schemas.openxmlformats.org/officeDocument/2006/relationships/image" Target="../media/image678.png"/><Relationship Id="rId14" Type="http://schemas.openxmlformats.org/officeDocument/2006/relationships/image" Target="../media/image616.png"/><Relationship Id="rId139" Type="http://schemas.openxmlformats.org/officeDocument/2006/relationships/customXml" Target="../ink/ink611.xml"/><Relationship Id="rId138" Type="http://schemas.openxmlformats.org/officeDocument/2006/relationships/image" Target="../media/image677.png"/><Relationship Id="rId137" Type="http://schemas.openxmlformats.org/officeDocument/2006/relationships/customXml" Target="../ink/ink610.xml"/><Relationship Id="rId136" Type="http://schemas.openxmlformats.org/officeDocument/2006/relationships/image" Target="../media/image676.png"/><Relationship Id="rId135" Type="http://schemas.openxmlformats.org/officeDocument/2006/relationships/customXml" Target="../ink/ink609.xml"/><Relationship Id="rId134" Type="http://schemas.openxmlformats.org/officeDocument/2006/relationships/image" Target="../media/image675.png"/><Relationship Id="rId133" Type="http://schemas.openxmlformats.org/officeDocument/2006/relationships/customXml" Target="../ink/ink608.xml"/><Relationship Id="rId132" Type="http://schemas.openxmlformats.org/officeDocument/2006/relationships/image" Target="../media/image674.png"/><Relationship Id="rId131" Type="http://schemas.openxmlformats.org/officeDocument/2006/relationships/customXml" Target="../ink/ink607.xml"/><Relationship Id="rId130" Type="http://schemas.openxmlformats.org/officeDocument/2006/relationships/image" Target="../media/image673.png"/><Relationship Id="rId13" Type="http://schemas.openxmlformats.org/officeDocument/2006/relationships/customXml" Target="../ink/ink548.xml"/><Relationship Id="rId129" Type="http://schemas.openxmlformats.org/officeDocument/2006/relationships/customXml" Target="../ink/ink606.xml"/><Relationship Id="rId128" Type="http://schemas.openxmlformats.org/officeDocument/2006/relationships/image" Target="../media/image672.png"/><Relationship Id="rId127" Type="http://schemas.openxmlformats.org/officeDocument/2006/relationships/customXml" Target="../ink/ink605.xml"/><Relationship Id="rId126" Type="http://schemas.openxmlformats.org/officeDocument/2006/relationships/image" Target="../media/image671.png"/><Relationship Id="rId125" Type="http://schemas.openxmlformats.org/officeDocument/2006/relationships/customXml" Target="../ink/ink604.xml"/><Relationship Id="rId124" Type="http://schemas.openxmlformats.org/officeDocument/2006/relationships/image" Target="../media/image670.png"/><Relationship Id="rId123" Type="http://schemas.openxmlformats.org/officeDocument/2006/relationships/customXml" Target="../ink/ink603.xml"/><Relationship Id="rId122" Type="http://schemas.openxmlformats.org/officeDocument/2006/relationships/image" Target="../media/image64.png"/><Relationship Id="rId121" Type="http://schemas.openxmlformats.org/officeDocument/2006/relationships/customXml" Target="../ink/ink602.xml"/><Relationship Id="rId120" Type="http://schemas.openxmlformats.org/officeDocument/2006/relationships/image" Target="../media/image669.png"/><Relationship Id="rId12" Type="http://schemas.openxmlformats.org/officeDocument/2006/relationships/image" Target="../media/image615.png"/><Relationship Id="rId119" Type="http://schemas.openxmlformats.org/officeDocument/2006/relationships/customXml" Target="../ink/ink601.xml"/><Relationship Id="rId118" Type="http://schemas.openxmlformats.org/officeDocument/2006/relationships/image" Target="../media/image668.png"/><Relationship Id="rId117" Type="http://schemas.openxmlformats.org/officeDocument/2006/relationships/customXml" Target="../ink/ink600.xml"/><Relationship Id="rId116" Type="http://schemas.openxmlformats.org/officeDocument/2006/relationships/image" Target="../media/image667.png"/><Relationship Id="rId115" Type="http://schemas.openxmlformats.org/officeDocument/2006/relationships/customXml" Target="../ink/ink599.xml"/><Relationship Id="rId114" Type="http://schemas.openxmlformats.org/officeDocument/2006/relationships/image" Target="../media/image666.png"/><Relationship Id="rId113" Type="http://schemas.openxmlformats.org/officeDocument/2006/relationships/customXml" Target="../ink/ink598.xml"/><Relationship Id="rId112" Type="http://schemas.openxmlformats.org/officeDocument/2006/relationships/image" Target="../media/image665.png"/><Relationship Id="rId111" Type="http://schemas.openxmlformats.org/officeDocument/2006/relationships/customXml" Target="../ink/ink597.xml"/><Relationship Id="rId110" Type="http://schemas.openxmlformats.org/officeDocument/2006/relationships/image" Target="../media/image664.png"/><Relationship Id="rId11" Type="http://schemas.openxmlformats.org/officeDocument/2006/relationships/customXml" Target="../ink/ink547.xml"/><Relationship Id="rId109" Type="http://schemas.openxmlformats.org/officeDocument/2006/relationships/customXml" Target="../ink/ink596.xml"/><Relationship Id="rId108" Type="http://schemas.openxmlformats.org/officeDocument/2006/relationships/image" Target="../media/image663.png"/><Relationship Id="rId107" Type="http://schemas.openxmlformats.org/officeDocument/2006/relationships/customXml" Target="../ink/ink595.xml"/><Relationship Id="rId106" Type="http://schemas.openxmlformats.org/officeDocument/2006/relationships/image" Target="../media/image662.png"/><Relationship Id="rId105" Type="http://schemas.openxmlformats.org/officeDocument/2006/relationships/customXml" Target="../ink/ink594.xml"/><Relationship Id="rId104" Type="http://schemas.openxmlformats.org/officeDocument/2006/relationships/image" Target="../media/image661.png"/><Relationship Id="rId103" Type="http://schemas.openxmlformats.org/officeDocument/2006/relationships/customXml" Target="../ink/ink593.xml"/><Relationship Id="rId102" Type="http://schemas.openxmlformats.org/officeDocument/2006/relationships/image" Target="../media/image660.png"/><Relationship Id="rId101" Type="http://schemas.openxmlformats.org/officeDocument/2006/relationships/customXml" Target="../ink/ink592.xml"/><Relationship Id="rId100" Type="http://schemas.openxmlformats.org/officeDocument/2006/relationships/image" Target="../media/image659.png"/><Relationship Id="rId10" Type="http://schemas.openxmlformats.org/officeDocument/2006/relationships/image" Target="../media/image614.png"/><Relationship Id="rId1" Type="http://schemas.openxmlformats.org/officeDocument/2006/relationships/oleObject" Target="../embeddings/oleObject51.bin"/></Relationships>
</file>

<file path=ppt/slides/_rels/slide47.xml.rels><?xml version="1.0" encoding="UTF-8" standalone="yes"?>
<Relationships xmlns="http://schemas.openxmlformats.org/package/2006/relationships"><Relationship Id="rId9" Type="http://schemas.openxmlformats.org/officeDocument/2006/relationships/oleObject" Target="../embeddings/oleObject58.bin"/><Relationship Id="rId8" Type="http://schemas.openxmlformats.org/officeDocument/2006/relationships/image" Target="../media/image761.wmf"/><Relationship Id="rId7" Type="http://schemas.openxmlformats.org/officeDocument/2006/relationships/oleObject" Target="../embeddings/oleObject57.bin"/><Relationship Id="rId6" Type="http://schemas.openxmlformats.org/officeDocument/2006/relationships/image" Target="../media/image760.wmf"/><Relationship Id="rId5" Type="http://schemas.openxmlformats.org/officeDocument/2006/relationships/oleObject" Target="../embeddings/oleObject56.bin"/><Relationship Id="rId4" Type="http://schemas.openxmlformats.org/officeDocument/2006/relationships/image" Target="../media/image759.wmf"/><Relationship Id="rId3" Type="http://schemas.openxmlformats.org/officeDocument/2006/relationships/oleObject" Target="../embeddings/oleObject55.bin"/><Relationship Id="rId2" Type="http://schemas.openxmlformats.org/officeDocument/2006/relationships/image" Target="../media/image758.wmf"/><Relationship Id="rId12" Type="http://schemas.openxmlformats.org/officeDocument/2006/relationships/vmlDrawing" Target="../drawings/vmlDrawing20.vml"/><Relationship Id="rId11" Type="http://schemas.openxmlformats.org/officeDocument/2006/relationships/slideLayout" Target="../slideLayouts/slideLayout24.xml"/><Relationship Id="rId10" Type="http://schemas.openxmlformats.org/officeDocument/2006/relationships/image" Target="../media/image762.wmf"/><Relationship Id="rId1" Type="http://schemas.openxmlformats.org/officeDocument/2006/relationships/oleObject" Target="../embeddings/oleObject54.bin"/></Relationships>
</file>

<file path=ppt/slides/_rels/slide48.xml.rels><?xml version="1.0" encoding="UTF-8" standalone="yes"?>
<Relationships xmlns="http://schemas.openxmlformats.org/package/2006/relationships"><Relationship Id="rId9" Type="http://schemas.openxmlformats.org/officeDocument/2006/relationships/oleObject" Target="../embeddings/oleObject63.bin"/><Relationship Id="rId8" Type="http://schemas.openxmlformats.org/officeDocument/2006/relationships/image" Target="../media/image766.wmf"/><Relationship Id="rId7" Type="http://schemas.openxmlformats.org/officeDocument/2006/relationships/oleObject" Target="../embeddings/oleObject62.bin"/><Relationship Id="rId6" Type="http://schemas.openxmlformats.org/officeDocument/2006/relationships/image" Target="../media/image765.wmf"/><Relationship Id="rId5" Type="http://schemas.openxmlformats.org/officeDocument/2006/relationships/oleObject" Target="../embeddings/oleObject61.bin"/><Relationship Id="rId4" Type="http://schemas.openxmlformats.org/officeDocument/2006/relationships/image" Target="../media/image764.wmf"/><Relationship Id="rId3" Type="http://schemas.openxmlformats.org/officeDocument/2006/relationships/oleObject" Target="../embeddings/oleObject60.bin"/><Relationship Id="rId2" Type="http://schemas.openxmlformats.org/officeDocument/2006/relationships/image" Target="../media/image763.wmf"/><Relationship Id="rId14" Type="http://schemas.openxmlformats.org/officeDocument/2006/relationships/vmlDrawing" Target="../drawings/vmlDrawing21.vml"/><Relationship Id="rId13" Type="http://schemas.openxmlformats.org/officeDocument/2006/relationships/slideLayout" Target="../slideLayouts/slideLayout24.xml"/><Relationship Id="rId12" Type="http://schemas.openxmlformats.org/officeDocument/2006/relationships/image" Target="../media/image768.wmf"/><Relationship Id="rId11" Type="http://schemas.openxmlformats.org/officeDocument/2006/relationships/oleObject" Target="../embeddings/oleObject64.bin"/><Relationship Id="rId10" Type="http://schemas.openxmlformats.org/officeDocument/2006/relationships/image" Target="../media/image767.wmf"/><Relationship Id="rId1" Type="http://schemas.openxmlformats.org/officeDocument/2006/relationships/oleObject" Target="../embeddings/oleObject59.bin"/></Relationships>
</file>

<file path=ppt/slides/_rels/slide49.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image" Target="../media/image772.wmf"/><Relationship Id="rId7" Type="http://schemas.openxmlformats.org/officeDocument/2006/relationships/oleObject" Target="../embeddings/oleObject68.bin"/><Relationship Id="rId6" Type="http://schemas.openxmlformats.org/officeDocument/2006/relationships/image" Target="../media/image771.wmf"/><Relationship Id="rId5" Type="http://schemas.openxmlformats.org/officeDocument/2006/relationships/oleObject" Target="../embeddings/oleObject67.bin"/><Relationship Id="rId4" Type="http://schemas.openxmlformats.org/officeDocument/2006/relationships/image" Target="../media/image770.wmf"/><Relationship Id="rId3" Type="http://schemas.openxmlformats.org/officeDocument/2006/relationships/oleObject" Target="../embeddings/oleObject66.bin"/><Relationship Id="rId2" Type="http://schemas.openxmlformats.org/officeDocument/2006/relationships/image" Target="../media/image769.wmf"/><Relationship Id="rId10" Type="http://schemas.openxmlformats.org/officeDocument/2006/relationships/vmlDrawing" Target="../drawings/vmlDrawing22.vml"/><Relationship Id="rId1" Type="http://schemas.openxmlformats.org/officeDocument/2006/relationships/oleObject" Target="../embeddings/oleObject65.bin"/></Relationships>
</file>

<file path=ppt/slides/_rels/slide50.xml.rels><?xml version="1.0" encoding="UTF-8" standalone="yes"?>
<Relationships xmlns="http://schemas.openxmlformats.org/package/2006/relationships"><Relationship Id="rId9" Type="http://schemas.openxmlformats.org/officeDocument/2006/relationships/oleObject" Target="../embeddings/oleObject73.bin"/><Relationship Id="rId8" Type="http://schemas.openxmlformats.org/officeDocument/2006/relationships/image" Target="../media/image774.wmf"/><Relationship Id="rId7" Type="http://schemas.openxmlformats.org/officeDocument/2006/relationships/oleObject" Target="../embeddings/oleObject72.bin"/><Relationship Id="rId6" Type="http://schemas.openxmlformats.org/officeDocument/2006/relationships/image" Target="../media/image773.wmf"/><Relationship Id="rId5" Type="http://schemas.openxmlformats.org/officeDocument/2006/relationships/oleObject" Target="../embeddings/oleObject71.bin"/><Relationship Id="rId4" Type="http://schemas.openxmlformats.org/officeDocument/2006/relationships/image" Target="../media/image768.wmf"/><Relationship Id="rId3" Type="http://schemas.openxmlformats.org/officeDocument/2006/relationships/oleObject" Target="../embeddings/oleObject70.bin"/><Relationship Id="rId2" Type="http://schemas.openxmlformats.org/officeDocument/2006/relationships/image" Target="../media/image767.wmf"/><Relationship Id="rId12" Type="http://schemas.openxmlformats.org/officeDocument/2006/relationships/vmlDrawing" Target="../drawings/vmlDrawing23.vml"/><Relationship Id="rId11" Type="http://schemas.openxmlformats.org/officeDocument/2006/relationships/slideLayout" Target="../slideLayouts/slideLayout24.xml"/><Relationship Id="rId10" Type="http://schemas.openxmlformats.org/officeDocument/2006/relationships/image" Target="../media/image775.wmf"/><Relationship Id="rId1" Type="http://schemas.openxmlformats.org/officeDocument/2006/relationships/oleObject" Target="../embeddings/oleObject69.bin"/></Relationships>
</file>

<file path=ppt/slides/_rels/slide51.xml.rels><?xml version="1.0" encoding="UTF-8" standalone="yes"?>
<Relationships xmlns="http://schemas.openxmlformats.org/package/2006/relationships"><Relationship Id="rId8" Type="http://schemas.openxmlformats.org/officeDocument/2006/relationships/vmlDrawing" Target="../drawings/vmlDrawing24.vml"/><Relationship Id="rId7" Type="http://schemas.openxmlformats.org/officeDocument/2006/relationships/slideLayout" Target="../slideLayouts/slideLayout24.xml"/><Relationship Id="rId6" Type="http://schemas.openxmlformats.org/officeDocument/2006/relationships/image" Target="../media/image778.wmf"/><Relationship Id="rId5" Type="http://schemas.openxmlformats.org/officeDocument/2006/relationships/oleObject" Target="../embeddings/oleObject76.bin"/><Relationship Id="rId4" Type="http://schemas.openxmlformats.org/officeDocument/2006/relationships/image" Target="../media/image777.wmf"/><Relationship Id="rId3" Type="http://schemas.openxmlformats.org/officeDocument/2006/relationships/oleObject" Target="../embeddings/oleObject75.bin"/><Relationship Id="rId2" Type="http://schemas.openxmlformats.org/officeDocument/2006/relationships/image" Target="../media/image776.wmf"/><Relationship Id="rId1" Type="http://schemas.openxmlformats.org/officeDocument/2006/relationships/oleObject" Target="../embeddings/oleObject74.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9" Type="http://schemas.openxmlformats.org/officeDocument/2006/relationships/image" Target="../media/image782.png"/><Relationship Id="rId8" Type="http://schemas.openxmlformats.org/officeDocument/2006/relationships/customXml" Target="../ink/ink694.xml"/><Relationship Id="rId7" Type="http://schemas.openxmlformats.org/officeDocument/2006/relationships/image" Target="../media/image781.png"/><Relationship Id="rId6" Type="http://schemas.openxmlformats.org/officeDocument/2006/relationships/customXml" Target="../ink/ink693.xml"/><Relationship Id="rId57" Type="http://schemas.openxmlformats.org/officeDocument/2006/relationships/vmlDrawing" Target="../drawings/vmlDrawing25.vml"/><Relationship Id="rId56" Type="http://schemas.openxmlformats.org/officeDocument/2006/relationships/slideLayout" Target="../slideLayouts/slideLayout24.xml"/><Relationship Id="rId55" Type="http://schemas.openxmlformats.org/officeDocument/2006/relationships/image" Target="../media/image805.png"/><Relationship Id="rId54" Type="http://schemas.openxmlformats.org/officeDocument/2006/relationships/customXml" Target="../ink/ink717.xml"/><Relationship Id="rId53" Type="http://schemas.openxmlformats.org/officeDocument/2006/relationships/image" Target="../media/image804.png"/><Relationship Id="rId52" Type="http://schemas.openxmlformats.org/officeDocument/2006/relationships/customXml" Target="../ink/ink716.xml"/><Relationship Id="rId51" Type="http://schemas.openxmlformats.org/officeDocument/2006/relationships/image" Target="../media/image803.png"/><Relationship Id="rId50" Type="http://schemas.openxmlformats.org/officeDocument/2006/relationships/customXml" Target="../ink/ink715.xml"/><Relationship Id="rId5" Type="http://schemas.openxmlformats.org/officeDocument/2006/relationships/image" Target="../media/image780.png"/><Relationship Id="rId49" Type="http://schemas.openxmlformats.org/officeDocument/2006/relationships/image" Target="../media/image802.png"/><Relationship Id="rId48" Type="http://schemas.openxmlformats.org/officeDocument/2006/relationships/customXml" Target="../ink/ink714.xml"/><Relationship Id="rId47" Type="http://schemas.openxmlformats.org/officeDocument/2006/relationships/image" Target="../media/image801.png"/><Relationship Id="rId46" Type="http://schemas.openxmlformats.org/officeDocument/2006/relationships/customXml" Target="../ink/ink713.xml"/><Relationship Id="rId45" Type="http://schemas.openxmlformats.org/officeDocument/2006/relationships/image" Target="../media/image800.png"/><Relationship Id="rId44" Type="http://schemas.openxmlformats.org/officeDocument/2006/relationships/customXml" Target="../ink/ink712.xml"/><Relationship Id="rId43" Type="http://schemas.openxmlformats.org/officeDocument/2006/relationships/image" Target="../media/image799.png"/><Relationship Id="rId42" Type="http://schemas.openxmlformats.org/officeDocument/2006/relationships/customXml" Target="../ink/ink711.xml"/><Relationship Id="rId41" Type="http://schemas.openxmlformats.org/officeDocument/2006/relationships/image" Target="../media/image798.png"/><Relationship Id="rId40" Type="http://schemas.openxmlformats.org/officeDocument/2006/relationships/customXml" Target="../ink/ink710.xml"/><Relationship Id="rId4" Type="http://schemas.openxmlformats.org/officeDocument/2006/relationships/customXml" Target="../ink/ink692.xml"/><Relationship Id="rId39" Type="http://schemas.openxmlformats.org/officeDocument/2006/relationships/image" Target="../media/image797.png"/><Relationship Id="rId38" Type="http://schemas.openxmlformats.org/officeDocument/2006/relationships/customXml" Target="../ink/ink709.xml"/><Relationship Id="rId37" Type="http://schemas.openxmlformats.org/officeDocument/2006/relationships/image" Target="../media/image796.png"/><Relationship Id="rId36" Type="http://schemas.openxmlformats.org/officeDocument/2006/relationships/customXml" Target="../ink/ink708.xml"/><Relationship Id="rId35" Type="http://schemas.openxmlformats.org/officeDocument/2006/relationships/image" Target="../media/image795.png"/><Relationship Id="rId34" Type="http://schemas.openxmlformats.org/officeDocument/2006/relationships/customXml" Target="../ink/ink707.xml"/><Relationship Id="rId33" Type="http://schemas.openxmlformats.org/officeDocument/2006/relationships/image" Target="../media/image794.png"/><Relationship Id="rId32" Type="http://schemas.openxmlformats.org/officeDocument/2006/relationships/customXml" Target="../ink/ink706.xml"/><Relationship Id="rId31" Type="http://schemas.openxmlformats.org/officeDocument/2006/relationships/image" Target="../media/image793.png"/><Relationship Id="rId30" Type="http://schemas.openxmlformats.org/officeDocument/2006/relationships/customXml" Target="../ink/ink705.xml"/><Relationship Id="rId3" Type="http://schemas.openxmlformats.org/officeDocument/2006/relationships/image" Target="../media/image779.emf"/><Relationship Id="rId29" Type="http://schemas.openxmlformats.org/officeDocument/2006/relationships/image" Target="../media/image792.png"/><Relationship Id="rId28" Type="http://schemas.openxmlformats.org/officeDocument/2006/relationships/customXml" Target="../ink/ink704.xml"/><Relationship Id="rId27" Type="http://schemas.openxmlformats.org/officeDocument/2006/relationships/image" Target="../media/image791.png"/><Relationship Id="rId26" Type="http://schemas.openxmlformats.org/officeDocument/2006/relationships/customXml" Target="../ink/ink703.xml"/><Relationship Id="rId25" Type="http://schemas.openxmlformats.org/officeDocument/2006/relationships/image" Target="../media/image790.png"/><Relationship Id="rId24" Type="http://schemas.openxmlformats.org/officeDocument/2006/relationships/customXml" Target="../ink/ink702.xml"/><Relationship Id="rId23" Type="http://schemas.openxmlformats.org/officeDocument/2006/relationships/image" Target="../media/image789.png"/><Relationship Id="rId22" Type="http://schemas.openxmlformats.org/officeDocument/2006/relationships/customXml" Target="../ink/ink701.xml"/><Relationship Id="rId21" Type="http://schemas.openxmlformats.org/officeDocument/2006/relationships/image" Target="../media/image788.png"/><Relationship Id="rId20" Type="http://schemas.openxmlformats.org/officeDocument/2006/relationships/customXml" Target="../ink/ink700.xml"/><Relationship Id="rId2" Type="http://schemas.openxmlformats.org/officeDocument/2006/relationships/oleObject" Target="../embeddings/oleObject77.bin"/><Relationship Id="rId19" Type="http://schemas.openxmlformats.org/officeDocument/2006/relationships/image" Target="../media/image787.png"/><Relationship Id="rId18" Type="http://schemas.openxmlformats.org/officeDocument/2006/relationships/customXml" Target="../ink/ink699.xml"/><Relationship Id="rId17" Type="http://schemas.openxmlformats.org/officeDocument/2006/relationships/image" Target="../media/image786.png"/><Relationship Id="rId16" Type="http://schemas.openxmlformats.org/officeDocument/2006/relationships/customXml" Target="../ink/ink698.xml"/><Relationship Id="rId15" Type="http://schemas.openxmlformats.org/officeDocument/2006/relationships/image" Target="../media/image785.png"/><Relationship Id="rId14" Type="http://schemas.openxmlformats.org/officeDocument/2006/relationships/customXml" Target="../ink/ink697.xml"/><Relationship Id="rId13" Type="http://schemas.openxmlformats.org/officeDocument/2006/relationships/image" Target="../media/image784.png"/><Relationship Id="rId12" Type="http://schemas.openxmlformats.org/officeDocument/2006/relationships/customXml" Target="../ink/ink696.xml"/><Relationship Id="rId11" Type="http://schemas.openxmlformats.org/officeDocument/2006/relationships/image" Target="../media/image783.png"/><Relationship Id="rId10" Type="http://schemas.openxmlformats.org/officeDocument/2006/relationships/customXml" Target="../ink/ink695.xml"/><Relationship Id="rId1" Type="http://schemas.openxmlformats.org/officeDocument/2006/relationships/image" Target="../media/image112.png"/></Relationships>
</file>

<file path=ppt/slides/_rels/slide54.xml.rels><?xml version="1.0" encoding="UTF-8" standalone="yes"?>
<Relationships xmlns="http://schemas.openxmlformats.org/package/2006/relationships"><Relationship Id="rId6" Type="http://schemas.openxmlformats.org/officeDocument/2006/relationships/vmlDrawing" Target="../drawings/vmlDrawing26.vml"/><Relationship Id="rId5" Type="http://schemas.openxmlformats.org/officeDocument/2006/relationships/slideLayout" Target="../slideLayouts/slideLayout24.xml"/><Relationship Id="rId4" Type="http://schemas.openxmlformats.org/officeDocument/2006/relationships/image" Target="../media/image807.wmf"/><Relationship Id="rId3" Type="http://schemas.openxmlformats.org/officeDocument/2006/relationships/oleObject" Target="../embeddings/oleObject79.bin"/><Relationship Id="rId2" Type="http://schemas.openxmlformats.org/officeDocument/2006/relationships/image" Target="../media/image806.wmf"/><Relationship Id="rId1" Type="http://schemas.openxmlformats.org/officeDocument/2006/relationships/oleObject" Target="../embeddings/oleObject78.bin"/></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808.png"/></Relationships>
</file>

<file path=ppt/slides/_rels/slide56.xml.rels><?xml version="1.0" encoding="UTF-8" standalone="yes"?>
<Relationships xmlns="http://schemas.openxmlformats.org/package/2006/relationships"><Relationship Id="rId9" Type="http://schemas.openxmlformats.org/officeDocument/2006/relationships/image" Target="../media/image813.png"/><Relationship Id="rId8" Type="http://schemas.openxmlformats.org/officeDocument/2006/relationships/customXml" Target="../ink/ink721.xml"/><Relationship Id="rId7" Type="http://schemas.openxmlformats.org/officeDocument/2006/relationships/image" Target="../media/image812.png"/><Relationship Id="rId6" Type="http://schemas.openxmlformats.org/officeDocument/2006/relationships/customXml" Target="../ink/ink720.xml"/><Relationship Id="rId5" Type="http://schemas.openxmlformats.org/officeDocument/2006/relationships/image" Target="../media/image811.png"/><Relationship Id="rId4" Type="http://schemas.openxmlformats.org/officeDocument/2006/relationships/customXml" Target="../ink/ink719.xml"/><Relationship Id="rId3" Type="http://schemas.openxmlformats.org/officeDocument/2006/relationships/image" Target="../media/image810.png"/><Relationship Id="rId2" Type="http://schemas.openxmlformats.org/officeDocument/2006/relationships/customXml" Target="../ink/ink718.xml"/><Relationship Id="rId12" Type="http://schemas.openxmlformats.org/officeDocument/2006/relationships/slideLayout" Target="../slideLayouts/slideLayout29.xml"/><Relationship Id="rId11" Type="http://schemas.openxmlformats.org/officeDocument/2006/relationships/image" Target="../media/image814.png"/><Relationship Id="rId10" Type="http://schemas.openxmlformats.org/officeDocument/2006/relationships/customXml" Target="../ink/ink722.xml"/><Relationship Id="rId1" Type="http://schemas.openxmlformats.org/officeDocument/2006/relationships/image" Target="../media/image809.png"/></Relationships>
</file>

<file path=ppt/slides/_rels/slide57.xml.rels><?xml version="1.0" encoding="UTF-8" standalone="yes"?>
<Relationships xmlns="http://schemas.openxmlformats.org/package/2006/relationships"><Relationship Id="rId9" Type="http://schemas.openxmlformats.org/officeDocument/2006/relationships/image" Target="../media/image819.png"/><Relationship Id="rId8" Type="http://schemas.openxmlformats.org/officeDocument/2006/relationships/image" Target="../media/image818.wmf"/><Relationship Id="rId7" Type="http://schemas.openxmlformats.org/officeDocument/2006/relationships/oleObject" Target="../embeddings/oleObject83.bin"/><Relationship Id="rId6" Type="http://schemas.openxmlformats.org/officeDocument/2006/relationships/image" Target="../media/image817.wmf"/><Relationship Id="rId5" Type="http://schemas.openxmlformats.org/officeDocument/2006/relationships/oleObject" Target="../embeddings/oleObject82.bin"/><Relationship Id="rId4" Type="http://schemas.openxmlformats.org/officeDocument/2006/relationships/image" Target="../media/image816.wmf"/><Relationship Id="rId3" Type="http://schemas.openxmlformats.org/officeDocument/2006/relationships/oleObject" Target="../embeddings/oleObject81.bin"/><Relationship Id="rId2" Type="http://schemas.openxmlformats.org/officeDocument/2006/relationships/image" Target="../media/image815.wmf"/><Relationship Id="rId17" Type="http://schemas.openxmlformats.org/officeDocument/2006/relationships/vmlDrawing" Target="../drawings/vmlDrawing27.vml"/><Relationship Id="rId16" Type="http://schemas.openxmlformats.org/officeDocument/2006/relationships/slideLayout" Target="../slideLayouts/slideLayout24.xml"/><Relationship Id="rId15" Type="http://schemas.openxmlformats.org/officeDocument/2006/relationships/image" Target="../media/image822.png"/><Relationship Id="rId14" Type="http://schemas.openxmlformats.org/officeDocument/2006/relationships/customXml" Target="../ink/ink725.xml"/><Relationship Id="rId13" Type="http://schemas.openxmlformats.org/officeDocument/2006/relationships/image" Target="../media/image821.png"/><Relationship Id="rId12" Type="http://schemas.openxmlformats.org/officeDocument/2006/relationships/customXml" Target="../ink/ink724.xml"/><Relationship Id="rId11" Type="http://schemas.openxmlformats.org/officeDocument/2006/relationships/image" Target="../media/image820.png"/><Relationship Id="rId10" Type="http://schemas.openxmlformats.org/officeDocument/2006/relationships/customXml" Target="../ink/ink723.xml"/><Relationship Id="rId1" Type="http://schemas.openxmlformats.org/officeDocument/2006/relationships/oleObject" Target="../embeddings/oleObject80.bin"/></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9.xml.rels><?xml version="1.0" encoding="UTF-8" standalone="yes"?>
<Relationships xmlns="http://schemas.openxmlformats.org/package/2006/relationships"><Relationship Id="rId6" Type="http://schemas.openxmlformats.org/officeDocument/2006/relationships/vmlDrawing" Target="../drawings/vmlDrawing28.vml"/><Relationship Id="rId5" Type="http://schemas.openxmlformats.org/officeDocument/2006/relationships/slideLayout" Target="../slideLayouts/slideLayout24.xml"/><Relationship Id="rId4" Type="http://schemas.openxmlformats.org/officeDocument/2006/relationships/image" Target="../media/image824.wmf"/><Relationship Id="rId3" Type="http://schemas.openxmlformats.org/officeDocument/2006/relationships/oleObject" Target="../embeddings/oleObject85.bin"/><Relationship Id="rId2" Type="http://schemas.openxmlformats.org/officeDocument/2006/relationships/image" Target="../media/image823.wmf"/><Relationship Id="rId1" Type="http://schemas.openxmlformats.org/officeDocument/2006/relationships/oleObject" Target="../embeddings/oleObject84.bin"/></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29.vml"/><Relationship Id="rId3" Type="http://schemas.openxmlformats.org/officeDocument/2006/relationships/slideLayout" Target="../slideLayouts/slideLayout24.xml"/><Relationship Id="rId2" Type="http://schemas.openxmlformats.org/officeDocument/2006/relationships/image" Target="../media/image825.wmf"/><Relationship Id="rId1" Type="http://schemas.openxmlformats.org/officeDocument/2006/relationships/oleObject" Target="../embeddings/oleObject86.bin"/></Relationships>
</file>

<file path=ppt/slides/_rels/slide61.xml.rels><?xml version="1.0" encoding="UTF-8" standalone="yes"?>
<Relationships xmlns="http://schemas.openxmlformats.org/package/2006/relationships"><Relationship Id="rId9" Type="http://schemas.openxmlformats.org/officeDocument/2006/relationships/vmlDrawing" Target="../drawings/vmlDrawing30.vml"/><Relationship Id="rId8" Type="http://schemas.openxmlformats.org/officeDocument/2006/relationships/slideLayout" Target="../slideLayouts/slideLayout24.xml"/><Relationship Id="rId7" Type="http://schemas.openxmlformats.org/officeDocument/2006/relationships/image" Target="../media/image829.png"/><Relationship Id="rId6" Type="http://schemas.openxmlformats.org/officeDocument/2006/relationships/image" Target="../media/image828.wmf"/><Relationship Id="rId5" Type="http://schemas.openxmlformats.org/officeDocument/2006/relationships/oleObject" Target="../embeddings/oleObject89.bin"/><Relationship Id="rId4" Type="http://schemas.openxmlformats.org/officeDocument/2006/relationships/image" Target="../media/image827.wmf"/><Relationship Id="rId3" Type="http://schemas.openxmlformats.org/officeDocument/2006/relationships/oleObject" Target="../embeddings/oleObject88.bin"/><Relationship Id="rId2" Type="http://schemas.openxmlformats.org/officeDocument/2006/relationships/image" Target="../media/image826.wmf"/><Relationship Id="rId1" Type="http://schemas.openxmlformats.org/officeDocument/2006/relationships/oleObject" Target="../embeddings/oleObject87.bin"/></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3.xml.rels><?xml version="1.0" encoding="UTF-8" standalone="yes"?>
<Relationships xmlns="http://schemas.openxmlformats.org/package/2006/relationships"><Relationship Id="rId9" Type="http://schemas.openxmlformats.org/officeDocument/2006/relationships/image" Target="../media/image834.png"/><Relationship Id="rId8" Type="http://schemas.openxmlformats.org/officeDocument/2006/relationships/customXml" Target="../ink/ink727.xml"/><Relationship Id="rId73" Type="http://schemas.openxmlformats.org/officeDocument/2006/relationships/vmlDrawing" Target="../drawings/vmlDrawing31.vml"/><Relationship Id="rId72" Type="http://schemas.openxmlformats.org/officeDocument/2006/relationships/slideLayout" Target="../slideLayouts/slideLayout24.xml"/><Relationship Id="rId71" Type="http://schemas.openxmlformats.org/officeDocument/2006/relationships/image" Target="../media/image865.png"/><Relationship Id="rId70" Type="http://schemas.openxmlformats.org/officeDocument/2006/relationships/customXml" Target="../ink/ink758.xml"/><Relationship Id="rId7" Type="http://schemas.openxmlformats.org/officeDocument/2006/relationships/image" Target="../media/image833.png"/><Relationship Id="rId69" Type="http://schemas.openxmlformats.org/officeDocument/2006/relationships/image" Target="../media/image864.png"/><Relationship Id="rId68" Type="http://schemas.openxmlformats.org/officeDocument/2006/relationships/customXml" Target="../ink/ink757.xml"/><Relationship Id="rId67" Type="http://schemas.openxmlformats.org/officeDocument/2006/relationships/image" Target="../media/image863.png"/><Relationship Id="rId66" Type="http://schemas.openxmlformats.org/officeDocument/2006/relationships/customXml" Target="../ink/ink756.xml"/><Relationship Id="rId65" Type="http://schemas.openxmlformats.org/officeDocument/2006/relationships/image" Target="../media/image862.png"/><Relationship Id="rId64" Type="http://schemas.openxmlformats.org/officeDocument/2006/relationships/customXml" Target="../ink/ink755.xml"/><Relationship Id="rId63" Type="http://schemas.openxmlformats.org/officeDocument/2006/relationships/image" Target="../media/image861.png"/><Relationship Id="rId62" Type="http://schemas.openxmlformats.org/officeDocument/2006/relationships/customXml" Target="../ink/ink754.xml"/><Relationship Id="rId61" Type="http://schemas.openxmlformats.org/officeDocument/2006/relationships/image" Target="../media/image860.png"/><Relationship Id="rId60" Type="http://schemas.openxmlformats.org/officeDocument/2006/relationships/customXml" Target="../ink/ink753.xml"/><Relationship Id="rId6" Type="http://schemas.openxmlformats.org/officeDocument/2006/relationships/customXml" Target="../ink/ink726.xml"/><Relationship Id="rId59" Type="http://schemas.openxmlformats.org/officeDocument/2006/relationships/image" Target="../media/image859.png"/><Relationship Id="rId58" Type="http://schemas.openxmlformats.org/officeDocument/2006/relationships/customXml" Target="../ink/ink752.xml"/><Relationship Id="rId57" Type="http://schemas.openxmlformats.org/officeDocument/2006/relationships/image" Target="../media/image858.png"/><Relationship Id="rId56" Type="http://schemas.openxmlformats.org/officeDocument/2006/relationships/customXml" Target="../ink/ink751.xml"/><Relationship Id="rId55" Type="http://schemas.openxmlformats.org/officeDocument/2006/relationships/image" Target="../media/image857.png"/><Relationship Id="rId54" Type="http://schemas.openxmlformats.org/officeDocument/2006/relationships/customXml" Target="../ink/ink750.xml"/><Relationship Id="rId53" Type="http://schemas.openxmlformats.org/officeDocument/2006/relationships/image" Target="../media/image856.png"/><Relationship Id="rId52" Type="http://schemas.openxmlformats.org/officeDocument/2006/relationships/customXml" Target="../ink/ink749.xml"/><Relationship Id="rId51" Type="http://schemas.openxmlformats.org/officeDocument/2006/relationships/image" Target="../media/image855.png"/><Relationship Id="rId50" Type="http://schemas.openxmlformats.org/officeDocument/2006/relationships/customXml" Target="../ink/ink748.xml"/><Relationship Id="rId5" Type="http://schemas.openxmlformats.org/officeDocument/2006/relationships/image" Target="../media/image832.png"/><Relationship Id="rId49" Type="http://schemas.openxmlformats.org/officeDocument/2006/relationships/image" Target="../media/image854.png"/><Relationship Id="rId48" Type="http://schemas.openxmlformats.org/officeDocument/2006/relationships/customXml" Target="../ink/ink747.xml"/><Relationship Id="rId47" Type="http://schemas.openxmlformats.org/officeDocument/2006/relationships/image" Target="../media/image853.png"/><Relationship Id="rId46" Type="http://schemas.openxmlformats.org/officeDocument/2006/relationships/customXml" Target="../ink/ink746.xml"/><Relationship Id="rId45" Type="http://schemas.openxmlformats.org/officeDocument/2006/relationships/image" Target="../media/image852.png"/><Relationship Id="rId44" Type="http://schemas.openxmlformats.org/officeDocument/2006/relationships/customXml" Target="../ink/ink745.xml"/><Relationship Id="rId43" Type="http://schemas.openxmlformats.org/officeDocument/2006/relationships/image" Target="../media/image851.png"/><Relationship Id="rId42" Type="http://schemas.openxmlformats.org/officeDocument/2006/relationships/customXml" Target="../ink/ink744.xml"/><Relationship Id="rId41" Type="http://schemas.openxmlformats.org/officeDocument/2006/relationships/image" Target="../media/image850.png"/><Relationship Id="rId40" Type="http://schemas.openxmlformats.org/officeDocument/2006/relationships/customXml" Target="../ink/ink743.xml"/><Relationship Id="rId4" Type="http://schemas.openxmlformats.org/officeDocument/2006/relationships/image" Target="../media/image831.wmf"/><Relationship Id="rId39" Type="http://schemas.openxmlformats.org/officeDocument/2006/relationships/image" Target="../media/image849.png"/><Relationship Id="rId38" Type="http://schemas.openxmlformats.org/officeDocument/2006/relationships/customXml" Target="../ink/ink742.xml"/><Relationship Id="rId37" Type="http://schemas.openxmlformats.org/officeDocument/2006/relationships/image" Target="../media/image848.png"/><Relationship Id="rId36" Type="http://schemas.openxmlformats.org/officeDocument/2006/relationships/customXml" Target="../ink/ink741.xml"/><Relationship Id="rId35" Type="http://schemas.openxmlformats.org/officeDocument/2006/relationships/image" Target="../media/image847.png"/><Relationship Id="rId34" Type="http://schemas.openxmlformats.org/officeDocument/2006/relationships/customXml" Target="../ink/ink740.xml"/><Relationship Id="rId33" Type="http://schemas.openxmlformats.org/officeDocument/2006/relationships/image" Target="../media/image846.png"/><Relationship Id="rId32" Type="http://schemas.openxmlformats.org/officeDocument/2006/relationships/customXml" Target="../ink/ink739.xml"/><Relationship Id="rId31" Type="http://schemas.openxmlformats.org/officeDocument/2006/relationships/image" Target="../media/image845.png"/><Relationship Id="rId30" Type="http://schemas.openxmlformats.org/officeDocument/2006/relationships/customXml" Target="../ink/ink738.xml"/><Relationship Id="rId3" Type="http://schemas.openxmlformats.org/officeDocument/2006/relationships/oleObject" Target="../embeddings/oleObject91.bin"/><Relationship Id="rId29" Type="http://schemas.openxmlformats.org/officeDocument/2006/relationships/image" Target="../media/image844.png"/><Relationship Id="rId28" Type="http://schemas.openxmlformats.org/officeDocument/2006/relationships/customXml" Target="../ink/ink737.xml"/><Relationship Id="rId27" Type="http://schemas.openxmlformats.org/officeDocument/2006/relationships/image" Target="../media/image843.png"/><Relationship Id="rId26" Type="http://schemas.openxmlformats.org/officeDocument/2006/relationships/customXml" Target="../ink/ink736.xml"/><Relationship Id="rId25" Type="http://schemas.openxmlformats.org/officeDocument/2006/relationships/image" Target="../media/image842.png"/><Relationship Id="rId24" Type="http://schemas.openxmlformats.org/officeDocument/2006/relationships/customXml" Target="../ink/ink735.xml"/><Relationship Id="rId23" Type="http://schemas.openxmlformats.org/officeDocument/2006/relationships/image" Target="../media/image841.png"/><Relationship Id="rId22" Type="http://schemas.openxmlformats.org/officeDocument/2006/relationships/customXml" Target="../ink/ink734.xml"/><Relationship Id="rId21" Type="http://schemas.openxmlformats.org/officeDocument/2006/relationships/image" Target="../media/image840.png"/><Relationship Id="rId20" Type="http://schemas.openxmlformats.org/officeDocument/2006/relationships/customXml" Target="../ink/ink733.xml"/><Relationship Id="rId2" Type="http://schemas.openxmlformats.org/officeDocument/2006/relationships/image" Target="../media/image830.wmf"/><Relationship Id="rId19" Type="http://schemas.openxmlformats.org/officeDocument/2006/relationships/image" Target="../media/image839.png"/><Relationship Id="rId18" Type="http://schemas.openxmlformats.org/officeDocument/2006/relationships/customXml" Target="../ink/ink732.xml"/><Relationship Id="rId17" Type="http://schemas.openxmlformats.org/officeDocument/2006/relationships/image" Target="../media/image838.png"/><Relationship Id="rId16" Type="http://schemas.openxmlformats.org/officeDocument/2006/relationships/customXml" Target="../ink/ink731.xml"/><Relationship Id="rId15" Type="http://schemas.openxmlformats.org/officeDocument/2006/relationships/image" Target="../media/image837.png"/><Relationship Id="rId14" Type="http://schemas.openxmlformats.org/officeDocument/2006/relationships/customXml" Target="../ink/ink730.xml"/><Relationship Id="rId13" Type="http://schemas.openxmlformats.org/officeDocument/2006/relationships/image" Target="../media/image836.png"/><Relationship Id="rId12" Type="http://schemas.openxmlformats.org/officeDocument/2006/relationships/customXml" Target="../ink/ink729.xml"/><Relationship Id="rId11" Type="http://schemas.openxmlformats.org/officeDocument/2006/relationships/image" Target="../media/image835.png"/><Relationship Id="rId10" Type="http://schemas.openxmlformats.org/officeDocument/2006/relationships/customXml" Target="../ink/ink728.xml"/><Relationship Id="rId1" Type="http://schemas.openxmlformats.org/officeDocument/2006/relationships/oleObject" Target="../embeddings/oleObject90.bin"/></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866.png"/></Relationships>
</file>

<file path=ppt/slides/_rels/slide65.xml.rels><?xml version="1.0" encoding="UTF-8" standalone="yes"?>
<Relationships xmlns="http://schemas.openxmlformats.org/package/2006/relationships"><Relationship Id="rId9" Type="http://schemas.openxmlformats.org/officeDocument/2006/relationships/vmlDrawing" Target="../drawings/vmlDrawing32.vml"/><Relationship Id="rId8" Type="http://schemas.openxmlformats.org/officeDocument/2006/relationships/slideLayout" Target="../slideLayouts/slideLayout24.xml"/><Relationship Id="rId7" Type="http://schemas.openxmlformats.org/officeDocument/2006/relationships/image" Target="../media/image870.wmf"/><Relationship Id="rId6" Type="http://schemas.openxmlformats.org/officeDocument/2006/relationships/oleObject" Target="../embeddings/oleObject94.bin"/><Relationship Id="rId5" Type="http://schemas.openxmlformats.org/officeDocument/2006/relationships/image" Target="../media/image869.wmf"/><Relationship Id="rId4" Type="http://schemas.openxmlformats.org/officeDocument/2006/relationships/oleObject" Target="../embeddings/oleObject93.bin"/><Relationship Id="rId3" Type="http://schemas.openxmlformats.org/officeDocument/2006/relationships/image" Target="../media/image868.wmf"/><Relationship Id="rId2" Type="http://schemas.openxmlformats.org/officeDocument/2006/relationships/oleObject" Target="../embeddings/oleObject92.bin"/><Relationship Id="rId1" Type="http://schemas.openxmlformats.org/officeDocument/2006/relationships/image" Target="../media/image867.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112.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112.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87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872.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873.png"/></Relationships>
</file>

<file path=ppt/slides/_rels/slide72.xml.rels><?xml version="1.0" encoding="UTF-8" standalone="yes"?>
<Relationships xmlns="http://schemas.openxmlformats.org/package/2006/relationships"><Relationship Id="rId6" Type="http://schemas.openxmlformats.org/officeDocument/2006/relationships/vmlDrawing" Target="../drawings/vmlDrawing33.vml"/><Relationship Id="rId5" Type="http://schemas.openxmlformats.org/officeDocument/2006/relationships/slideLayout" Target="../slideLayouts/slideLayout24.xml"/><Relationship Id="rId4" Type="http://schemas.openxmlformats.org/officeDocument/2006/relationships/image" Target="../media/image875.wmf"/><Relationship Id="rId3" Type="http://schemas.openxmlformats.org/officeDocument/2006/relationships/oleObject" Target="../embeddings/oleObject96.bin"/><Relationship Id="rId2" Type="http://schemas.openxmlformats.org/officeDocument/2006/relationships/image" Target="../media/image874.wmf"/><Relationship Id="rId1" Type="http://schemas.openxmlformats.org/officeDocument/2006/relationships/oleObject" Target="../embeddings/oleObject95.bin"/></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876.png"/></Relationships>
</file>

<file path=ppt/slides/_rels/slide74.xml.rels><?xml version="1.0" encoding="UTF-8" standalone="yes"?>
<Relationships xmlns="http://schemas.openxmlformats.org/package/2006/relationships"><Relationship Id="rId6" Type="http://schemas.openxmlformats.org/officeDocument/2006/relationships/vmlDrawing" Target="../drawings/vmlDrawing34.vml"/><Relationship Id="rId5" Type="http://schemas.openxmlformats.org/officeDocument/2006/relationships/slideLayout" Target="../slideLayouts/slideLayout24.xml"/><Relationship Id="rId4" Type="http://schemas.openxmlformats.org/officeDocument/2006/relationships/image" Target="../media/image878.wmf"/><Relationship Id="rId3" Type="http://schemas.openxmlformats.org/officeDocument/2006/relationships/oleObject" Target="../embeddings/oleObject98.bin"/><Relationship Id="rId2" Type="http://schemas.openxmlformats.org/officeDocument/2006/relationships/image" Target="../media/image877.wmf"/><Relationship Id="rId1" Type="http://schemas.openxmlformats.org/officeDocument/2006/relationships/oleObject" Target="../embeddings/oleObject97.bin"/></Relationships>
</file>

<file path=ppt/slides/_rels/slide75.xml.rels><?xml version="1.0" encoding="UTF-8" standalone="yes"?>
<Relationships xmlns="http://schemas.openxmlformats.org/package/2006/relationships"><Relationship Id="rId6" Type="http://schemas.openxmlformats.org/officeDocument/2006/relationships/vmlDrawing" Target="../drawings/vmlDrawing35.vml"/><Relationship Id="rId5" Type="http://schemas.openxmlformats.org/officeDocument/2006/relationships/slideLayout" Target="../slideLayouts/slideLayout24.xml"/><Relationship Id="rId4" Type="http://schemas.openxmlformats.org/officeDocument/2006/relationships/image" Target="../media/image880.wmf"/><Relationship Id="rId3" Type="http://schemas.openxmlformats.org/officeDocument/2006/relationships/oleObject" Target="../embeddings/oleObject100.bin"/><Relationship Id="rId2" Type="http://schemas.openxmlformats.org/officeDocument/2006/relationships/image" Target="../media/image879.wmf"/><Relationship Id="rId1" Type="http://schemas.openxmlformats.org/officeDocument/2006/relationships/oleObject" Target="../embeddings/oleObject99.bin"/></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88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9.xml.rels><?xml version="1.0" encoding="UTF-8" standalone="yes"?>
<Relationships xmlns="http://schemas.openxmlformats.org/package/2006/relationships"><Relationship Id="rId9" Type="http://schemas.openxmlformats.org/officeDocument/2006/relationships/vmlDrawing" Target="../drawings/vmlDrawing36.vml"/><Relationship Id="rId8" Type="http://schemas.openxmlformats.org/officeDocument/2006/relationships/slideLayout" Target="../slideLayouts/slideLayout24.xml"/><Relationship Id="rId7" Type="http://schemas.openxmlformats.org/officeDocument/2006/relationships/image" Target="../media/image885.wmf"/><Relationship Id="rId6" Type="http://schemas.openxmlformats.org/officeDocument/2006/relationships/oleObject" Target="../embeddings/oleObject103.bin"/><Relationship Id="rId5" Type="http://schemas.openxmlformats.org/officeDocument/2006/relationships/image" Target="../media/image884.wmf"/><Relationship Id="rId4" Type="http://schemas.openxmlformats.org/officeDocument/2006/relationships/oleObject" Target="../embeddings/oleObject102.bin"/><Relationship Id="rId3" Type="http://schemas.openxmlformats.org/officeDocument/2006/relationships/image" Target="../media/image883.wmf"/><Relationship Id="rId2" Type="http://schemas.openxmlformats.org/officeDocument/2006/relationships/oleObject" Target="../embeddings/oleObject101.bin"/><Relationship Id="rId1" Type="http://schemas.openxmlformats.org/officeDocument/2006/relationships/image" Target="../media/image882.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886.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887.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888.emf"/></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889.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890.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891.emf"/></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892.pn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893.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894.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886.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895.pn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896.png"/></Relationships>
</file>

<file path=ppt/slides/_rels/slide96.xml.rels><?xml version="1.0" encoding="UTF-8" standalone="yes"?>
<Relationships xmlns="http://schemas.openxmlformats.org/package/2006/relationships"><Relationship Id="rId7" Type="http://schemas.openxmlformats.org/officeDocument/2006/relationships/vmlDrawing" Target="../drawings/vmlDrawing37.vml"/><Relationship Id="rId6" Type="http://schemas.openxmlformats.org/officeDocument/2006/relationships/slideLayout" Target="../slideLayouts/slideLayout24.xml"/><Relationship Id="rId5" Type="http://schemas.openxmlformats.org/officeDocument/2006/relationships/image" Target="../media/image899.png"/><Relationship Id="rId4" Type="http://schemas.openxmlformats.org/officeDocument/2006/relationships/image" Target="../media/image898.wmf"/><Relationship Id="rId3" Type="http://schemas.openxmlformats.org/officeDocument/2006/relationships/oleObject" Target="../embeddings/oleObject105.bin"/><Relationship Id="rId2" Type="http://schemas.openxmlformats.org/officeDocument/2006/relationships/image" Target="../media/image897.wmf"/><Relationship Id="rId1" Type="http://schemas.openxmlformats.org/officeDocument/2006/relationships/oleObject" Target="../embeddings/oleObject104.bin"/></Relationships>
</file>

<file path=ppt/slides/_rels/slide97.xml.rels><?xml version="1.0" encoding="UTF-8" standalone="yes"?>
<Relationships xmlns="http://schemas.openxmlformats.org/package/2006/relationships"><Relationship Id="rId7" Type="http://schemas.openxmlformats.org/officeDocument/2006/relationships/vmlDrawing" Target="../drawings/vmlDrawing38.vml"/><Relationship Id="rId6" Type="http://schemas.openxmlformats.org/officeDocument/2006/relationships/slideLayout" Target="../slideLayouts/slideLayout29.xml"/><Relationship Id="rId5" Type="http://schemas.openxmlformats.org/officeDocument/2006/relationships/image" Target="../media/image902.png"/><Relationship Id="rId4" Type="http://schemas.openxmlformats.org/officeDocument/2006/relationships/image" Target="../media/image901.wmf"/><Relationship Id="rId3" Type="http://schemas.openxmlformats.org/officeDocument/2006/relationships/oleObject" Target="../embeddings/oleObject107.bin"/><Relationship Id="rId2" Type="http://schemas.openxmlformats.org/officeDocument/2006/relationships/image" Target="../media/image900.wmf"/><Relationship Id="rId1" Type="http://schemas.openxmlformats.org/officeDocument/2006/relationships/oleObject" Target="../embeddings/oleObject106.bin"/></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ctrTitle"/>
          </p:nvPr>
        </p:nvSpPr>
        <p:spPr/>
        <p:txBody>
          <a:bodyPr>
            <a:normAutofit fontScale="90000"/>
          </a:bodyPr>
          <a:lstStyle/>
          <a:p>
            <a:r>
              <a:rPr lang="zh-CN" altLang="en-US" b="1" dirty="0"/>
              <a:t>第</a:t>
            </a:r>
            <a:r>
              <a:rPr lang="en-US" altLang="zh-CN" b="1" dirty="0"/>
              <a:t>3</a:t>
            </a:r>
            <a:r>
              <a:rPr lang="zh-CN" altLang="en-US" b="1" dirty="0"/>
              <a:t>章 转速闭环控制的直流调速系统</a:t>
            </a:r>
            <a:br>
              <a:rPr lang="zh-CN" altLang="en-US" dirty="0"/>
            </a:br>
            <a:endParaRPr lang="zh-CN" altLang="en-US" dirty="0"/>
          </a:p>
        </p:txBody>
      </p:sp>
      <p:sp>
        <p:nvSpPr>
          <p:cNvPr id="3" name="副标题 2"/>
          <p:cNvSpPr/>
          <p:nvPr>
            <p:ph type="subTitle" idx="1"/>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dirty="0"/>
              <a:t>第</a:t>
            </a:r>
            <a:r>
              <a:rPr lang="en-US" altLang="zh-CN" dirty="0"/>
              <a:t>3</a:t>
            </a:r>
            <a:r>
              <a:rPr lang="zh-CN" altLang="en-US" dirty="0"/>
              <a:t>章 目录</a:t>
            </a:r>
            <a:endParaRPr lang="zh-CN" altLang="en-US" dirty="0"/>
          </a:p>
        </p:txBody>
      </p:sp>
      <p:sp>
        <p:nvSpPr>
          <p:cNvPr id="3" name="内容占位符 2"/>
          <p:cNvSpPr/>
          <p:nvPr>
            <p:ph idx="1"/>
          </p:nvPr>
        </p:nvSpPr>
        <p:spPr/>
        <p:txBody>
          <a:bodyPr>
            <a:normAutofit/>
          </a:bodyPr>
          <a:lstStyle/>
          <a:p>
            <a:r>
              <a:rPr lang="en-US" dirty="0"/>
              <a:t>3.1</a:t>
            </a:r>
            <a:r>
              <a:rPr lang="zh-CN" altLang="en-US" dirty="0"/>
              <a:t>有静差的转速闭环直流调速系统</a:t>
            </a:r>
            <a:r>
              <a:rPr lang="zh-CN" altLang="en-US" b="1" dirty="0"/>
              <a:t>（系统</a:t>
            </a:r>
            <a:r>
              <a:rPr lang="zh-CN" altLang="en-US" dirty="0"/>
              <a:t>结构与静特性分析，闭环直流调速系统的反馈控制规律，稳定性分析）</a:t>
            </a:r>
            <a:endParaRPr lang="zh-CN" altLang="en-US" dirty="0"/>
          </a:p>
          <a:p>
            <a:r>
              <a:rPr lang="en-US" dirty="0"/>
              <a:t>3.2 </a:t>
            </a:r>
            <a:r>
              <a:rPr lang="zh-CN" altLang="en-US" dirty="0"/>
              <a:t>无静差的转速闭环直流调速系统（比例积分控制规律、稳态参数计算）</a:t>
            </a:r>
            <a:endParaRPr lang="zh-CN" altLang="en-US" dirty="0"/>
          </a:p>
          <a:p>
            <a:r>
              <a:rPr lang="en-US" dirty="0"/>
              <a:t>3.3 </a:t>
            </a:r>
            <a:r>
              <a:rPr lang="zh-CN" altLang="en-US" dirty="0"/>
              <a:t>转速闭环直流调速系统的限流保护</a:t>
            </a:r>
            <a:endParaRPr lang="zh-CN" altLang="en-US" b="1" dirty="0"/>
          </a:p>
          <a:p>
            <a:r>
              <a:rPr lang="en-US" dirty="0"/>
              <a:t>3.4 </a:t>
            </a:r>
            <a:r>
              <a:rPr lang="zh-CN" altLang="en-US" dirty="0"/>
              <a:t>转速闭环控制直流调速系统的仿真</a:t>
            </a:r>
            <a:endParaRPr lang="zh-CN" altLang="en-US" b="1" dirty="0"/>
          </a:p>
          <a:p>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normAutofit fontScale="90000"/>
          </a:bodyPr>
          <a:lstStyle/>
          <a:p>
            <a:r>
              <a:rPr lang="en-US" altLang="zh-CN" sz="3600" b="1" dirty="0"/>
              <a:t>3.1.1  </a:t>
            </a:r>
            <a:r>
              <a:rPr lang="zh-CN" altLang="en-US" sz="3600" b="1" dirty="0"/>
              <a:t>比例控制转速闭环直流调速系统的结构与静特性</a:t>
            </a:r>
            <a:br>
              <a:rPr lang="en-US" sz="3600" b="1" dirty="0"/>
            </a:br>
            <a:br>
              <a:rPr lang="zh-CN" altLang="en-US" b="1" dirty="0"/>
            </a:br>
            <a:endParaRPr lang="zh-CN" altLang="en-US" dirty="0"/>
          </a:p>
        </p:txBody>
      </p:sp>
      <p:sp>
        <p:nvSpPr>
          <p:cNvPr id="3" name="内容占位符 2"/>
          <p:cNvSpPr/>
          <p:nvPr>
            <p:ph idx="1"/>
          </p:nvPr>
        </p:nvSpPr>
        <p:spPr>
          <a:xfrm>
            <a:off x="539552" y="1988840"/>
            <a:ext cx="7848600" cy="4829175"/>
          </a:xfrm>
        </p:spPr>
        <p:txBody>
          <a:bodyPr/>
          <a:lstStyle/>
          <a:p>
            <a:r>
              <a:rPr lang="zh-CN" altLang="en-US" dirty="0"/>
              <a:t>转速</a:t>
            </a:r>
            <a:r>
              <a:rPr lang="zh-CN" altLang="en-US" dirty="0">
                <a:solidFill>
                  <a:srgbClr val="FF0000"/>
                </a:solidFill>
              </a:rPr>
              <a:t>开环</a:t>
            </a:r>
            <a:r>
              <a:rPr lang="zh-CN" altLang="en-US" dirty="0"/>
              <a:t>系统控制系统存在的问题：对负载扰动没有任何抑制作用</a:t>
            </a:r>
            <a:endParaRPr lang="zh-CN" altLang="en-US" dirty="0"/>
          </a:p>
        </p:txBody>
      </p:sp>
      <p:pic>
        <p:nvPicPr>
          <p:cNvPr id="4" name="Picture 6" descr="0216"/>
          <p:cNvPicPr>
            <a:picLocks noChangeAspect="1" noChangeArrowheads="1"/>
          </p:cNvPicPr>
          <p:nvPr/>
        </p:nvPicPr>
        <p:blipFill>
          <a:blip r:embed="rId1"/>
          <a:srcRect/>
          <a:stretch>
            <a:fillRect/>
          </a:stretch>
        </p:blipFill>
        <p:spPr bwMode="auto">
          <a:xfrm>
            <a:off x="1285852" y="3214686"/>
            <a:ext cx="5961062" cy="1554162"/>
          </a:xfrm>
          <a:prstGeom prst="rect">
            <a:avLst/>
          </a:prstGeom>
          <a:noFill/>
          <a:ln w="9525">
            <a:noFill/>
            <a:miter lim="800000"/>
            <a:headEnd/>
            <a:tailEnd/>
          </a:ln>
        </p:spPr>
      </p:pic>
      <p:sp>
        <p:nvSpPr>
          <p:cNvPr id="6" name="Rectangle 7"/>
          <p:cNvSpPr txBox="1"/>
          <p:nvPr/>
        </p:nvSpPr>
        <p:spPr bwMode="auto">
          <a:xfrm>
            <a:off x="467544" y="5085184"/>
            <a:ext cx="8229744" cy="1135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folHlink"/>
                </a:solidFill>
                <a:latin typeface="Impact" panose="020B0806030902050204" pitchFamily="34" charset="0"/>
                <a:ea typeface="华文隶书" pitchFamily="2" charset="-122"/>
              </a:defRPr>
            </a:lvl1pPr>
            <a:lvl2pPr marL="742950" indent="-285750" eaLnBrk="0" hangingPunct="0">
              <a:defRPr sz="2800">
                <a:solidFill>
                  <a:schemeClr val="folHlink"/>
                </a:solidFill>
                <a:latin typeface="Impact" panose="020B0806030902050204" pitchFamily="34" charset="0"/>
                <a:ea typeface="华文隶书" pitchFamily="2" charset="-122"/>
              </a:defRPr>
            </a:lvl2pPr>
            <a:lvl3pPr marL="1143000" indent="-228600" eaLnBrk="0" hangingPunct="0">
              <a:defRPr sz="2800">
                <a:solidFill>
                  <a:schemeClr val="folHlink"/>
                </a:solidFill>
                <a:latin typeface="Impact" panose="020B0806030902050204" pitchFamily="34" charset="0"/>
                <a:ea typeface="华文隶书" pitchFamily="2" charset="-122"/>
              </a:defRPr>
            </a:lvl3pPr>
            <a:lvl4pPr marL="1600200" indent="-228600" eaLnBrk="0" hangingPunct="0">
              <a:defRPr sz="2800">
                <a:solidFill>
                  <a:schemeClr val="folHlink"/>
                </a:solidFill>
                <a:latin typeface="Impact" panose="020B0806030902050204" pitchFamily="34" charset="0"/>
                <a:ea typeface="华文隶书" pitchFamily="2" charset="-122"/>
              </a:defRPr>
            </a:lvl4pPr>
            <a:lvl5pPr marL="2057400" indent="-228600" eaLnBrk="0" hangingPunct="0">
              <a:defRPr sz="2800">
                <a:solidFill>
                  <a:schemeClr val="folHlink"/>
                </a:solidFill>
                <a:latin typeface="Impact" panose="020B0806030902050204" pitchFamily="34" charset="0"/>
                <a:ea typeface="华文隶书" pitchFamily="2" charset="-122"/>
              </a:defRPr>
            </a:lvl5pPr>
            <a:lvl6pPr marL="2514600" indent="-228600" eaLnBrk="0" fontAlgn="base" hangingPunct="0">
              <a:spcBef>
                <a:spcPct val="20000"/>
              </a:spcBef>
              <a:spcAft>
                <a:spcPct val="0"/>
              </a:spcAft>
              <a:buChar char="•"/>
              <a:defRPr sz="2800">
                <a:solidFill>
                  <a:schemeClr val="folHlink"/>
                </a:solidFill>
                <a:latin typeface="Impact" panose="020B0806030902050204" pitchFamily="34" charset="0"/>
                <a:ea typeface="华文隶书" pitchFamily="2" charset="-122"/>
              </a:defRPr>
            </a:lvl6pPr>
            <a:lvl7pPr marL="2971800" indent="-228600" eaLnBrk="0" fontAlgn="base" hangingPunct="0">
              <a:spcBef>
                <a:spcPct val="20000"/>
              </a:spcBef>
              <a:spcAft>
                <a:spcPct val="0"/>
              </a:spcAft>
              <a:buChar char="•"/>
              <a:defRPr sz="2800">
                <a:solidFill>
                  <a:schemeClr val="folHlink"/>
                </a:solidFill>
                <a:latin typeface="Impact" panose="020B0806030902050204" pitchFamily="34" charset="0"/>
                <a:ea typeface="华文隶书" pitchFamily="2" charset="-122"/>
              </a:defRPr>
            </a:lvl7pPr>
            <a:lvl8pPr marL="3429000" indent="-228600" eaLnBrk="0" fontAlgn="base" hangingPunct="0">
              <a:spcBef>
                <a:spcPct val="20000"/>
              </a:spcBef>
              <a:spcAft>
                <a:spcPct val="0"/>
              </a:spcAft>
              <a:buChar char="•"/>
              <a:defRPr sz="2800">
                <a:solidFill>
                  <a:schemeClr val="folHlink"/>
                </a:solidFill>
                <a:latin typeface="Impact" panose="020B0806030902050204" pitchFamily="34" charset="0"/>
                <a:ea typeface="华文隶书" pitchFamily="2" charset="-122"/>
              </a:defRPr>
            </a:lvl8pPr>
            <a:lvl9pPr marL="3886200" indent="-228600" eaLnBrk="0" fontAlgn="base" hangingPunct="0">
              <a:spcBef>
                <a:spcPct val="20000"/>
              </a:spcBef>
              <a:spcAft>
                <a:spcPct val="0"/>
              </a:spcAft>
              <a:buChar char="•"/>
              <a:defRPr sz="2800">
                <a:solidFill>
                  <a:schemeClr val="folHlink"/>
                </a:solidFill>
                <a:latin typeface="Impact" panose="020B0806030902050204" pitchFamily="34" charset="0"/>
                <a:ea typeface="华文隶书" pitchFamily="2" charset="-122"/>
              </a:defRPr>
            </a:lvl9pPr>
          </a:lstStyle>
          <a:p>
            <a:pPr algn="ctr" eaLnBrk="1" hangingPunct="1">
              <a:lnSpc>
                <a:spcPct val="150000"/>
              </a:lnSpc>
              <a:buNone/>
            </a:pPr>
            <a:r>
              <a:rPr lang="zh-CN" altLang="en-US" sz="3200" dirty="0">
                <a:solidFill>
                  <a:srgbClr val="0000FF"/>
                </a:solidFill>
                <a:latin typeface="黑体" pitchFamily="49" charset="-122"/>
                <a:ea typeface="黑体" pitchFamily="49" charset="-122"/>
              </a:rPr>
              <a:t>如何处理负载变化引起的转速波动问题？</a:t>
            </a:r>
            <a:endParaRPr lang="en-US" altLang="zh-CN" sz="3200" dirty="0">
              <a:solidFill>
                <a:srgbClr val="0000FF"/>
              </a:solidFill>
              <a:latin typeface="黑体" pitchFamily="49" charset="-122"/>
              <a:ea typeface="黑体"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normAutofit fontScale="90000"/>
          </a:bodyPr>
          <a:lstStyle/>
          <a:p>
            <a:r>
              <a:rPr lang="en-US" altLang="zh-CN" sz="3600" b="1" dirty="0"/>
              <a:t>3.1.1  </a:t>
            </a:r>
            <a:r>
              <a:rPr lang="zh-CN" altLang="en-US" sz="3600" b="1" dirty="0"/>
              <a:t>比例控制转速闭环直流调速系统的结构与静特性</a:t>
            </a:r>
            <a:br>
              <a:rPr lang="en-US" sz="3600" b="1" dirty="0"/>
            </a:br>
            <a:br>
              <a:rPr lang="zh-CN" altLang="en-US" b="1" dirty="0"/>
            </a:br>
            <a:endParaRPr lang="zh-CN" altLang="en-US" dirty="0"/>
          </a:p>
        </p:txBody>
      </p:sp>
      <p:sp>
        <p:nvSpPr>
          <p:cNvPr id="3" name="内容占位符 2"/>
          <p:cNvSpPr/>
          <p:nvPr>
            <p:ph idx="1"/>
          </p:nvPr>
        </p:nvSpPr>
        <p:spPr>
          <a:xfrm>
            <a:off x="539552" y="1988840"/>
            <a:ext cx="7848600" cy="1512391"/>
          </a:xfrm>
        </p:spPr>
        <p:txBody>
          <a:bodyPr/>
          <a:lstStyle/>
          <a:p>
            <a:r>
              <a:rPr lang="zh-CN" altLang="en-US" dirty="0"/>
              <a:t>闭环负反馈：测量电机的实际转速，并与其期望值作差得到转速误差信号，然后根据转速误差信号产生控制信号，用于纠正转速误差；</a:t>
            </a:r>
            <a:endParaRPr lang="zh-CN" altLang="en-US" dirty="0"/>
          </a:p>
        </p:txBody>
      </p:sp>
      <p:sp>
        <p:nvSpPr>
          <p:cNvPr id="7" name="Rectangle 7"/>
          <p:cNvSpPr txBox="1"/>
          <p:nvPr/>
        </p:nvSpPr>
        <p:spPr bwMode="auto">
          <a:xfrm>
            <a:off x="-324544" y="3690100"/>
            <a:ext cx="8394347" cy="2255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folHlink"/>
                </a:solidFill>
                <a:latin typeface="Impact" panose="020B0806030902050204" pitchFamily="34" charset="0"/>
                <a:ea typeface="华文隶书" pitchFamily="2" charset="-122"/>
              </a:defRPr>
            </a:lvl1pPr>
            <a:lvl2pPr marL="742950" indent="-285750" eaLnBrk="0" hangingPunct="0">
              <a:defRPr sz="2800">
                <a:solidFill>
                  <a:schemeClr val="folHlink"/>
                </a:solidFill>
                <a:latin typeface="Impact" panose="020B0806030902050204" pitchFamily="34" charset="0"/>
                <a:ea typeface="华文隶书" pitchFamily="2" charset="-122"/>
              </a:defRPr>
            </a:lvl2pPr>
            <a:lvl3pPr marL="1143000" indent="-228600" eaLnBrk="0" hangingPunct="0">
              <a:defRPr sz="2800">
                <a:solidFill>
                  <a:schemeClr val="folHlink"/>
                </a:solidFill>
                <a:latin typeface="Impact" panose="020B0806030902050204" pitchFamily="34" charset="0"/>
                <a:ea typeface="华文隶书" pitchFamily="2" charset="-122"/>
              </a:defRPr>
            </a:lvl3pPr>
            <a:lvl4pPr marL="1600200" indent="-228600" eaLnBrk="0" hangingPunct="0">
              <a:defRPr sz="2800">
                <a:solidFill>
                  <a:schemeClr val="folHlink"/>
                </a:solidFill>
                <a:latin typeface="Impact" panose="020B0806030902050204" pitchFamily="34" charset="0"/>
                <a:ea typeface="华文隶书" pitchFamily="2" charset="-122"/>
              </a:defRPr>
            </a:lvl4pPr>
            <a:lvl5pPr marL="2057400" indent="-228600" eaLnBrk="0" hangingPunct="0">
              <a:defRPr sz="2800">
                <a:solidFill>
                  <a:schemeClr val="folHlink"/>
                </a:solidFill>
                <a:latin typeface="Impact" panose="020B0806030902050204" pitchFamily="34" charset="0"/>
                <a:ea typeface="华文隶书" pitchFamily="2" charset="-122"/>
              </a:defRPr>
            </a:lvl5pPr>
            <a:lvl6pPr marL="2514600" indent="-228600" eaLnBrk="0" fontAlgn="base" hangingPunct="0">
              <a:spcBef>
                <a:spcPct val="20000"/>
              </a:spcBef>
              <a:spcAft>
                <a:spcPct val="0"/>
              </a:spcAft>
              <a:buChar char="•"/>
              <a:defRPr sz="2800">
                <a:solidFill>
                  <a:schemeClr val="folHlink"/>
                </a:solidFill>
                <a:latin typeface="Impact" panose="020B0806030902050204" pitchFamily="34" charset="0"/>
                <a:ea typeface="华文隶书" pitchFamily="2" charset="-122"/>
              </a:defRPr>
            </a:lvl6pPr>
            <a:lvl7pPr marL="2971800" indent="-228600" eaLnBrk="0" fontAlgn="base" hangingPunct="0">
              <a:spcBef>
                <a:spcPct val="20000"/>
              </a:spcBef>
              <a:spcAft>
                <a:spcPct val="0"/>
              </a:spcAft>
              <a:buChar char="•"/>
              <a:defRPr sz="2800">
                <a:solidFill>
                  <a:schemeClr val="folHlink"/>
                </a:solidFill>
                <a:latin typeface="Impact" panose="020B0806030902050204" pitchFamily="34" charset="0"/>
                <a:ea typeface="华文隶书" pitchFamily="2" charset="-122"/>
              </a:defRPr>
            </a:lvl7pPr>
            <a:lvl8pPr marL="3429000" indent="-228600" eaLnBrk="0" fontAlgn="base" hangingPunct="0">
              <a:spcBef>
                <a:spcPct val="20000"/>
              </a:spcBef>
              <a:spcAft>
                <a:spcPct val="0"/>
              </a:spcAft>
              <a:buChar char="•"/>
              <a:defRPr sz="2800">
                <a:solidFill>
                  <a:schemeClr val="folHlink"/>
                </a:solidFill>
                <a:latin typeface="Impact" panose="020B0806030902050204" pitchFamily="34" charset="0"/>
                <a:ea typeface="华文隶书" pitchFamily="2" charset="-122"/>
              </a:defRPr>
            </a:lvl8pPr>
            <a:lvl9pPr marL="3886200" indent="-228600" eaLnBrk="0" fontAlgn="base" hangingPunct="0">
              <a:spcBef>
                <a:spcPct val="20000"/>
              </a:spcBef>
              <a:spcAft>
                <a:spcPct val="0"/>
              </a:spcAft>
              <a:buChar char="•"/>
              <a:defRPr sz="2800">
                <a:solidFill>
                  <a:schemeClr val="folHlink"/>
                </a:solidFill>
                <a:latin typeface="Impact" panose="020B0806030902050204" pitchFamily="34" charset="0"/>
                <a:ea typeface="华文隶书" pitchFamily="2" charset="-122"/>
              </a:defRPr>
            </a:lvl9pPr>
          </a:lstStyle>
          <a:p>
            <a:pPr eaLnBrk="1" fontAlgn="base" hangingPunct="1">
              <a:lnSpc>
                <a:spcPct val="150000"/>
              </a:lnSpc>
              <a:spcBef>
                <a:spcPct val="20000"/>
              </a:spcBef>
              <a:spcAft>
                <a:spcPct val="0"/>
              </a:spcAft>
            </a:pPr>
            <a:endParaRPr lang="en-US" altLang="zh-CN" dirty="0">
              <a:solidFill>
                <a:srgbClr val="000000"/>
              </a:solidFill>
              <a:latin typeface="黑体" pitchFamily="49" charset="-122"/>
              <a:ea typeface="黑体" pitchFamily="49" charset="-122"/>
            </a:endParaRPr>
          </a:p>
        </p:txBody>
      </p:sp>
      <p:pic>
        <p:nvPicPr>
          <p:cNvPr id="8" name="Picture 6" descr="0216"/>
          <p:cNvPicPr>
            <a:picLocks noChangeAspect="1" noChangeArrowheads="1"/>
          </p:cNvPicPr>
          <p:nvPr/>
        </p:nvPicPr>
        <p:blipFill>
          <a:blip r:embed="rId1"/>
          <a:srcRect/>
          <a:stretch>
            <a:fillRect/>
          </a:stretch>
        </p:blipFill>
        <p:spPr bwMode="auto">
          <a:xfrm>
            <a:off x="2392276" y="3710442"/>
            <a:ext cx="5961062" cy="1554162"/>
          </a:xfrm>
          <a:prstGeom prst="rect">
            <a:avLst/>
          </a:prstGeom>
          <a:noFill/>
          <a:ln w="9525">
            <a:noFill/>
            <a:miter lim="800000"/>
            <a:headEnd/>
            <a:tailEnd/>
          </a:ln>
        </p:spPr>
      </p:pic>
      <p:sp>
        <p:nvSpPr>
          <p:cNvPr id="9" name="矩形 8"/>
          <p:cNvSpPr/>
          <p:nvPr/>
        </p:nvSpPr>
        <p:spPr bwMode="auto">
          <a:xfrm>
            <a:off x="2302109" y="4487523"/>
            <a:ext cx="1187800" cy="777081"/>
          </a:xfrm>
          <a:prstGeom prst="rect">
            <a:avLst/>
          </a:prstGeom>
          <a:solidFill>
            <a:srgbClr val="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342900" marR="0" lvl="0" indent="-342900" defTabSz="914400" eaLnBrk="1" fontAlgn="base" latinLnBrk="0" hangingPunct="1">
              <a:lnSpc>
                <a:spcPct val="100000"/>
              </a:lnSpc>
              <a:spcBef>
                <a:spcPct val="20000"/>
              </a:spcBef>
              <a:spcAft>
                <a:spcPct val="0"/>
              </a:spcAft>
              <a:buClrTx/>
              <a:buSzTx/>
              <a:buFontTx/>
              <a:buChar char="•"/>
              <a:defRPr/>
            </a:pPr>
            <a:endParaRPr kumimoji="0" lang="en-US" sz="2800" b="0" i="0" u="none" strike="noStrike" kern="0" cap="none" spc="0" normalizeH="0" baseline="0" noProof="0">
              <a:ln>
                <a:noFill/>
              </a:ln>
              <a:solidFill>
                <a:srgbClr val="99CC00"/>
              </a:solidFill>
              <a:effectLst/>
              <a:uLnTx/>
              <a:uFillTx/>
              <a:latin typeface="Impact" panose="020B0806030902050204" pitchFamily="34" charset="0"/>
              <a:ea typeface="华文隶书" pitchFamily="2" charset="-122"/>
            </a:endParaRPr>
          </a:p>
        </p:txBody>
      </p:sp>
      <p:grpSp>
        <p:nvGrpSpPr>
          <p:cNvPr id="10" name="组合 9"/>
          <p:cNvGrpSpPr/>
          <p:nvPr/>
        </p:nvGrpSpPr>
        <p:grpSpPr>
          <a:xfrm>
            <a:off x="1626536" y="4489695"/>
            <a:ext cx="1850673" cy="778969"/>
            <a:chOff x="1626536" y="4489695"/>
            <a:chExt cx="1850673" cy="778969"/>
          </a:xfrm>
        </p:grpSpPr>
        <p:cxnSp>
          <p:nvCxnSpPr>
            <p:cNvPr id="11" name="直接箭头连接符 10"/>
            <p:cNvCxnSpPr/>
            <p:nvPr/>
          </p:nvCxnSpPr>
          <p:spPr bwMode="auto">
            <a:xfrm>
              <a:off x="3098800" y="4890566"/>
              <a:ext cx="378409" cy="0"/>
            </a:xfrm>
            <a:prstGeom prst="straightConnector1">
              <a:avLst/>
            </a:prstGeom>
            <a:noFill/>
            <a:ln w="19050" cap="flat" cmpd="sng" algn="ctr">
              <a:solidFill>
                <a:srgbClr val="000000"/>
              </a:solidFill>
              <a:prstDash val="solid"/>
              <a:round/>
              <a:headEnd type="none" w="med" len="med"/>
              <a:tailEnd type="triangle"/>
            </a:ln>
            <a:effectLst/>
          </p:spPr>
        </p:cxnSp>
        <p:sp>
          <p:nvSpPr>
            <p:cNvPr id="12" name="矩形 11"/>
            <p:cNvSpPr/>
            <p:nvPr/>
          </p:nvSpPr>
          <p:spPr bwMode="auto">
            <a:xfrm>
              <a:off x="2327509" y="4489695"/>
              <a:ext cx="758590" cy="778969"/>
            </a:xfrm>
            <a:prstGeom prst="rect">
              <a:avLst/>
            </a:prstGeom>
            <a:no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lstStyle/>
            <a:p>
              <a:pPr marL="342900" marR="0" lvl="0" indent="-342900" defTabSz="914400" eaLnBrk="1" fontAlgn="base" latinLnBrk="0" hangingPunct="1">
                <a:lnSpc>
                  <a:spcPct val="100000"/>
                </a:lnSpc>
                <a:spcBef>
                  <a:spcPct val="20000"/>
                </a:spcBef>
                <a:spcAft>
                  <a:spcPct val="0"/>
                </a:spcAft>
                <a:buClrTx/>
                <a:buSzTx/>
                <a:buFontTx/>
                <a:buChar char="•"/>
                <a:defRPr/>
              </a:pPr>
              <a:endParaRPr kumimoji="0" lang="en-US" sz="2800" b="0" i="0" u="none" strike="noStrike" kern="0" cap="none" spc="0" normalizeH="0" baseline="0" noProof="0">
                <a:ln>
                  <a:noFill/>
                </a:ln>
                <a:solidFill>
                  <a:srgbClr val="99CC00"/>
                </a:solidFill>
                <a:effectLst/>
                <a:uLnTx/>
                <a:uFillTx/>
                <a:latin typeface="Impact" panose="020B0806030902050204" pitchFamily="34" charset="0"/>
                <a:ea typeface="华文隶书" pitchFamily="2" charset="-122"/>
              </a:endParaRPr>
            </a:p>
          </p:txBody>
        </p:sp>
        <p:sp>
          <p:nvSpPr>
            <p:cNvPr id="29" name="文本框 28"/>
            <p:cNvSpPr txBox="1"/>
            <p:nvPr/>
          </p:nvSpPr>
          <p:spPr>
            <a:xfrm>
              <a:off x="2221480" y="4676008"/>
              <a:ext cx="970648" cy="423770"/>
            </a:xfrm>
            <a:prstGeom prst="rect">
              <a:avLst/>
            </a:prstGeom>
            <a:blipFill rotWithShape="1">
              <a:blip r:embed="rId2"/>
              <a:stretch>
                <a:fillRect b="-5714"/>
              </a:stretch>
            </a:blipFill>
          </p:spPr>
          <p:txBody>
            <a:bodyPr/>
            <a:lstStyle/>
            <a:p>
              <a:r>
                <a:rPr lang="en-US">
                  <a:noFill/>
                </a:rPr>
                <a:t> </a:t>
              </a:r>
              <a:endParaRPr lang="en-US">
                <a:noFill/>
              </a:endParaRPr>
            </a:p>
          </p:txBody>
        </p:sp>
        <p:sp>
          <p:nvSpPr>
            <p:cNvPr id="4" name="文本框 3"/>
            <p:cNvSpPr txBox="1"/>
            <p:nvPr/>
          </p:nvSpPr>
          <p:spPr>
            <a:xfrm>
              <a:off x="2221480" y="4676008"/>
              <a:ext cx="970648" cy="423770"/>
            </a:xfrm>
            <a:prstGeom prst="rect">
              <a:avLst/>
            </a:prstGeom>
            <a:blipFill rotWithShape="1">
              <a:blip r:embed="rId2"/>
              <a:stretch>
                <a:fillRect b="-5714"/>
              </a:stretch>
            </a:blipFill>
          </p:spPr>
          <p:txBody>
            <a:bodyPr/>
            <a:lstStyle/>
            <a:p>
              <a:r>
                <a:rPr lang="en-US">
                  <a:noFill/>
                </a:rPr>
                <a:t> </a:t>
              </a:r>
              <a:endParaRPr lang="en-US">
                <a:noFill/>
              </a:endParaRPr>
            </a:p>
          </p:txBody>
        </p:sp>
        <p:cxnSp>
          <p:nvCxnSpPr>
            <p:cNvPr id="14" name="直接箭头连接符 13"/>
            <p:cNvCxnSpPr/>
            <p:nvPr/>
          </p:nvCxnSpPr>
          <p:spPr bwMode="auto">
            <a:xfrm flipV="1">
              <a:off x="1626536" y="4895309"/>
              <a:ext cx="700973" cy="0"/>
            </a:xfrm>
            <a:prstGeom prst="straightConnector1">
              <a:avLst/>
            </a:prstGeom>
            <a:noFill/>
            <a:ln w="19050" cap="flat" cmpd="sng" algn="ctr">
              <a:solidFill>
                <a:srgbClr val="000000"/>
              </a:solidFill>
              <a:prstDash val="solid"/>
              <a:round/>
              <a:headEnd type="none" w="med" len="med"/>
              <a:tailEnd type="triangle"/>
            </a:ln>
            <a:effectLst/>
          </p:spPr>
        </p:cxnSp>
      </p:grpSp>
      <p:grpSp>
        <p:nvGrpSpPr>
          <p:cNvPr id="15" name="组合 14"/>
          <p:cNvGrpSpPr/>
          <p:nvPr/>
        </p:nvGrpSpPr>
        <p:grpSpPr>
          <a:xfrm>
            <a:off x="461292" y="4525359"/>
            <a:ext cx="7317901" cy="1359082"/>
            <a:chOff x="461292" y="4525359"/>
            <a:chExt cx="7317901" cy="1359082"/>
          </a:xfrm>
        </p:grpSpPr>
        <p:grpSp>
          <p:nvGrpSpPr>
            <p:cNvPr id="16" name="组合 15"/>
            <p:cNvGrpSpPr/>
            <p:nvPr/>
          </p:nvGrpSpPr>
          <p:grpSpPr>
            <a:xfrm>
              <a:off x="461292" y="4525359"/>
              <a:ext cx="1155781" cy="501054"/>
              <a:chOff x="461292" y="4525359"/>
              <a:chExt cx="1155781" cy="501054"/>
            </a:xfrm>
          </p:grpSpPr>
          <p:sp>
            <p:nvSpPr>
              <p:cNvPr id="21" name="文本框 20"/>
              <p:cNvSpPr txBox="1"/>
              <p:nvPr/>
            </p:nvSpPr>
            <p:spPr>
              <a:xfrm>
                <a:off x="461292" y="4525359"/>
                <a:ext cx="970648" cy="400110"/>
              </a:xfrm>
              <a:prstGeom prst="rect">
                <a:avLst/>
              </a:prstGeom>
              <a:blipFill rotWithShape="1">
                <a:blip r:embed="rId3"/>
                <a:stretch>
                  <a:fillRect/>
                </a:stretch>
              </a:blipFill>
            </p:spPr>
            <p:txBody>
              <a:bodyPr/>
              <a:lstStyle/>
              <a:p>
                <a:r>
                  <a:rPr lang="en-US">
                    <a:noFill/>
                  </a:rPr>
                  <a:t> </a:t>
                </a:r>
                <a:endParaRPr lang="en-US">
                  <a:noFill/>
                </a:endParaRPr>
              </a:p>
            </p:txBody>
          </p:sp>
          <p:sp>
            <p:nvSpPr>
              <p:cNvPr id="5" name="文本框 4"/>
              <p:cNvSpPr txBox="1"/>
              <p:nvPr/>
            </p:nvSpPr>
            <p:spPr>
              <a:xfrm>
                <a:off x="461292" y="4525359"/>
                <a:ext cx="970648" cy="400110"/>
              </a:xfrm>
              <a:prstGeom prst="rect">
                <a:avLst/>
              </a:prstGeom>
              <a:blipFill rotWithShape="1">
                <a:blip r:embed="rId3"/>
                <a:stretch>
                  <a:fillRect/>
                </a:stretch>
              </a:blipFill>
            </p:spPr>
            <p:txBody>
              <a:bodyPr/>
              <a:lstStyle/>
              <a:p>
                <a:r>
                  <a:rPr lang="en-US">
                    <a:noFill/>
                  </a:rPr>
                  <a:t> </a:t>
                </a:r>
                <a:endParaRPr lang="en-US">
                  <a:noFill/>
                </a:endParaRPr>
              </a:p>
            </p:txBody>
          </p:sp>
          <p:cxnSp>
            <p:nvCxnSpPr>
              <p:cNvPr id="24" name="直接箭头连接符 23"/>
              <p:cNvCxnSpPr/>
              <p:nvPr/>
            </p:nvCxnSpPr>
            <p:spPr bwMode="auto">
              <a:xfrm flipV="1">
                <a:off x="628100" y="4896916"/>
                <a:ext cx="700973" cy="0"/>
              </a:xfrm>
              <a:prstGeom prst="straightConnector1">
                <a:avLst/>
              </a:prstGeom>
              <a:noFill/>
              <a:ln w="19050" cap="flat" cmpd="sng" algn="ctr">
                <a:solidFill>
                  <a:srgbClr val="000000"/>
                </a:solidFill>
                <a:prstDash val="solid"/>
                <a:round/>
                <a:headEnd type="none" w="med" len="med"/>
                <a:tailEnd type="triangle"/>
              </a:ln>
              <a:effectLst/>
            </p:spPr>
          </p:cxnSp>
          <p:sp>
            <p:nvSpPr>
              <p:cNvPr id="25" name="流程图: 汇总连接 24"/>
              <p:cNvSpPr/>
              <p:nvPr/>
            </p:nvSpPr>
            <p:spPr bwMode="auto">
              <a:xfrm>
                <a:off x="1329073" y="4738413"/>
                <a:ext cx="288000" cy="288000"/>
              </a:xfrm>
              <a:prstGeom prst="flowChartSummingJunction">
                <a:avLst/>
              </a:prstGeom>
              <a:no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lstStyle/>
              <a:p>
                <a:pPr marL="342900" marR="0" lvl="0" indent="-342900" defTabSz="914400" eaLnBrk="1" fontAlgn="base" latinLnBrk="0" hangingPunct="1">
                  <a:lnSpc>
                    <a:spcPct val="100000"/>
                  </a:lnSpc>
                  <a:spcBef>
                    <a:spcPct val="20000"/>
                  </a:spcBef>
                  <a:spcAft>
                    <a:spcPct val="0"/>
                  </a:spcAft>
                  <a:buClrTx/>
                  <a:buSzTx/>
                  <a:buFontTx/>
                  <a:buChar char="•"/>
                  <a:defRPr/>
                </a:pPr>
                <a:endParaRPr kumimoji="0" lang="en-US" sz="2800" b="0" i="0" u="none" strike="noStrike" kern="0" cap="none" spc="0" normalizeH="0" baseline="0" noProof="0">
                  <a:ln>
                    <a:noFill/>
                  </a:ln>
                  <a:solidFill>
                    <a:srgbClr val="99CC00"/>
                  </a:solidFill>
                  <a:effectLst/>
                  <a:uLnTx/>
                  <a:uFillTx/>
                  <a:latin typeface="Impact" panose="020B0806030902050204" pitchFamily="34" charset="0"/>
                  <a:ea typeface="华文隶书" pitchFamily="2" charset="-122"/>
                </a:endParaRPr>
              </a:p>
            </p:txBody>
          </p:sp>
          <p:sp>
            <p:nvSpPr>
              <p:cNvPr id="26" name="加号 25"/>
              <p:cNvSpPr/>
              <p:nvPr/>
            </p:nvSpPr>
            <p:spPr bwMode="auto">
              <a:xfrm>
                <a:off x="1176154" y="4587978"/>
                <a:ext cx="231775" cy="229765"/>
              </a:xfrm>
              <a:prstGeom prst="mathPlus">
                <a:avLst>
                  <a:gd name="adj1" fmla="val 6375"/>
                </a:avLst>
              </a:prstGeom>
              <a:solidFill>
                <a:srgbClr val="000000"/>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lstStyle/>
              <a:p>
                <a:pPr marL="342900" marR="0" lvl="0" indent="-342900" defTabSz="914400" eaLnBrk="1" fontAlgn="base" latinLnBrk="0" hangingPunct="1">
                  <a:lnSpc>
                    <a:spcPct val="100000"/>
                  </a:lnSpc>
                  <a:spcBef>
                    <a:spcPct val="20000"/>
                  </a:spcBef>
                  <a:spcAft>
                    <a:spcPct val="0"/>
                  </a:spcAft>
                  <a:buClrTx/>
                  <a:buSzTx/>
                  <a:buFontTx/>
                  <a:buChar char="•"/>
                  <a:defRPr/>
                </a:pPr>
                <a:endParaRPr kumimoji="0" lang="en-US" sz="2800" b="0" i="0" u="none" strike="noStrike" kern="0" cap="none" spc="0" normalizeH="0" baseline="0" noProof="0">
                  <a:ln>
                    <a:noFill/>
                  </a:ln>
                  <a:solidFill>
                    <a:srgbClr val="99CC00"/>
                  </a:solidFill>
                  <a:effectLst/>
                  <a:uLnTx/>
                  <a:uFillTx/>
                  <a:latin typeface="Impact" panose="020B0806030902050204" pitchFamily="34" charset="0"/>
                  <a:ea typeface="华文隶书" pitchFamily="2" charset="-122"/>
                </a:endParaRPr>
              </a:p>
            </p:txBody>
          </p:sp>
        </p:grpSp>
        <p:grpSp>
          <p:nvGrpSpPr>
            <p:cNvPr id="17" name="组合 16"/>
            <p:cNvGrpSpPr/>
            <p:nvPr/>
          </p:nvGrpSpPr>
          <p:grpSpPr>
            <a:xfrm>
              <a:off x="1230880" y="4890566"/>
              <a:ext cx="6548313" cy="993875"/>
              <a:chOff x="1230880" y="4890566"/>
              <a:chExt cx="6548313" cy="993875"/>
            </a:xfrm>
          </p:grpSpPr>
          <p:cxnSp>
            <p:nvCxnSpPr>
              <p:cNvPr id="18" name="直接箭头连接符 17"/>
              <p:cNvCxnSpPr/>
              <p:nvPr/>
            </p:nvCxnSpPr>
            <p:spPr bwMode="auto">
              <a:xfrm>
                <a:off x="7779193" y="4890566"/>
                <a:ext cx="0" cy="991705"/>
              </a:xfrm>
              <a:prstGeom prst="straightConnector1">
                <a:avLst/>
              </a:prstGeom>
              <a:noFill/>
              <a:ln w="19050" cap="flat" cmpd="sng" algn="ctr">
                <a:solidFill>
                  <a:srgbClr val="FF0000"/>
                </a:solidFill>
                <a:prstDash val="solid"/>
                <a:round/>
                <a:headEnd type="none" w="med" len="med"/>
                <a:tailEnd type="none" w="med" len="med"/>
              </a:ln>
              <a:effectLst/>
            </p:spPr>
          </p:cxnSp>
          <p:cxnSp>
            <p:nvCxnSpPr>
              <p:cNvPr id="19" name="直接箭头连接符 18"/>
              <p:cNvCxnSpPr/>
              <p:nvPr/>
            </p:nvCxnSpPr>
            <p:spPr bwMode="auto">
              <a:xfrm>
                <a:off x="1473073" y="5878092"/>
                <a:ext cx="6306120" cy="0"/>
              </a:xfrm>
              <a:prstGeom prst="straightConnector1">
                <a:avLst/>
              </a:prstGeom>
              <a:noFill/>
              <a:ln w="19050" cap="flat" cmpd="sng" algn="ctr">
                <a:solidFill>
                  <a:srgbClr val="FF0000"/>
                </a:solidFill>
                <a:prstDash val="solid"/>
                <a:round/>
                <a:headEnd type="none" w="med" len="med"/>
                <a:tailEnd type="none" w="med" len="med"/>
              </a:ln>
              <a:effectLst/>
            </p:spPr>
          </p:cxnSp>
          <p:cxnSp>
            <p:nvCxnSpPr>
              <p:cNvPr id="20" name="直接箭头连接符 19"/>
              <p:cNvCxnSpPr/>
              <p:nvPr/>
            </p:nvCxnSpPr>
            <p:spPr bwMode="auto">
              <a:xfrm flipV="1">
                <a:off x="1473073" y="5026414"/>
                <a:ext cx="0" cy="858027"/>
              </a:xfrm>
              <a:prstGeom prst="straightConnector1">
                <a:avLst/>
              </a:prstGeom>
              <a:noFill/>
              <a:ln w="19050" cap="flat" cmpd="sng" algn="ctr">
                <a:solidFill>
                  <a:srgbClr val="FF0000"/>
                </a:solidFill>
                <a:prstDash val="solid"/>
                <a:round/>
                <a:headEnd type="none" w="med" len="med"/>
                <a:tailEnd type="triangle"/>
              </a:ln>
              <a:effectLst/>
            </p:spPr>
          </p:cxnSp>
          <p:sp>
            <p:nvSpPr>
              <p:cNvPr id="6" name="减号 5"/>
              <p:cNvSpPr/>
              <p:nvPr/>
            </p:nvSpPr>
            <p:spPr bwMode="auto">
              <a:xfrm>
                <a:off x="1540739" y="5209254"/>
                <a:ext cx="186267" cy="59410"/>
              </a:xfrm>
              <a:prstGeom prst="mathMinus">
                <a:avLst/>
              </a:prstGeom>
              <a:solidFill>
                <a:srgbClr val="000000"/>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lstStyle/>
              <a:p>
                <a:pPr marL="342900" marR="0" lvl="0" indent="-342900" defTabSz="914400" eaLnBrk="1" fontAlgn="base" latinLnBrk="0" hangingPunct="1">
                  <a:lnSpc>
                    <a:spcPct val="100000"/>
                  </a:lnSpc>
                  <a:spcBef>
                    <a:spcPct val="20000"/>
                  </a:spcBef>
                  <a:spcAft>
                    <a:spcPct val="0"/>
                  </a:spcAft>
                  <a:buClrTx/>
                  <a:buSzTx/>
                  <a:buFontTx/>
                  <a:buChar char="•"/>
                  <a:defRPr/>
                </a:pPr>
                <a:endParaRPr kumimoji="0" lang="en-US" sz="2800" b="0" i="0" u="none" strike="noStrike" kern="0" cap="none" spc="0" normalizeH="0" baseline="0" noProof="0">
                  <a:ln>
                    <a:noFill/>
                  </a:ln>
                  <a:solidFill>
                    <a:srgbClr val="99CC00"/>
                  </a:solidFill>
                  <a:effectLst/>
                  <a:uLnTx/>
                  <a:uFillTx/>
                  <a:latin typeface="Impact" panose="020B0806030902050204" pitchFamily="34" charset="0"/>
                  <a:ea typeface="华文隶书" pitchFamily="2" charset="-122"/>
                </a:endParaRPr>
              </a:p>
            </p:txBody>
          </p:sp>
          <p:sp>
            <p:nvSpPr>
              <p:cNvPr id="34" name="文本框 33"/>
              <p:cNvSpPr txBox="1"/>
              <p:nvPr/>
            </p:nvSpPr>
            <p:spPr>
              <a:xfrm>
                <a:off x="1230880" y="5450708"/>
                <a:ext cx="970648" cy="400110"/>
              </a:xfrm>
              <a:prstGeom prst="rect">
                <a:avLst/>
              </a:prstGeom>
              <a:blipFill rotWithShape="1">
                <a:blip r:embed="rId4"/>
                <a:stretch>
                  <a:fillRect/>
                </a:stretch>
              </a:blipFill>
            </p:spPr>
            <p:txBody>
              <a:bodyPr/>
              <a:lstStyle/>
              <a:p>
                <a:r>
                  <a:rPr lang="en-US">
                    <a:noFill/>
                  </a:rPr>
                  <a:t> </a:t>
                </a:r>
                <a:endParaRPr lang="en-US">
                  <a:noFill/>
                </a:endParaRPr>
              </a:p>
            </p:txBody>
          </p:sp>
          <p:sp>
            <p:nvSpPr>
              <p:cNvPr id="13" name="文本框 12"/>
              <p:cNvSpPr txBox="1"/>
              <p:nvPr/>
            </p:nvSpPr>
            <p:spPr>
              <a:xfrm>
                <a:off x="1230880" y="5450708"/>
                <a:ext cx="970648" cy="400110"/>
              </a:xfrm>
              <a:prstGeom prst="rect">
                <a:avLst/>
              </a:prstGeom>
              <a:blipFill rotWithShape="1">
                <a:blip r:embed="rId4"/>
                <a:stretch>
                  <a:fillRect/>
                </a:stretch>
              </a:blipFill>
            </p:spPr>
            <p:txBody>
              <a:bodyPr/>
              <a:lstStyle/>
              <a:p>
                <a:r>
                  <a:rPr lang="en-US">
                    <a:noFill/>
                  </a:rPr>
                  <a:t> </a:t>
                </a:r>
                <a:endParaRPr lang="en-US">
                  <a:noFill/>
                </a:endParaRPr>
              </a:p>
            </p:txBody>
          </p:sp>
        </p:grpSp>
      </p:grpSp>
      <mc:AlternateContent xmlns:mc="http://schemas.openxmlformats.org/markup-compatibility/2006" xmlns:p14="http://schemas.microsoft.com/office/powerpoint/2010/main">
        <mc:Choice Requires="p14">
          <p:contentPart r:id="rId5" p14:bwMode="auto">
            <p14:nvContentPartPr>
              <p14:cNvPr id="22" name="墨迹 21"/>
              <p14:cNvContentPartPr/>
              <p14:nvPr/>
            </p14:nvContentPartPr>
            <p14:xfrm>
              <a:off x="4376382" y="3447190"/>
              <a:ext cx="3257265" cy="2223848"/>
            </p14:xfrm>
          </p:contentPart>
        </mc:Choice>
        <mc:Fallback xmlns="">
          <p:pic>
            <p:nvPicPr>
              <p:cNvPr id="22" name="墨迹 21"/>
            </p:nvPicPr>
            <p:blipFill>
              <a:blip r:embed="rId6"/>
            </p:blipFill>
            <p:spPr>
              <a:xfrm>
                <a:off x="4376382" y="3447190"/>
                <a:ext cx="3257265" cy="2223848"/>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28" name="墨迹 27"/>
              <p14:cNvContentPartPr/>
              <p14:nvPr/>
            </p14:nvContentPartPr>
            <p14:xfrm>
              <a:off x="3248493" y="3942563"/>
              <a:ext cx="1913188" cy="1846544"/>
            </p14:xfrm>
          </p:contentPart>
        </mc:Choice>
        <mc:Fallback xmlns="">
          <p:pic>
            <p:nvPicPr>
              <p:cNvPr id="28" name="墨迹 27"/>
            </p:nvPicPr>
            <p:blipFill>
              <a:blip r:embed="rId8"/>
            </p:blipFill>
            <p:spPr>
              <a:xfrm>
                <a:off x="3248493" y="3942563"/>
                <a:ext cx="1913188" cy="1846544"/>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30" name="墨迹 29"/>
              <p14:cNvContentPartPr/>
              <p14:nvPr/>
            </p14:nvContentPartPr>
            <p14:xfrm>
              <a:off x="4881751" y="4313022"/>
              <a:ext cx="35585" cy="2453"/>
            </p14:xfrm>
          </p:contentPart>
        </mc:Choice>
        <mc:Fallback xmlns="">
          <p:pic>
            <p:nvPicPr>
              <p:cNvPr id="30" name="墨迹 29"/>
            </p:nvPicPr>
            <p:blipFill>
              <a:blip r:embed="rId10"/>
            </p:blipFill>
            <p:spPr>
              <a:xfrm>
                <a:off x="4881751" y="4313022"/>
                <a:ext cx="35585" cy="2453"/>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31" name="墨迹 30"/>
              <p14:cNvContentPartPr/>
              <p14:nvPr/>
            </p14:nvContentPartPr>
            <p14:xfrm>
              <a:off x="3659336" y="3670239"/>
              <a:ext cx="50542" cy="302148"/>
            </p14:xfrm>
          </p:contentPart>
        </mc:Choice>
        <mc:Fallback xmlns="">
          <p:pic>
            <p:nvPicPr>
              <p:cNvPr id="31" name="墨迹 30"/>
            </p:nvPicPr>
            <p:blipFill>
              <a:blip r:embed="rId12"/>
            </p:blipFill>
            <p:spPr>
              <a:xfrm>
                <a:off x="3659336" y="3670239"/>
                <a:ext cx="50542" cy="302148"/>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32" name="墨迹 31"/>
              <p14:cNvContentPartPr/>
              <p14:nvPr/>
            </p14:nvContentPartPr>
            <p14:xfrm>
              <a:off x="3670612" y="3638346"/>
              <a:ext cx="80987" cy="212600"/>
            </p14:xfrm>
          </p:contentPart>
        </mc:Choice>
        <mc:Fallback xmlns="">
          <p:pic>
            <p:nvPicPr>
              <p:cNvPr id="32" name="墨迹 31"/>
            </p:nvPicPr>
            <p:blipFill>
              <a:blip r:embed="rId14"/>
            </p:blipFill>
            <p:spPr>
              <a:xfrm>
                <a:off x="3670612" y="3638346"/>
                <a:ext cx="80987" cy="21260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33" name="墨迹 32"/>
              <p14:cNvContentPartPr/>
              <p14:nvPr/>
            </p14:nvContentPartPr>
            <p14:xfrm>
              <a:off x="3822003" y="3629759"/>
              <a:ext cx="179922" cy="199030"/>
            </p14:xfrm>
          </p:contentPart>
        </mc:Choice>
        <mc:Fallback xmlns="">
          <p:pic>
            <p:nvPicPr>
              <p:cNvPr id="33" name="墨迹 32"/>
            </p:nvPicPr>
            <p:blipFill>
              <a:blip r:embed="rId16"/>
            </p:blipFill>
            <p:spPr>
              <a:xfrm>
                <a:off x="3822003" y="3629759"/>
                <a:ext cx="179922" cy="19903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35" name="墨迹 34"/>
              <p14:cNvContentPartPr/>
              <p14:nvPr/>
            </p14:nvContentPartPr>
            <p14:xfrm>
              <a:off x="4051010" y="3645169"/>
              <a:ext cx="31905" cy="153872"/>
            </p14:xfrm>
          </p:contentPart>
        </mc:Choice>
        <mc:Fallback xmlns="">
          <p:pic>
            <p:nvPicPr>
              <p:cNvPr id="35" name="墨迹 34"/>
            </p:nvPicPr>
            <p:blipFill>
              <a:blip r:embed="rId18"/>
            </p:blipFill>
            <p:spPr>
              <a:xfrm>
                <a:off x="4051010" y="3645169"/>
                <a:ext cx="31905" cy="153872"/>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36" name="墨迹 35"/>
              <p14:cNvContentPartPr/>
              <p14:nvPr/>
            </p14:nvContentPartPr>
            <p14:xfrm>
              <a:off x="4097640" y="3596638"/>
              <a:ext cx="105530" cy="168363"/>
            </p14:xfrm>
          </p:contentPart>
        </mc:Choice>
        <mc:Fallback xmlns="">
          <p:pic>
            <p:nvPicPr>
              <p:cNvPr id="36" name="墨迹 35"/>
            </p:nvPicPr>
            <p:blipFill>
              <a:blip r:embed="rId20"/>
            </p:blipFill>
            <p:spPr>
              <a:xfrm>
                <a:off x="4097640" y="3596638"/>
                <a:ext cx="105530" cy="168363"/>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37" name="墨迹 36"/>
              <p14:cNvContentPartPr/>
              <p14:nvPr/>
            </p14:nvContentPartPr>
            <p14:xfrm>
              <a:off x="4259616" y="3433106"/>
              <a:ext cx="68716" cy="503707"/>
            </p14:xfrm>
          </p:contentPart>
        </mc:Choice>
        <mc:Fallback xmlns="">
          <p:pic>
            <p:nvPicPr>
              <p:cNvPr id="37" name="墨迹 36"/>
            </p:nvPicPr>
            <p:blipFill>
              <a:blip r:embed="rId22"/>
            </p:blipFill>
            <p:spPr>
              <a:xfrm>
                <a:off x="4259616" y="3433106"/>
                <a:ext cx="68716" cy="503707"/>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38" name="墨迹 37"/>
              <p14:cNvContentPartPr/>
              <p14:nvPr/>
            </p14:nvContentPartPr>
            <p14:xfrm>
              <a:off x="4346740" y="3558611"/>
              <a:ext cx="114118" cy="239204"/>
            </p14:xfrm>
          </p:contentPart>
        </mc:Choice>
        <mc:Fallback xmlns="">
          <p:pic>
            <p:nvPicPr>
              <p:cNvPr id="38" name="墨迹 37"/>
            </p:nvPicPr>
            <p:blipFill>
              <a:blip r:embed="rId24"/>
            </p:blipFill>
            <p:spPr>
              <a:xfrm>
                <a:off x="4346740" y="3558611"/>
                <a:ext cx="114118" cy="239204"/>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39" name="墨迹 38"/>
              <p14:cNvContentPartPr/>
              <p14:nvPr/>
            </p14:nvContentPartPr>
            <p14:xfrm>
              <a:off x="4517304" y="3633439"/>
              <a:ext cx="57674" cy="39254"/>
            </p14:xfrm>
          </p:contentPart>
        </mc:Choice>
        <mc:Fallback xmlns="">
          <p:pic>
            <p:nvPicPr>
              <p:cNvPr id="39" name="墨迹 38"/>
            </p:nvPicPr>
            <p:blipFill>
              <a:blip r:embed="rId26"/>
            </p:blipFill>
            <p:spPr>
              <a:xfrm>
                <a:off x="4517304" y="3633439"/>
                <a:ext cx="57674" cy="39254"/>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40" name="墨迹 39"/>
              <p14:cNvContentPartPr/>
              <p14:nvPr/>
            </p14:nvContentPartPr>
            <p14:xfrm>
              <a:off x="4591774" y="3577855"/>
              <a:ext cx="33515" cy="151112"/>
            </p14:xfrm>
          </p:contentPart>
        </mc:Choice>
        <mc:Fallback xmlns="">
          <p:pic>
            <p:nvPicPr>
              <p:cNvPr id="40" name="墨迹 39"/>
            </p:nvPicPr>
            <p:blipFill>
              <a:blip r:embed="rId28"/>
            </p:blipFill>
            <p:spPr>
              <a:xfrm>
                <a:off x="4591774" y="3577855"/>
                <a:ext cx="33515" cy="151112"/>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41" name="墨迹 40"/>
              <p14:cNvContentPartPr/>
              <p14:nvPr/>
            </p14:nvContentPartPr>
            <p14:xfrm>
              <a:off x="4630198" y="3543278"/>
              <a:ext cx="117801" cy="166982"/>
            </p14:xfrm>
          </p:contentPart>
        </mc:Choice>
        <mc:Fallback xmlns="">
          <p:pic>
            <p:nvPicPr>
              <p:cNvPr id="41" name="墨迹 40"/>
            </p:nvPicPr>
            <p:blipFill>
              <a:blip r:embed="rId30"/>
            </p:blipFill>
            <p:spPr>
              <a:xfrm>
                <a:off x="4630198" y="3543278"/>
                <a:ext cx="117801" cy="166982"/>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42" name="墨迹 41"/>
              <p14:cNvContentPartPr/>
              <p14:nvPr/>
            </p14:nvContentPartPr>
            <p14:xfrm>
              <a:off x="7010446" y="3639572"/>
              <a:ext cx="185600" cy="125966"/>
            </p14:xfrm>
          </p:contentPart>
        </mc:Choice>
        <mc:Fallback xmlns="">
          <p:pic>
            <p:nvPicPr>
              <p:cNvPr id="42" name="墨迹 41"/>
            </p:nvPicPr>
            <p:blipFill>
              <a:blip r:embed="rId32"/>
            </p:blipFill>
            <p:spPr>
              <a:xfrm>
                <a:off x="7010446" y="3639572"/>
                <a:ext cx="185600" cy="125966"/>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43" name="墨迹 42"/>
              <p14:cNvContentPartPr/>
              <p14:nvPr/>
            </p14:nvContentPartPr>
            <p14:xfrm>
              <a:off x="7165367" y="3594185"/>
              <a:ext cx="76081" cy="115308"/>
            </p14:xfrm>
          </p:contentPart>
        </mc:Choice>
        <mc:Fallback xmlns="">
          <p:pic>
            <p:nvPicPr>
              <p:cNvPr id="43" name="墨迹 42"/>
            </p:nvPicPr>
            <p:blipFill>
              <a:blip r:embed="rId34"/>
            </p:blipFill>
            <p:spPr>
              <a:xfrm>
                <a:off x="7165367" y="3594185"/>
                <a:ext cx="76081" cy="115308"/>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44" name="墨迹 43"/>
              <p14:cNvContentPartPr/>
              <p14:nvPr/>
            </p14:nvContentPartPr>
            <p14:xfrm>
              <a:off x="7280714" y="3550944"/>
              <a:ext cx="17181" cy="105495"/>
            </p14:xfrm>
          </p:contentPart>
        </mc:Choice>
        <mc:Fallback xmlns="">
          <p:pic>
            <p:nvPicPr>
              <p:cNvPr id="44" name="墨迹 43"/>
            </p:nvPicPr>
            <p:blipFill>
              <a:blip r:embed="rId36"/>
            </p:blipFill>
            <p:spPr>
              <a:xfrm>
                <a:off x="7280714" y="3550944"/>
                <a:ext cx="17181" cy="105495"/>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45" name="墨迹 44"/>
              <p14:cNvContentPartPr/>
              <p14:nvPr/>
            </p14:nvContentPartPr>
            <p14:xfrm>
              <a:off x="7302802" y="3496050"/>
              <a:ext cx="98167" cy="118682"/>
            </p14:xfrm>
          </p:contentPart>
        </mc:Choice>
        <mc:Fallback xmlns="">
          <p:pic>
            <p:nvPicPr>
              <p:cNvPr id="45" name="墨迹 44"/>
            </p:nvPicPr>
            <p:blipFill>
              <a:blip r:embed="rId38"/>
            </p:blipFill>
            <p:spPr>
              <a:xfrm>
                <a:off x="7302802" y="3496050"/>
                <a:ext cx="98167" cy="118682"/>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46" name="墨迹 45"/>
              <p14:cNvContentPartPr/>
              <p14:nvPr/>
            </p14:nvContentPartPr>
            <p14:xfrm>
              <a:off x="7294212" y="3564744"/>
              <a:ext cx="84670" cy="88322"/>
            </p14:xfrm>
          </p:contentPart>
        </mc:Choice>
        <mc:Fallback xmlns="">
          <p:pic>
            <p:nvPicPr>
              <p:cNvPr id="46" name="墨迹 45"/>
            </p:nvPicPr>
            <p:blipFill>
              <a:blip r:embed="rId40"/>
            </p:blipFill>
            <p:spPr>
              <a:xfrm>
                <a:off x="7294212" y="3564744"/>
                <a:ext cx="84670" cy="88322"/>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47" name="墨迹 46"/>
              <p14:cNvContentPartPr/>
              <p14:nvPr/>
            </p14:nvContentPartPr>
            <p14:xfrm>
              <a:off x="7332253" y="3460783"/>
              <a:ext cx="74852" cy="238897"/>
            </p14:xfrm>
          </p:contentPart>
        </mc:Choice>
        <mc:Fallback xmlns="">
          <p:pic>
            <p:nvPicPr>
              <p:cNvPr id="47" name="墨迹 46"/>
            </p:nvPicPr>
            <p:blipFill>
              <a:blip r:embed="rId42"/>
            </p:blipFill>
            <p:spPr>
              <a:xfrm>
                <a:off x="7332253" y="3460783"/>
                <a:ext cx="74852" cy="238897"/>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48" name="墨迹 47"/>
              <p14:cNvContentPartPr/>
              <p14:nvPr/>
            </p14:nvContentPartPr>
            <p14:xfrm>
              <a:off x="7434102" y="3500957"/>
              <a:ext cx="77306" cy="36801"/>
            </p14:xfrm>
          </p:contentPart>
        </mc:Choice>
        <mc:Fallback xmlns="">
          <p:pic>
            <p:nvPicPr>
              <p:cNvPr id="48" name="墨迹 47"/>
            </p:nvPicPr>
            <p:blipFill>
              <a:blip r:embed="rId44"/>
            </p:blipFill>
            <p:spPr>
              <a:xfrm>
                <a:off x="7434102" y="3500957"/>
                <a:ext cx="77306" cy="36801"/>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49" name="墨迹 48"/>
              <p14:cNvContentPartPr/>
              <p14:nvPr/>
            </p14:nvContentPartPr>
            <p14:xfrm>
              <a:off x="7465391" y="3472360"/>
              <a:ext cx="19019" cy="204396"/>
            </p14:xfrm>
          </p:contentPart>
        </mc:Choice>
        <mc:Fallback xmlns="">
          <p:pic>
            <p:nvPicPr>
              <p:cNvPr id="49" name="墨迹 48"/>
            </p:nvPicPr>
            <p:blipFill>
              <a:blip r:embed="rId46"/>
            </p:blipFill>
            <p:spPr>
              <a:xfrm>
                <a:off x="7465391" y="3472360"/>
                <a:ext cx="19019" cy="204396"/>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50" name="墨迹 49"/>
              <p14:cNvContentPartPr/>
              <p14:nvPr/>
            </p14:nvContentPartPr>
            <p14:xfrm>
              <a:off x="7421829" y="3564744"/>
              <a:ext cx="93260" cy="62945"/>
            </p14:xfrm>
          </p:contentPart>
        </mc:Choice>
        <mc:Fallback xmlns="">
          <p:pic>
            <p:nvPicPr>
              <p:cNvPr id="50" name="墨迹 49"/>
            </p:nvPicPr>
            <p:blipFill>
              <a:blip r:embed="rId48"/>
            </p:blipFill>
            <p:spPr>
              <a:xfrm>
                <a:off x="7421829" y="3564744"/>
                <a:ext cx="93260" cy="62945"/>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51" name="墨迹 50"/>
              <p14:cNvContentPartPr/>
              <p14:nvPr/>
            </p14:nvContentPartPr>
            <p14:xfrm>
              <a:off x="7508032" y="3502490"/>
              <a:ext cx="35279" cy="132176"/>
            </p14:xfrm>
          </p:contentPart>
        </mc:Choice>
        <mc:Fallback xmlns="">
          <p:pic>
            <p:nvPicPr>
              <p:cNvPr id="51" name="墨迹 50"/>
            </p:nvPicPr>
            <p:blipFill>
              <a:blip r:embed="rId50"/>
            </p:blipFill>
            <p:spPr>
              <a:xfrm>
                <a:off x="7508032" y="3502490"/>
                <a:ext cx="35279" cy="132176"/>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52" name="墨迹 51"/>
              <p14:cNvContentPartPr/>
              <p14:nvPr/>
            </p14:nvContentPartPr>
            <p14:xfrm>
              <a:off x="7570309" y="3476423"/>
              <a:ext cx="96940" cy="149656"/>
            </p14:xfrm>
          </p:contentPart>
        </mc:Choice>
        <mc:Fallback xmlns="">
          <p:pic>
            <p:nvPicPr>
              <p:cNvPr id="52" name="墨迹 51"/>
            </p:nvPicPr>
            <p:blipFill>
              <a:blip r:embed="rId52"/>
            </p:blipFill>
            <p:spPr>
              <a:xfrm>
                <a:off x="7570309" y="3476423"/>
                <a:ext cx="96940" cy="149656"/>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53" name="墨迹 52"/>
              <p14:cNvContentPartPr/>
              <p14:nvPr/>
            </p14:nvContentPartPr>
            <p14:xfrm>
              <a:off x="4883168" y="1271549"/>
              <a:ext cx="313901" cy="10915"/>
            </p14:xfrm>
          </p:contentPart>
        </mc:Choice>
        <mc:Fallback xmlns="">
          <p:pic>
            <p:nvPicPr>
              <p:cNvPr id="53" name="墨迹 52"/>
            </p:nvPicPr>
            <p:blipFill>
              <a:blip r:embed="rId54"/>
            </p:blipFill>
            <p:spPr>
              <a:xfrm>
                <a:off x="4883168" y="1271549"/>
                <a:ext cx="313901" cy="10915"/>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54" name="墨迹 53"/>
              <p14:cNvContentPartPr/>
              <p14:nvPr/>
            </p14:nvContentPartPr>
            <p14:xfrm>
              <a:off x="5181600" y="1187871"/>
              <a:ext cx="160134" cy="183729"/>
            </p14:xfrm>
          </p:contentPart>
        </mc:Choice>
        <mc:Fallback xmlns="">
          <p:pic>
            <p:nvPicPr>
              <p:cNvPr id="54" name="墨迹 53"/>
            </p:nvPicPr>
            <p:blipFill>
              <a:blip r:embed="rId56"/>
            </p:blipFill>
            <p:spPr>
              <a:xfrm>
                <a:off x="5181600" y="1187871"/>
                <a:ext cx="160134" cy="183729"/>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55" name="墨迹 54"/>
              <p14:cNvContentPartPr/>
              <p14:nvPr/>
            </p14:nvContentPartPr>
            <p14:xfrm>
              <a:off x="5124278" y="1206062"/>
              <a:ext cx="79157" cy="137341"/>
            </p14:xfrm>
          </p:contentPart>
        </mc:Choice>
        <mc:Fallback xmlns="">
          <p:pic>
            <p:nvPicPr>
              <p:cNvPr id="55" name="墨迹 54"/>
            </p:nvPicPr>
            <p:blipFill>
              <a:blip r:embed="rId58"/>
            </p:blipFill>
            <p:spPr>
              <a:xfrm>
                <a:off x="5124278" y="1206062"/>
                <a:ext cx="79157" cy="137341"/>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56" name="墨迹 55"/>
              <p14:cNvContentPartPr/>
              <p14:nvPr/>
            </p14:nvContentPartPr>
            <p14:xfrm>
              <a:off x="5210772" y="1272459"/>
              <a:ext cx="92747" cy="26377"/>
            </p14:xfrm>
          </p:contentPart>
        </mc:Choice>
        <mc:Fallback xmlns="">
          <p:pic>
            <p:nvPicPr>
              <p:cNvPr id="56" name="墨迹 55"/>
            </p:nvPicPr>
            <p:blipFill>
              <a:blip r:embed="rId60"/>
            </p:blipFill>
            <p:spPr>
              <a:xfrm>
                <a:off x="5210772" y="1272459"/>
                <a:ext cx="92747" cy="26377"/>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57" name="墨迹 56"/>
              <p14:cNvContentPartPr/>
              <p14:nvPr/>
            </p14:nvContentPartPr>
            <p14:xfrm>
              <a:off x="5254388" y="1224025"/>
              <a:ext cx="13647" cy="131203"/>
            </p14:xfrm>
          </p:contentPart>
        </mc:Choice>
        <mc:Fallback xmlns="">
          <p:pic>
            <p:nvPicPr>
              <p:cNvPr id="57" name="墨迹 56"/>
            </p:nvPicPr>
            <p:blipFill>
              <a:blip r:embed="rId62"/>
            </p:blipFill>
            <p:spPr>
              <a:xfrm>
                <a:off x="5254388" y="1224025"/>
                <a:ext cx="13647" cy="131203"/>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58" name="墨迹 57"/>
              <p14:cNvContentPartPr/>
              <p14:nvPr/>
            </p14:nvContentPartPr>
            <p14:xfrm>
              <a:off x="5352423" y="1255177"/>
              <a:ext cx="493368" cy="32744"/>
            </p14:xfrm>
          </p:contentPart>
        </mc:Choice>
        <mc:Fallback xmlns="">
          <p:pic>
            <p:nvPicPr>
              <p:cNvPr id="58" name="墨迹 57"/>
            </p:nvPicPr>
            <p:blipFill>
              <a:blip r:embed="rId64"/>
            </p:blipFill>
            <p:spPr>
              <a:xfrm>
                <a:off x="5352423" y="1255177"/>
                <a:ext cx="493368" cy="32744"/>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59" name="墨迹 58"/>
              <p14:cNvContentPartPr/>
              <p14:nvPr/>
            </p14:nvContentPartPr>
            <p14:xfrm>
              <a:off x="5813035" y="1216976"/>
              <a:ext cx="74154" cy="74583"/>
            </p14:xfrm>
          </p:contentPart>
        </mc:Choice>
        <mc:Fallback xmlns="">
          <p:pic>
            <p:nvPicPr>
              <p:cNvPr id="59" name="墨迹 58"/>
            </p:nvPicPr>
            <p:blipFill>
              <a:blip r:embed="rId66"/>
            </p:blipFill>
            <p:spPr>
              <a:xfrm>
                <a:off x="5813035" y="1216976"/>
                <a:ext cx="74154" cy="74583"/>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60" name="墨迹 59"/>
              <p14:cNvContentPartPr/>
              <p14:nvPr/>
            </p14:nvContentPartPr>
            <p14:xfrm>
              <a:off x="5907661" y="1144383"/>
              <a:ext cx="12737" cy="259335"/>
            </p14:xfrm>
          </p:contentPart>
        </mc:Choice>
        <mc:Fallback xmlns="">
          <p:pic>
            <p:nvPicPr>
              <p:cNvPr id="60" name="墨迹 59"/>
            </p:nvPicPr>
            <p:blipFill>
              <a:blip r:embed="rId68"/>
            </p:blipFill>
            <p:spPr>
              <a:xfrm>
                <a:off x="5907661" y="1144383"/>
                <a:ext cx="12737" cy="259335"/>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61" name="墨迹 60"/>
              <p14:cNvContentPartPr/>
              <p14:nvPr/>
            </p14:nvContentPartPr>
            <p14:xfrm>
              <a:off x="5920398" y="1129659"/>
              <a:ext cx="316629" cy="261041"/>
            </p14:xfrm>
          </p:contentPart>
        </mc:Choice>
        <mc:Fallback xmlns="">
          <p:pic>
            <p:nvPicPr>
              <p:cNvPr id="61" name="墨迹 60"/>
            </p:nvPicPr>
            <p:blipFill>
              <a:blip r:embed="rId70"/>
            </p:blipFill>
            <p:spPr>
              <a:xfrm>
                <a:off x="5920398" y="1129659"/>
                <a:ext cx="316629" cy="261041"/>
              </a:xfrm>
              <a:prstGeom prst="rect"/>
            </p:spPr>
          </p:pic>
        </mc:Fallback>
      </mc:AlternateContent>
      <mc:AlternateContent xmlns:mc="http://schemas.openxmlformats.org/markup-compatibility/2006" xmlns:p14="http://schemas.microsoft.com/office/powerpoint/2010/main">
        <mc:Choice Requires="p14">
          <p:contentPart r:id="rId71" p14:bwMode="auto">
            <p14:nvContentPartPr>
              <p14:cNvPr id="62" name="墨迹 61"/>
              <p14:cNvContentPartPr/>
              <p14:nvPr/>
            </p14:nvContentPartPr>
            <p14:xfrm>
              <a:off x="5955372" y="1377966"/>
              <a:ext cx="173383" cy="24558"/>
            </p14:xfrm>
          </p:contentPart>
        </mc:Choice>
        <mc:Fallback xmlns="">
          <p:pic>
            <p:nvPicPr>
              <p:cNvPr id="62" name="墨迹 61"/>
            </p:nvPicPr>
            <p:blipFill>
              <a:blip r:embed="rId72"/>
            </p:blipFill>
            <p:spPr>
              <a:xfrm>
                <a:off x="5955372" y="1377966"/>
                <a:ext cx="173383" cy="24558"/>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63" name="墨迹 62"/>
              <p14:cNvContentPartPr/>
              <p14:nvPr/>
            </p14:nvContentPartPr>
            <p14:xfrm>
              <a:off x="5996827" y="1215157"/>
              <a:ext cx="81886" cy="125518"/>
            </p14:xfrm>
          </p:contentPart>
        </mc:Choice>
        <mc:Fallback xmlns="">
          <p:pic>
            <p:nvPicPr>
              <p:cNvPr id="63" name="墨迹 62"/>
            </p:nvPicPr>
            <p:blipFill>
              <a:blip r:embed="rId74"/>
            </p:blipFill>
            <p:spPr>
              <a:xfrm>
                <a:off x="5996827" y="1215157"/>
                <a:ext cx="81886" cy="125518"/>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64" name="墨迹 63"/>
              <p14:cNvContentPartPr/>
              <p14:nvPr/>
            </p14:nvContentPartPr>
            <p14:xfrm>
              <a:off x="6204271" y="1233348"/>
              <a:ext cx="197439" cy="27287"/>
            </p14:xfrm>
          </p:contentPart>
        </mc:Choice>
        <mc:Fallback xmlns="">
          <p:pic>
            <p:nvPicPr>
              <p:cNvPr id="64" name="墨迹 63"/>
            </p:nvPicPr>
            <p:blipFill>
              <a:blip r:embed="rId76"/>
            </p:blipFill>
            <p:spPr>
              <a:xfrm>
                <a:off x="6204271" y="1233348"/>
                <a:ext cx="197439" cy="27287"/>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65" name="墨迹 64"/>
              <p14:cNvContentPartPr/>
              <p14:nvPr/>
            </p14:nvContentPartPr>
            <p14:xfrm>
              <a:off x="6356217" y="1191509"/>
              <a:ext cx="64599" cy="104598"/>
            </p14:xfrm>
          </p:contentPart>
        </mc:Choice>
        <mc:Fallback xmlns="">
          <p:pic>
            <p:nvPicPr>
              <p:cNvPr id="65" name="墨迹 64"/>
            </p:nvPicPr>
            <p:blipFill>
              <a:blip r:embed="rId78"/>
            </p:blipFill>
            <p:spPr>
              <a:xfrm>
                <a:off x="6356217" y="1191509"/>
                <a:ext cx="64599" cy="104598"/>
              </a:xfrm>
              <a:prstGeom prst="rect"/>
            </p:spPr>
          </p:pic>
        </mc:Fallback>
      </mc:AlternateContent>
      <mc:AlternateContent xmlns:mc="http://schemas.openxmlformats.org/markup-compatibility/2006" xmlns:p14="http://schemas.microsoft.com/office/powerpoint/2010/main">
        <mc:Choice Requires="p14">
          <p:contentPart r:id="rId79" p14:bwMode="auto">
            <p14:nvContentPartPr>
              <p14:cNvPr id="66" name="墨迹 65"/>
              <p14:cNvContentPartPr/>
              <p14:nvPr/>
            </p14:nvContentPartPr>
            <p14:xfrm>
              <a:off x="6431733" y="1136367"/>
              <a:ext cx="20019" cy="291170"/>
            </p14:xfrm>
          </p:contentPart>
        </mc:Choice>
        <mc:Fallback xmlns="">
          <p:pic>
            <p:nvPicPr>
              <p:cNvPr id="66" name="墨迹 65"/>
            </p:nvPicPr>
            <p:blipFill>
              <a:blip r:embed="rId80"/>
            </p:blipFill>
            <p:spPr>
              <a:xfrm>
                <a:off x="6431733" y="1136367"/>
                <a:ext cx="20019" cy="291170"/>
              </a:xfrm>
              <a:prstGeom prst="rect"/>
            </p:spPr>
          </p:pic>
        </mc:Fallback>
      </mc:AlternateContent>
      <mc:AlternateContent xmlns:mc="http://schemas.openxmlformats.org/markup-compatibility/2006" xmlns:p14="http://schemas.microsoft.com/office/powerpoint/2010/main">
        <mc:Choice Requires="p14">
          <p:contentPart r:id="rId81" p14:bwMode="auto">
            <p14:nvContentPartPr>
              <p14:cNvPr id="67" name="墨迹 66"/>
              <p14:cNvContentPartPr/>
              <p14:nvPr/>
            </p14:nvContentPartPr>
            <p14:xfrm>
              <a:off x="6475407" y="1109649"/>
              <a:ext cx="445827" cy="390652"/>
            </p14:xfrm>
          </p:contentPart>
        </mc:Choice>
        <mc:Fallback xmlns="">
          <p:pic>
            <p:nvPicPr>
              <p:cNvPr id="67" name="墨迹 66"/>
            </p:nvPicPr>
            <p:blipFill>
              <a:blip r:embed="rId82"/>
            </p:blipFill>
            <p:spPr>
              <a:xfrm>
                <a:off x="6475407" y="1109649"/>
                <a:ext cx="445827" cy="390652"/>
              </a:xfrm>
              <a:prstGeom prst="rect"/>
            </p:spPr>
          </p:pic>
        </mc:Fallback>
      </mc:AlternateContent>
      <mc:AlternateContent xmlns:mc="http://schemas.openxmlformats.org/markup-compatibility/2006" xmlns:p14="http://schemas.microsoft.com/office/powerpoint/2010/main">
        <mc:Choice Requires="p14">
          <p:contentPart r:id="rId83" p14:bwMode="auto">
            <p14:nvContentPartPr>
              <p14:cNvPr id="68" name="墨迹 67"/>
              <p14:cNvContentPartPr/>
              <p14:nvPr/>
            </p14:nvContentPartPr>
            <p14:xfrm>
              <a:off x="6459029" y="1434358"/>
              <a:ext cx="325727" cy="22739"/>
            </p14:xfrm>
          </p:contentPart>
        </mc:Choice>
        <mc:Fallback xmlns="">
          <p:pic>
            <p:nvPicPr>
              <p:cNvPr id="68" name="墨迹 67"/>
            </p:nvPicPr>
            <p:blipFill>
              <a:blip r:embed="rId84"/>
            </p:blipFill>
            <p:spPr>
              <a:xfrm>
                <a:off x="6459029" y="1434358"/>
                <a:ext cx="325727" cy="22739"/>
              </a:xfrm>
              <a:prstGeom prst="rect"/>
            </p:spPr>
          </p:pic>
        </mc:Fallback>
      </mc:AlternateContent>
      <mc:AlternateContent xmlns:mc="http://schemas.openxmlformats.org/markup-compatibility/2006" xmlns:p14="http://schemas.microsoft.com/office/powerpoint/2010/main">
        <mc:Choice Requires="p14">
          <p:contentPart r:id="rId85" p14:bwMode="auto">
            <p14:nvContentPartPr>
              <p14:cNvPr id="69" name="墨迹 68"/>
              <p14:cNvContentPartPr/>
              <p14:nvPr/>
            </p14:nvContentPartPr>
            <p14:xfrm>
              <a:off x="6488146" y="1260635"/>
              <a:ext cx="50042" cy="112784"/>
            </p14:xfrm>
          </p:contentPart>
        </mc:Choice>
        <mc:Fallback xmlns="">
          <p:pic>
            <p:nvPicPr>
              <p:cNvPr id="69" name="墨迹 68"/>
            </p:nvPicPr>
            <p:blipFill>
              <a:blip r:embed="rId86"/>
            </p:blipFill>
            <p:spPr>
              <a:xfrm>
                <a:off x="6488146" y="1260635"/>
                <a:ext cx="50042" cy="112784"/>
              </a:xfrm>
              <a:prstGeom prst="rect"/>
            </p:spPr>
          </p:pic>
        </mc:Fallback>
      </mc:AlternateContent>
      <mc:AlternateContent xmlns:mc="http://schemas.openxmlformats.org/markup-compatibility/2006" xmlns:p14="http://schemas.microsoft.com/office/powerpoint/2010/main">
        <mc:Choice Requires="p14">
          <p:contentPart r:id="rId87" p14:bwMode="auto">
            <p14:nvContentPartPr>
              <p14:cNvPr id="70" name="墨迹 69"/>
              <p14:cNvContentPartPr/>
              <p14:nvPr/>
            </p14:nvContentPartPr>
            <p14:xfrm>
              <a:off x="6535229" y="1277006"/>
              <a:ext cx="76655" cy="70945"/>
            </p14:xfrm>
          </p:contentPart>
        </mc:Choice>
        <mc:Fallback xmlns="">
          <p:pic>
            <p:nvPicPr>
              <p:cNvPr id="70" name="墨迹 69"/>
            </p:nvPicPr>
            <p:blipFill>
              <a:blip r:embed="rId88"/>
            </p:blipFill>
            <p:spPr>
              <a:xfrm>
                <a:off x="6535229" y="1277006"/>
                <a:ext cx="76655" cy="70945"/>
              </a:xfrm>
              <a:prstGeom prst="rect"/>
            </p:spPr>
          </p:pic>
        </mc:Fallback>
      </mc:AlternateContent>
      <mc:AlternateContent xmlns:mc="http://schemas.openxmlformats.org/markup-compatibility/2006" xmlns:p14="http://schemas.microsoft.com/office/powerpoint/2010/main">
        <mc:Choice Requires="p14">
          <p:contentPart r:id="rId89" p14:bwMode="auto">
            <p14:nvContentPartPr>
              <p14:cNvPr id="71" name="墨迹 70"/>
              <p14:cNvContentPartPr/>
              <p14:nvPr/>
            </p14:nvContentPartPr>
            <p14:xfrm>
              <a:off x="6558204" y="1236418"/>
              <a:ext cx="19106" cy="96980"/>
            </p14:xfrm>
          </p:contentPart>
        </mc:Choice>
        <mc:Fallback xmlns="">
          <p:pic>
            <p:nvPicPr>
              <p:cNvPr id="71" name="墨迹 70"/>
            </p:nvPicPr>
            <p:blipFill>
              <a:blip r:embed="rId90"/>
            </p:blipFill>
            <p:spPr>
              <a:xfrm>
                <a:off x="6558204" y="1236418"/>
                <a:ext cx="19106" cy="96980"/>
              </a:xfrm>
              <a:prstGeom prst="rect"/>
            </p:spPr>
          </p:pic>
        </mc:Fallback>
      </mc:AlternateContent>
      <mc:AlternateContent xmlns:mc="http://schemas.openxmlformats.org/markup-compatibility/2006" xmlns:p14="http://schemas.microsoft.com/office/powerpoint/2010/main">
        <mc:Choice Requires="p14">
          <p:contentPart r:id="rId91" p14:bwMode="auto">
            <p14:nvContentPartPr>
              <p14:cNvPr id="72" name="墨迹 71"/>
              <p14:cNvContentPartPr/>
              <p14:nvPr/>
            </p14:nvContentPartPr>
            <p14:xfrm>
              <a:off x="6650098" y="1211519"/>
              <a:ext cx="15469" cy="14553"/>
            </p14:xfrm>
          </p:contentPart>
        </mc:Choice>
        <mc:Fallback xmlns="">
          <p:pic>
            <p:nvPicPr>
              <p:cNvPr id="72" name="墨迹 71"/>
            </p:nvPicPr>
            <p:blipFill>
              <a:blip r:embed="rId92"/>
            </p:blipFill>
            <p:spPr>
              <a:xfrm>
                <a:off x="6650098" y="1211519"/>
                <a:ext cx="15469" cy="14553"/>
              </a:xfrm>
              <a:prstGeom prst="rect"/>
            </p:spPr>
          </p:pic>
        </mc:Fallback>
      </mc:AlternateContent>
      <mc:AlternateContent xmlns:mc="http://schemas.openxmlformats.org/markup-compatibility/2006" xmlns:p14="http://schemas.microsoft.com/office/powerpoint/2010/main">
        <mc:Choice Requires="p14">
          <p:contentPart r:id="rId93" p14:bwMode="auto">
            <p14:nvContentPartPr>
              <p14:cNvPr id="73" name="墨迹 72"/>
              <p14:cNvContentPartPr/>
              <p14:nvPr/>
            </p14:nvContentPartPr>
            <p14:xfrm>
              <a:off x="6634462" y="1256087"/>
              <a:ext cx="26556" cy="13018"/>
            </p14:xfrm>
          </p:contentPart>
        </mc:Choice>
        <mc:Fallback xmlns="">
          <p:pic>
            <p:nvPicPr>
              <p:cNvPr id="73" name="墨迹 72"/>
            </p:nvPicPr>
            <p:blipFill>
              <a:blip r:embed="rId94"/>
            </p:blipFill>
            <p:spPr>
              <a:xfrm>
                <a:off x="6634462" y="1256087"/>
                <a:ext cx="26556" cy="13018"/>
              </a:xfrm>
              <a:prstGeom prst="rect"/>
            </p:spPr>
          </p:pic>
        </mc:Fallback>
      </mc:AlternateContent>
      <mc:AlternateContent xmlns:mc="http://schemas.openxmlformats.org/markup-compatibility/2006" xmlns:p14="http://schemas.microsoft.com/office/powerpoint/2010/main">
        <mc:Choice Requires="p14">
          <p:contentPart r:id="rId95" p14:bwMode="auto">
            <p14:nvContentPartPr>
              <p14:cNvPr id="74" name="墨迹 73"/>
              <p14:cNvContentPartPr/>
              <p14:nvPr/>
            </p14:nvContentPartPr>
            <p14:xfrm>
              <a:off x="6652375" y="1293378"/>
              <a:ext cx="45039" cy="42749"/>
            </p14:xfrm>
          </p:contentPart>
        </mc:Choice>
        <mc:Fallback xmlns="">
          <p:pic>
            <p:nvPicPr>
              <p:cNvPr id="74" name="墨迹 73"/>
            </p:nvPicPr>
            <p:blipFill>
              <a:blip r:embed="rId96"/>
            </p:blipFill>
            <p:spPr>
              <a:xfrm>
                <a:off x="6652375" y="1293378"/>
                <a:ext cx="45039" cy="42749"/>
              </a:xfrm>
              <a:prstGeom prst="rect"/>
            </p:spPr>
          </p:pic>
        </mc:Fallback>
      </mc:AlternateContent>
      <mc:AlternateContent xmlns:mc="http://schemas.openxmlformats.org/markup-compatibility/2006" xmlns:p14="http://schemas.microsoft.com/office/powerpoint/2010/main">
        <mc:Choice Requires="p14">
          <p:contentPart r:id="rId97" p14:bwMode="auto">
            <p14:nvContentPartPr>
              <p14:cNvPr id="75" name="墨迹 74"/>
              <p14:cNvContentPartPr/>
              <p14:nvPr/>
            </p14:nvContentPartPr>
            <p14:xfrm>
              <a:off x="6643729" y="1279280"/>
              <a:ext cx="8193" cy="41385"/>
            </p14:xfrm>
          </p:contentPart>
        </mc:Choice>
        <mc:Fallback xmlns="">
          <p:pic>
            <p:nvPicPr>
              <p:cNvPr id="75" name="墨迹 74"/>
            </p:nvPicPr>
            <p:blipFill>
              <a:blip r:embed="rId98"/>
            </p:blipFill>
            <p:spPr>
              <a:xfrm>
                <a:off x="6643729" y="1279280"/>
                <a:ext cx="8193" cy="41385"/>
              </a:xfrm>
              <a:prstGeom prst="rect"/>
            </p:spPr>
          </p:pic>
        </mc:Fallback>
      </mc:AlternateContent>
      <mc:AlternateContent xmlns:mc="http://schemas.openxmlformats.org/markup-compatibility/2006" xmlns:p14="http://schemas.microsoft.com/office/powerpoint/2010/main">
        <mc:Choice Requires="p14">
          <p:contentPart r:id="rId99" p14:bwMode="auto">
            <p14:nvContentPartPr>
              <p14:cNvPr id="76" name="墨迹 75"/>
              <p14:cNvContentPartPr/>
              <p14:nvPr/>
            </p14:nvContentPartPr>
            <p14:xfrm>
              <a:off x="6679215" y="1226072"/>
              <a:ext cx="107361" cy="109146"/>
            </p14:xfrm>
          </p:contentPart>
        </mc:Choice>
        <mc:Fallback xmlns="">
          <p:pic>
            <p:nvPicPr>
              <p:cNvPr id="76" name="墨迹 75"/>
            </p:nvPicPr>
            <p:blipFill>
              <a:blip r:embed="rId100"/>
            </p:blipFill>
            <p:spPr>
              <a:xfrm>
                <a:off x="6679215" y="1226072"/>
                <a:ext cx="107361" cy="109146"/>
              </a:xfrm>
              <a:prstGeom prst="rect"/>
            </p:spPr>
          </p:pic>
        </mc:Fallback>
      </mc:AlternateContent>
      <mc:AlternateContent xmlns:mc="http://schemas.openxmlformats.org/markup-compatibility/2006" xmlns:p14="http://schemas.microsoft.com/office/powerpoint/2010/main">
        <mc:Choice Requires="p14">
          <p:contentPart r:id="rId101" p14:bwMode="auto">
            <p14:nvContentPartPr>
              <p14:cNvPr id="77" name="墨迹 76"/>
              <p14:cNvContentPartPr/>
              <p14:nvPr/>
            </p14:nvContentPartPr>
            <p14:xfrm>
              <a:off x="6925330" y="1287921"/>
              <a:ext cx="233375" cy="29106"/>
            </p14:xfrm>
          </p:contentPart>
        </mc:Choice>
        <mc:Fallback xmlns="">
          <p:pic>
            <p:nvPicPr>
              <p:cNvPr id="77" name="墨迹 76"/>
            </p:nvPicPr>
            <p:blipFill>
              <a:blip r:embed="rId102"/>
            </p:blipFill>
            <p:spPr>
              <a:xfrm>
                <a:off x="6925330" y="1287921"/>
                <a:ext cx="233375" cy="29106"/>
              </a:xfrm>
              <a:prstGeom prst="rect"/>
            </p:spPr>
          </p:pic>
        </mc:Fallback>
      </mc:AlternateContent>
      <mc:AlternateContent xmlns:mc="http://schemas.openxmlformats.org/markup-compatibility/2006" xmlns:p14="http://schemas.microsoft.com/office/powerpoint/2010/main">
        <mc:Choice Requires="p14">
          <p:contentPart r:id="rId103" p14:bwMode="auto">
            <p14:nvContentPartPr>
              <p14:cNvPr id="78" name="墨迹 77"/>
              <p14:cNvContentPartPr/>
              <p14:nvPr/>
            </p14:nvContentPartPr>
            <p14:xfrm>
              <a:off x="7125042" y="1255177"/>
              <a:ext cx="56410" cy="47297"/>
            </p14:xfrm>
          </p:contentPart>
        </mc:Choice>
        <mc:Fallback xmlns="">
          <p:pic>
            <p:nvPicPr>
              <p:cNvPr id="78" name="墨迹 77"/>
            </p:nvPicPr>
            <p:blipFill>
              <a:blip r:embed="rId104"/>
            </p:blipFill>
            <p:spPr>
              <a:xfrm>
                <a:off x="7125042" y="1255177"/>
                <a:ext cx="56410" cy="47297"/>
              </a:xfrm>
              <a:prstGeom prst="rect"/>
            </p:spPr>
          </p:pic>
        </mc:Fallback>
      </mc:AlternateContent>
      <mc:AlternateContent xmlns:mc="http://schemas.openxmlformats.org/markup-compatibility/2006" xmlns:p14="http://schemas.microsoft.com/office/powerpoint/2010/main">
        <mc:Choice Requires="p14">
          <p:contentPart r:id="rId105" p14:bwMode="auto">
            <p14:nvContentPartPr>
              <p14:cNvPr id="79" name="墨迹 78"/>
              <p14:cNvContentPartPr/>
              <p14:nvPr/>
            </p14:nvContentPartPr>
            <p14:xfrm>
              <a:off x="6246125" y="1941887"/>
              <a:ext cx="65964" cy="63668"/>
            </p14:xfrm>
          </p:contentPart>
        </mc:Choice>
        <mc:Fallback xmlns="">
          <p:pic>
            <p:nvPicPr>
              <p:cNvPr id="79" name="墨迹 78"/>
            </p:nvPicPr>
            <p:blipFill>
              <a:blip r:embed="rId106"/>
            </p:blipFill>
            <p:spPr>
              <a:xfrm>
                <a:off x="6246125" y="1941887"/>
                <a:ext cx="65964" cy="63668"/>
              </a:xfrm>
              <a:prstGeom prst="rect"/>
            </p:spPr>
          </p:pic>
        </mc:Fallback>
      </mc:AlternateContent>
      <mc:AlternateContent xmlns:mc="http://schemas.openxmlformats.org/markup-compatibility/2006" xmlns:p14="http://schemas.microsoft.com/office/powerpoint/2010/main">
        <mc:Choice Requires="p14">
          <p:contentPart r:id="rId107" p14:bwMode="auto">
            <p14:nvContentPartPr>
              <p14:cNvPr id="80" name="墨迹 79"/>
              <p14:cNvContentPartPr/>
              <p14:nvPr/>
            </p14:nvContentPartPr>
            <p14:xfrm>
              <a:off x="7192370" y="1116414"/>
              <a:ext cx="14558" cy="335681"/>
            </p14:xfrm>
          </p:contentPart>
        </mc:Choice>
        <mc:Fallback xmlns="">
          <p:pic>
            <p:nvPicPr>
              <p:cNvPr id="80" name="墨迹 79"/>
            </p:nvPicPr>
            <p:blipFill>
              <a:blip r:embed="rId108"/>
            </p:blipFill>
            <p:spPr>
              <a:xfrm>
                <a:off x="7192370" y="1116414"/>
                <a:ext cx="14558" cy="335681"/>
              </a:xfrm>
              <a:prstGeom prst="rect"/>
            </p:spPr>
          </p:pic>
        </mc:Fallback>
      </mc:AlternateContent>
      <mc:AlternateContent xmlns:mc="http://schemas.openxmlformats.org/markup-compatibility/2006" xmlns:p14="http://schemas.microsoft.com/office/powerpoint/2010/main">
        <mc:Choice Requires="p14">
          <p:contentPart r:id="rId109" p14:bwMode="auto">
            <p14:nvContentPartPr>
              <p14:cNvPr id="81" name="墨迹 80"/>
              <p14:cNvContentPartPr/>
              <p14:nvPr/>
            </p14:nvContentPartPr>
            <p14:xfrm>
              <a:off x="7216482" y="1093732"/>
              <a:ext cx="521172" cy="403385"/>
            </p14:xfrm>
          </p:contentPart>
        </mc:Choice>
        <mc:Fallback xmlns="">
          <p:pic>
            <p:nvPicPr>
              <p:cNvPr id="81" name="墨迹 80"/>
            </p:nvPicPr>
            <p:blipFill>
              <a:blip r:embed="rId110"/>
            </p:blipFill>
            <p:spPr>
              <a:xfrm>
                <a:off x="7216482" y="1093732"/>
                <a:ext cx="521172" cy="403385"/>
              </a:xfrm>
              <a:prstGeom prst="rect"/>
            </p:spPr>
          </p:pic>
        </mc:Fallback>
      </mc:AlternateContent>
      <mc:AlternateContent xmlns:mc="http://schemas.openxmlformats.org/markup-compatibility/2006" xmlns:p14="http://schemas.microsoft.com/office/powerpoint/2010/main">
        <mc:Choice Requires="p14">
          <p:contentPart r:id="rId111" p14:bwMode="auto">
            <p14:nvContentPartPr>
              <p14:cNvPr id="82" name="墨迹 81"/>
              <p14:cNvContentPartPr/>
              <p14:nvPr/>
            </p14:nvContentPartPr>
            <p14:xfrm>
              <a:off x="7230583" y="1394338"/>
              <a:ext cx="434909" cy="68217"/>
            </p14:xfrm>
          </p:contentPart>
        </mc:Choice>
        <mc:Fallback xmlns="">
          <p:pic>
            <p:nvPicPr>
              <p:cNvPr id="82" name="墨迹 81"/>
            </p:nvPicPr>
            <p:blipFill>
              <a:blip r:embed="rId112"/>
            </p:blipFill>
            <p:spPr>
              <a:xfrm>
                <a:off x="7230583" y="1394338"/>
                <a:ext cx="434909" cy="68217"/>
              </a:xfrm>
              <a:prstGeom prst="rect"/>
            </p:spPr>
          </p:pic>
        </mc:Fallback>
      </mc:AlternateContent>
      <mc:AlternateContent xmlns:mc="http://schemas.openxmlformats.org/markup-compatibility/2006" xmlns:p14="http://schemas.microsoft.com/office/powerpoint/2010/main">
        <mc:Choice Requires="p14">
          <p:contentPart r:id="rId113" p14:bwMode="auto">
            <p14:nvContentPartPr>
              <p14:cNvPr id="83" name="墨迹 82"/>
              <p14:cNvContentPartPr/>
              <p14:nvPr/>
            </p14:nvContentPartPr>
            <p14:xfrm>
              <a:off x="7259695" y="1246082"/>
              <a:ext cx="2733" cy="48490"/>
            </p14:xfrm>
          </p:contentPart>
        </mc:Choice>
        <mc:Fallback xmlns="">
          <p:pic>
            <p:nvPicPr>
              <p:cNvPr id="83" name="墨迹 82"/>
            </p:nvPicPr>
            <p:blipFill>
              <a:blip r:embed="rId114"/>
            </p:blipFill>
            <p:spPr>
              <a:xfrm>
                <a:off x="7259695" y="1246082"/>
                <a:ext cx="2733" cy="48490"/>
              </a:xfrm>
              <a:prstGeom prst="rect"/>
            </p:spPr>
          </p:pic>
        </mc:Fallback>
      </mc:AlternateContent>
      <mc:AlternateContent xmlns:mc="http://schemas.openxmlformats.org/markup-compatibility/2006" xmlns:p14="http://schemas.microsoft.com/office/powerpoint/2010/main">
        <mc:Choice Requires="p14">
          <p:contentPart r:id="rId115" p14:bwMode="auto">
            <p14:nvContentPartPr>
              <p14:cNvPr id="84" name="墨迹 83"/>
              <p14:cNvContentPartPr/>
              <p14:nvPr/>
            </p14:nvContentPartPr>
            <p14:xfrm>
              <a:off x="7274256" y="1218795"/>
              <a:ext cx="50955" cy="60031"/>
            </p14:xfrm>
          </p:contentPart>
        </mc:Choice>
        <mc:Fallback xmlns="">
          <p:pic>
            <p:nvPicPr>
              <p:cNvPr id="84" name="墨迹 83"/>
            </p:nvPicPr>
            <p:blipFill>
              <a:blip r:embed="rId116"/>
            </p:blipFill>
            <p:spPr>
              <a:xfrm>
                <a:off x="7274256" y="1218795"/>
                <a:ext cx="50955" cy="60031"/>
              </a:xfrm>
              <a:prstGeom prst="rect"/>
            </p:spPr>
          </p:pic>
        </mc:Fallback>
      </mc:AlternateContent>
      <mc:AlternateContent xmlns:mc="http://schemas.openxmlformats.org/markup-compatibility/2006" xmlns:p14="http://schemas.microsoft.com/office/powerpoint/2010/main">
        <mc:Choice Requires="p14">
          <p:contentPart r:id="rId117" p14:bwMode="auto">
            <p14:nvContentPartPr>
              <p14:cNvPr id="85" name="墨迹 84"/>
              <p14:cNvContentPartPr/>
              <p14:nvPr/>
            </p14:nvContentPartPr>
            <p14:xfrm>
              <a:off x="7265158" y="1253358"/>
              <a:ext cx="30934" cy="1819"/>
            </p14:xfrm>
          </p:contentPart>
        </mc:Choice>
        <mc:Fallback xmlns="">
          <p:pic>
            <p:nvPicPr>
              <p:cNvPr id="85" name="墨迹 84"/>
            </p:nvPicPr>
            <p:blipFill>
              <a:blip r:embed="rId118"/>
            </p:blipFill>
            <p:spPr>
              <a:xfrm>
                <a:off x="7265158" y="1253358"/>
                <a:ext cx="30934" cy="1819"/>
              </a:xfrm>
              <a:prstGeom prst="rect"/>
            </p:spPr>
          </p:pic>
        </mc:Fallback>
      </mc:AlternateContent>
      <mc:AlternateContent xmlns:mc="http://schemas.openxmlformats.org/markup-compatibility/2006" xmlns:p14="http://schemas.microsoft.com/office/powerpoint/2010/main">
        <mc:Choice Requires="p14">
          <p:contentPart r:id="rId119" p14:bwMode="auto">
            <p14:nvContentPartPr>
              <p14:cNvPr id="86" name="墨迹 85"/>
              <p14:cNvContentPartPr/>
              <p14:nvPr/>
            </p14:nvContentPartPr>
            <p14:xfrm>
              <a:off x="7265842" y="1282464"/>
              <a:ext cx="26611" cy="21204"/>
            </p14:xfrm>
          </p:contentPart>
        </mc:Choice>
        <mc:Fallback xmlns="">
          <p:pic>
            <p:nvPicPr>
              <p:cNvPr id="86" name="墨迹 85"/>
            </p:nvPicPr>
            <p:blipFill>
              <a:blip r:embed="rId120"/>
            </p:blipFill>
            <p:spPr>
              <a:xfrm>
                <a:off x="7265842" y="1282464"/>
                <a:ext cx="26611" cy="21204"/>
              </a:xfrm>
              <a:prstGeom prst="rect"/>
            </p:spPr>
          </p:pic>
        </mc:Fallback>
      </mc:AlternateContent>
      <mc:AlternateContent xmlns:mc="http://schemas.openxmlformats.org/markup-compatibility/2006" xmlns:p14="http://schemas.microsoft.com/office/powerpoint/2010/main">
        <mc:Choice Requires="p14">
          <p:contentPart r:id="rId121" p14:bwMode="auto">
            <p14:nvContentPartPr>
              <p14:cNvPr id="87" name="墨迹 86"/>
              <p14:cNvContentPartPr/>
              <p14:nvPr/>
            </p14:nvContentPartPr>
            <p14:xfrm>
              <a:off x="7294272" y="1198785"/>
              <a:ext cx="30026" cy="134614"/>
            </p14:xfrm>
          </p:contentPart>
        </mc:Choice>
        <mc:Fallback xmlns="">
          <p:pic>
            <p:nvPicPr>
              <p:cNvPr id="87" name="墨迹 86"/>
            </p:nvPicPr>
            <p:blipFill>
              <a:blip r:embed="rId122"/>
            </p:blipFill>
            <p:spPr>
              <a:xfrm>
                <a:off x="7294272" y="1198785"/>
                <a:ext cx="30026" cy="134614"/>
              </a:xfrm>
              <a:prstGeom prst="rect"/>
            </p:spPr>
          </p:pic>
        </mc:Fallback>
      </mc:AlternateContent>
      <mc:AlternateContent xmlns:mc="http://schemas.openxmlformats.org/markup-compatibility/2006" xmlns:p14="http://schemas.microsoft.com/office/powerpoint/2010/main">
        <mc:Choice Requires="p14">
          <p:contentPart r:id="rId123" p14:bwMode="auto">
            <p14:nvContentPartPr>
              <p14:cNvPr id="88" name="墨迹 87"/>
              <p14:cNvContentPartPr/>
              <p14:nvPr/>
            </p14:nvContentPartPr>
            <p14:xfrm>
              <a:off x="7369506" y="1226072"/>
              <a:ext cx="4834" cy="5457"/>
            </p14:xfrm>
          </p:contentPart>
        </mc:Choice>
        <mc:Fallback xmlns="">
          <p:pic>
            <p:nvPicPr>
              <p:cNvPr id="88" name="墨迹 87"/>
            </p:nvPicPr>
            <p:blipFill>
              <a:blip r:embed="rId124"/>
            </p:blipFill>
            <p:spPr>
              <a:xfrm>
                <a:off x="7369506" y="1226072"/>
                <a:ext cx="4834" cy="5457"/>
              </a:xfrm>
              <a:prstGeom prst="rect"/>
            </p:spPr>
          </p:pic>
        </mc:Fallback>
      </mc:AlternateContent>
      <mc:AlternateContent xmlns:mc="http://schemas.openxmlformats.org/markup-compatibility/2006" xmlns:p14="http://schemas.microsoft.com/office/powerpoint/2010/main">
        <mc:Choice Requires="p14">
          <p:contentPart r:id="rId125" p14:bwMode="auto">
            <p14:nvContentPartPr>
              <p14:cNvPr id="89" name="墨迹 88"/>
              <p14:cNvContentPartPr/>
              <p14:nvPr/>
            </p14:nvContentPartPr>
            <p14:xfrm>
              <a:off x="7356143" y="1260635"/>
              <a:ext cx="50041" cy="70035"/>
            </p14:xfrm>
          </p:contentPart>
        </mc:Choice>
        <mc:Fallback xmlns="">
          <p:pic>
            <p:nvPicPr>
              <p:cNvPr id="89" name="墨迹 88"/>
            </p:nvPicPr>
            <p:blipFill>
              <a:blip r:embed="rId126"/>
            </p:blipFill>
            <p:spPr>
              <a:xfrm>
                <a:off x="7356143" y="1260635"/>
                <a:ext cx="50041" cy="70035"/>
              </a:xfrm>
              <a:prstGeom prst="rect"/>
            </p:spPr>
          </p:pic>
        </mc:Fallback>
      </mc:AlternateContent>
      <mc:AlternateContent xmlns:mc="http://schemas.openxmlformats.org/markup-compatibility/2006" xmlns:p14="http://schemas.microsoft.com/office/powerpoint/2010/main">
        <mc:Choice Requires="p14">
          <p:contentPart r:id="rId127" p14:bwMode="auto">
            <p14:nvContentPartPr>
              <p14:cNvPr id="90" name="墨迹 89"/>
              <p14:cNvContentPartPr/>
              <p14:nvPr/>
            </p14:nvContentPartPr>
            <p14:xfrm>
              <a:off x="7408915" y="1247901"/>
              <a:ext cx="74607" cy="67306"/>
            </p14:xfrm>
          </p:contentPart>
        </mc:Choice>
        <mc:Fallback xmlns="">
          <p:pic>
            <p:nvPicPr>
              <p:cNvPr id="90" name="墨迹 89"/>
            </p:nvPicPr>
            <p:blipFill>
              <a:blip r:embed="rId128"/>
            </p:blipFill>
            <p:spPr>
              <a:xfrm>
                <a:off x="7408915" y="1247901"/>
                <a:ext cx="74607" cy="67306"/>
              </a:xfrm>
              <a:prstGeom prst="rect"/>
            </p:spPr>
          </p:pic>
        </mc:Fallback>
      </mc:AlternateContent>
      <mc:AlternateContent xmlns:mc="http://schemas.openxmlformats.org/markup-compatibility/2006" xmlns:p14="http://schemas.microsoft.com/office/powerpoint/2010/main">
        <mc:Choice Requires="p14">
          <p:contentPart r:id="rId129" p14:bwMode="auto">
            <p14:nvContentPartPr>
              <p14:cNvPr id="91" name="墨迹 90"/>
              <p14:cNvContentPartPr/>
              <p14:nvPr/>
            </p14:nvContentPartPr>
            <p14:xfrm>
              <a:off x="7426201" y="1213963"/>
              <a:ext cx="26387" cy="84873"/>
            </p14:xfrm>
          </p:contentPart>
        </mc:Choice>
        <mc:Fallback xmlns="">
          <p:pic>
            <p:nvPicPr>
              <p:cNvPr id="91" name="墨迹 90"/>
            </p:nvPicPr>
            <p:blipFill>
              <a:blip r:embed="rId130"/>
            </p:blipFill>
            <p:spPr>
              <a:xfrm>
                <a:off x="7426201" y="1213963"/>
                <a:ext cx="26387" cy="84873"/>
              </a:xfrm>
              <a:prstGeom prst="rect"/>
            </p:spPr>
          </p:pic>
        </mc:Fallback>
      </mc:AlternateContent>
      <mc:AlternateContent xmlns:mc="http://schemas.openxmlformats.org/markup-compatibility/2006" xmlns:p14="http://schemas.microsoft.com/office/powerpoint/2010/main">
        <mc:Choice Requires="p14">
          <p:contentPart r:id="rId131" p14:bwMode="auto">
            <p14:nvContentPartPr>
              <p14:cNvPr id="92" name="墨迹 91"/>
              <p14:cNvContentPartPr/>
              <p14:nvPr/>
            </p14:nvContentPartPr>
            <p14:xfrm>
              <a:off x="7495690" y="1231529"/>
              <a:ext cx="35143" cy="21829"/>
            </p14:xfrm>
          </p:contentPart>
        </mc:Choice>
        <mc:Fallback xmlns="">
          <p:pic>
            <p:nvPicPr>
              <p:cNvPr id="92" name="墨迹 91"/>
            </p:nvPicPr>
            <p:blipFill>
              <a:blip r:embed="rId132"/>
            </p:blipFill>
            <p:spPr>
              <a:xfrm>
                <a:off x="7495690" y="1231529"/>
                <a:ext cx="35143" cy="21829"/>
              </a:xfrm>
              <a:prstGeom prst="rect"/>
            </p:spPr>
          </p:pic>
        </mc:Fallback>
      </mc:AlternateContent>
      <mc:AlternateContent xmlns:mc="http://schemas.openxmlformats.org/markup-compatibility/2006" xmlns:p14="http://schemas.microsoft.com/office/powerpoint/2010/main">
        <mc:Choice Requires="p14">
          <p:contentPart r:id="rId133" p14:bwMode="auto">
            <p14:nvContentPartPr>
              <p14:cNvPr id="93" name="墨迹 92"/>
              <p14:cNvContentPartPr/>
              <p14:nvPr/>
            </p14:nvContentPartPr>
            <p14:xfrm>
              <a:off x="7507179" y="1191679"/>
              <a:ext cx="27298" cy="122903"/>
            </p14:xfrm>
          </p:contentPart>
        </mc:Choice>
        <mc:Fallback xmlns="">
          <p:pic>
            <p:nvPicPr>
              <p:cNvPr id="93" name="墨迹 92"/>
            </p:nvPicPr>
            <p:blipFill>
              <a:blip r:embed="rId134"/>
            </p:blipFill>
            <p:spPr>
              <a:xfrm>
                <a:off x="7507179" y="1191679"/>
                <a:ext cx="27298" cy="122903"/>
              </a:xfrm>
              <a:prstGeom prst="rect"/>
            </p:spPr>
          </p:pic>
        </mc:Fallback>
      </mc:AlternateContent>
      <mc:AlternateContent xmlns:mc="http://schemas.openxmlformats.org/markup-compatibility/2006" xmlns:p14="http://schemas.microsoft.com/office/powerpoint/2010/main">
        <mc:Choice Requires="p14">
          <p:contentPart r:id="rId135" p14:bwMode="auto">
            <p14:nvContentPartPr>
              <p14:cNvPr id="94" name="墨迹 93"/>
              <p14:cNvContentPartPr/>
              <p14:nvPr/>
            </p14:nvContentPartPr>
            <p14:xfrm>
              <a:off x="7552672" y="1226072"/>
              <a:ext cx="21835" cy="56392"/>
            </p14:xfrm>
          </p:contentPart>
        </mc:Choice>
        <mc:Fallback xmlns="">
          <p:pic>
            <p:nvPicPr>
              <p:cNvPr id="94" name="墨迹 93"/>
            </p:nvPicPr>
            <p:blipFill>
              <a:blip r:embed="rId136"/>
            </p:blipFill>
            <p:spPr>
              <a:xfrm>
                <a:off x="7552672" y="1226072"/>
                <a:ext cx="21835" cy="56392"/>
              </a:xfrm>
              <a:prstGeom prst="rect"/>
            </p:spPr>
          </p:pic>
        </mc:Fallback>
      </mc:AlternateContent>
      <mc:AlternateContent xmlns:mc="http://schemas.openxmlformats.org/markup-compatibility/2006" xmlns:p14="http://schemas.microsoft.com/office/powerpoint/2010/main">
        <mc:Choice Requires="p14">
          <p:contentPart r:id="rId137" p14:bwMode="auto">
            <p14:nvContentPartPr>
              <p14:cNvPr id="95" name="墨迹 94"/>
              <p14:cNvContentPartPr/>
              <p14:nvPr/>
            </p14:nvContentPartPr>
            <p14:xfrm>
              <a:off x="7583605" y="1208563"/>
              <a:ext cx="51861" cy="84815"/>
            </p14:xfrm>
          </p:contentPart>
        </mc:Choice>
        <mc:Fallback xmlns="">
          <p:pic>
            <p:nvPicPr>
              <p:cNvPr id="95" name="墨迹 94"/>
            </p:nvPicPr>
            <p:blipFill>
              <a:blip r:embed="rId138"/>
            </p:blipFill>
            <p:spPr>
              <a:xfrm>
                <a:off x="7583605" y="1208563"/>
                <a:ext cx="51861" cy="84815"/>
              </a:xfrm>
              <a:prstGeom prst="rect"/>
            </p:spPr>
          </p:pic>
        </mc:Fallback>
      </mc:AlternateContent>
      <mc:AlternateContent xmlns:mc="http://schemas.openxmlformats.org/markup-compatibility/2006" xmlns:p14="http://schemas.microsoft.com/office/powerpoint/2010/main">
        <mc:Choice Requires="p14">
          <p:contentPart r:id="rId139" p14:bwMode="auto">
            <p14:nvContentPartPr>
              <p14:cNvPr id="96" name="墨迹 95"/>
              <p14:cNvContentPartPr/>
              <p14:nvPr/>
            </p14:nvContentPartPr>
            <p14:xfrm>
              <a:off x="7743740" y="1217601"/>
              <a:ext cx="374859" cy="46672"/>
            </p14:xfrm>
          </p:contentPart>
        </mc:Choice>
        <mc:Fallback xmlns="">
          <p:pic>
            <p:nvPicPr>
              <p:cNvPr id="96" name="墨迹 95"/>
            </p:nvPicPr>
            <p:blipFill>
              <a:blip r:embed="rId140"/>
            </p:blipFill>
            <p:spPr>
              <a:xfrm>
                <a:off x="7743740" y="1217601"/>
                <a:ext cx="374859" cy="46672"/>
              </a:xfrm>
              <a:prstGeom prst="rect"/>
            </p:spPr>
          </p:pic>
        </mc:Fallback>
      </mc:AlternateContent>
      <mc:AlternateContent xmlns:mc="http://schemas.openxmlformats.org/markup-compatibility/2006" xmlns:p14="http://schemas.microsoft.com/office/powerpoint/2010/main">
        <mc:Choice Requires="p14">
          <p:contentPart r:id="rId141" p14:bwMode="auto">
            <p14:nvContentPartPr>
              <p14:cNvPr id="97" name="墨迹 96"/>
              <p14:cNvContentPartPr/>
              <p14:nvPr/>
            </p14:nvContentPartPr>
            <p14:xfrm>
              <a:off x="8093122" y="1189690"/>
              <a:ext cx="77622" cy="84588"/>
            </p14:xfrm>
          </p:contentPart>
        </mc:Choice>
        <mc:Fallback xmlns="">
          <p:pic>
            <p:nvPicPr>
              <p:cNvPr id="97" name="墨迹 96"/>
            </p:nvPicPr>
            <p:blipFill>
              <a:blip r:embed="rId142"/>
            </p:blipFill>
            <p:spPr>
              <a:xfrm>
                <a:off x="8093122" y="1189690"/>
                <a:ext cx="77622" cy="84588"/>
              </a:xfrm>
              <a:prstGeom prst="rect"/>
            </p:spPr>
          </p:pic>
        </mc:Fallback>
      </mc:AlternateContent>
      <mc:AlternateContent xmlns:mc="http://schemas.openxmlformats.org/markup-compatibility/2006" xmlns:p14="http://schemas.microsoft.com/office/powerpoint/2010/main">
        <mc:Choice Requires="p14">
          <p:contentPart r:id="rId143" p14:bwMode="auto">
            <p14:nvContentPartPr>
              <p14:cNvPr id="98" name="墨迹 97"/>
              <p14:cNvContentPartPr/>
              <p14:nvPr/>
            </p14:nvContentPartPr>
            <p14:xfrm>
              <a:off x="7938447" y="1258588"/>
              <a:ext cx="7280" cy="501389"/>
            </p14:xfrm>
          </p:contentPart>
        </mc:Choice>
        <mc:Fallback xmlns="">
          <p:pic>
            <p:nvPicPr>
              <p:cNvPr id="98" name="墨迹 97"/>
            </p:nvPicPr>
            <p:blipFill>
              <a:blip r:embed="rId144"/>
            </p:blipFill>
            <p:spPr>
              <a:xfrm>
                <a:off x="7938447" y="1258588"/>
                <a:ext cx="7280" cy="501389"/>
              </a:xfrm>
              <a:prstGeom prst="rect"/>
            </p:spPr>
          </p:pic>
        </mc:Fallback>
      </mc:AlternateContent>
      <mc:AlternateContent xmlns:mc="http://schemas.openxmlformats.org/markup-compatibility/2006" xmlns:p14="http://schemas.microsoft.com/office/powerpoint/2010/main">
        <mc:Choice Requires="p14">
          <p:contentPart r:id="rId145" p14:bwMode="auto">
            <p14:nvContentPartPr>
              <p14:cNvPr id="100" name="墨迹 99"/>
              <p14:cNvContentPartPr/>
              <p14:nvPr/>
            </p14:nvContentPartPr>
            <p14:xfrm>
              <a:off x="5250749" y="1390075"/>
              <a:ext cx="17286" cy="326016"/>
            </p14:xfrm>
          </p:contentPart>
        </mc:Choice>
        <mc:Fallback xmlns="">
          <p:pic>
            <p:nvPicPr>
              <p:cNvPr id="100" name="墨迹 99"/>
            </p:nvPicPr>
            <p:blipFill>
              <a:blip r:embed="rId146"/>
            </p:blipFill>
            <p:spPr>
              <a:xfrm>
                <a:off x="5250749" y="1390075"/>
                <a:ext cx="17286" cy="326016"/>
              </a:xfrm>
              <a:prstGeom prst="rect"/>
            </p:spPr>
          </p:pic>
        </mc:Fallback>
      </mc:AlternateContent>
      <mc:AlternateContent xmlns:mc="http://schemas.openxmlformats.org/markup-compatibility/2006" xmlns:p14="http://schemas.microsoft.com/office/powerpoint/2010/main">
        <mc:Choice Requires="p14">
          <p:contentPart r:id="rId147" p14:bwMode="auto">
            <p14:nvContentPartPr>
              <p14:cNvPr id="101" name="墨迹 100"/>
              <p14:cNvContentPartPr/>
              <p14:nvPr/>
            </p14:nvContentPartPr>
            <p14:xfrm>
              <a:off x="5196158" y="1407299"/>
              <a:ext cx="52769" cy="60258"/>
            </p14:xfrm>
          </p:contentPart>
        </mc:Choice>
        <mc:Fallback xmlns="">
          <p:pic>
            <p:nvPicPr>
              <p:cNvPr id="101" name="墨迹 100"/>
            </p:nvPicPr>
            <p:blipFill>
              <a:blip r:embed="rId148"/>
            </p:blipFill>
            <p:spPr>
              <a:xfrm>
                <a:off x="5196158" y="1407299"/>
                <a:ext cx="52769" cy="60258"/>
              </a:xfrm>
              <a:prstGeom prst="rect"/>
            </p:spPr>
          </p:pic>
        </mc:Fallback>
      </mc:AlternateContent>
      <mc:AlternateContent xmlns:mc="http://schemas.openxmlformats.org/markup-compatibility/2006" xmlns:p14="http://schemas.microsoft.com/office/powerpoint/2010/main">
        <mc:Choice Requires="p14">
          <p:contentPart r:id="rId149" p14:bwMode="auto">
            <p14:nvContentPartPr>
              <p14:cNvPr id="102" name="墨迹 101"/>
              <p14:cNvContentPartPr/>
              <p14:nvPr/>
            </p14:nvContentPartPr>
            <p14:xfrm>
              <a:off x="5263486" y="1388597"/>
              <a:ext cx="40032" cy="51219"/>
            </p14:xfrm>
          </p:contentPart>
        </mc:Choice>
        <mc:Fallback xmlns="">
          <p:pic>
            <p:nvPicPr>
              <p:cNvPr id="102" name="墨迹 101"/>
            </p:nvPicPr>
            <p:blipFill>
              <a:blip r:embed="rId150"/>
            </p:blipFill>
            <p:spPr>
              <a:xfrm>
                <a:off x="5263486" y="1388597"/>
                <a:ext cx="40032" cy="51219"/>
              </a:xfrm>
              <a:prstGeom prst="rect"/>
            </p:spPr>
          </p:pic>
        </mc:Fallback>
      </mc:AlternateContent>
      <mc:AlternateContent xmlns:mc="http://schemas.openxmlformats.org/markup-compatibility/2006" xmlns:p14="http://schemas.microsoft.com/office/powerpoint/2010/main">
        <mc:Choice Requires="p14">
          <p:contentPart r:id="rId151" p14:bwMode="auto">
            <p14:nvContentPartPr>
              <p14:cNvPr id="103" name="墨迹 102"/>
              <p14:cNvContentPartPr/>
              <p14:nvPr/>
            </p14:nvContentPartPr>
            <p14:xfrm>
              <a:off x="5261667" y="1534636"/>
              <a:ext cx="23655" cy="363592"/>
            </p14:xfrm>
          </p:contentPart>
        </mc:Choice>
        <mc:Fallback xmlns="">
          <p:pic>
            <p:nvPicPr>
              <p:cNvPr id="103" name="墨迹 102"/>
            </p:nvPicPr>
            <p:blipFill>
              <a:blip r:embed="rId152"/>
            </p:blipFill>
            <p:spPr>
              <a:xfrm>
                <a:off x="5261667" y="1534636"/>
                <a:ext cx="23655" cy="363592"/>
              </a:xfrm>
              <a:prstGeom prst="rect"/>
            </p:spPr>
          </p:pic>
        </mc:Fallback>
      </mc:AlternateContent>
      <mc:AlternateContent xmlns:mc="http://schemas.openxmlformats.org/markup-compatibility/2006" xmlns:p14="http://schemas.microsoft.com/office/powerpoint/2010/main">
        <mc:Choice Requires="p14">
          <p:contentPart r:id="rId153" p14:bwMode="auto">
            <p14:nvContentPartPr>
              <p14:cNvPr id="107" name="墨迹 106"/>
              <p14:cNvContentPartPr/>
              <p14:nvPr/>
            </p14:nvContentPartPr>
            <p14:xfrm>
              <a:off x="5345372" y="1409801"/>
              <a:ext cx="35484" cy="1819"/>
            </p14:xfrm>
          </p:contentPart>
        </mc:Choice>
        <mc:Fallback xmlns="">
          <p:pic>
            <p:nvPicPr>
              <p:cNvPr id="107" name="墨迹 106"/>
            </p:nvPicPr>
            <p:blipFill>
              <a:blip r:embed="rId154"/>
            </p:blipFill>
            <p:spPr>
              <a:xfrm>
                <a:off x="5345372" y="1409801"/>
                <a:ext cx="35484" cy="1819"/>
              </a:xfrm>
              <a:prstGeom prst="rect"/>
            </p:spPr>
          </p:pic>
        </mc:Fallback>
      </mc:AlternateContent>
      <mc:AlternateContent xmlns:mc="http://schemas.openxmlformats.org/markup-compatibility/2006" xmlns:p14="http://schemas.microsoft.com/office/powerpoint/2010/main">
        <mc:Choice Requires="p14">
          <p:contentPart r:id="rId155" p14:bwMode="auto">
            <p14:nvContentPartPr>
              <p14:cNvPr id="117" name="墨迹 116"/>
              <p14:cNvContentPartPr/>
              <p14:nvPr/>
            </p14:nvContentPartPr>
            <p14:xfrm>
              <a:off x="5301699" y="1777258"/>
              <a:ext cx="975360" cy="110340"/>
            </p14:xfrm>
          </p:contentPart>
        </mc:Choice>
        <mc:Fallback xmlns="">
          <p:pic>
            <p:nvPicPr>
              <p:cNvPr id="117" name="墨迹 116"/>
            </p:nvPicPr>
            <p:blipFill>
              <a:blip r:embed="rId156"/>
            </p:blipFill>
            <p:spPr>
              <a:xfrm>
                <a:off x="5301699" y="1777258"/>
                <a:ext cx="975360" cy="110340"/>
              </a:xfrm>
              <a:prstGeom prst="rect"/>
            </p:spPr>
          </p:pic>
        </mc:Fallback>
      </mc:AlternateContent>
      <mc:AlternateContent xmlns:mc="http://schemas.openxmlformats.org/markup-compatibility/2006" xmlns:p14="http://schemas.microsoft.com/office/powerpoint/2010/main">
        <mc:Choice Requires="p14">
          <p:contentPart r:id="rId157" p14:bwMode="auto">
            <p14:nvContentPartPr>
              <p14:cNvPr id="118" name="墨迹 117"/>
              <p14:cNvContentPartPr/>
              <p14:nvPr/>
            </p14:nvContentPartPr>
            <p14:xfrm>
              <a:off x="6277059" y="1702675"/>
              <a:ext cx="21838" cy="178841"/>
            </p14:xfrm>
          </p:contentPart>
        </mc:Choice>
        <mc:Fallback xmlns="">
          <p:pic>
            <p:nvPicPr>
              <p:cNvPr id="118" name="墨迹 117"/>
            </p:nvPicPr>
            <p:blipFill>
              <a:blip r:embed="rId158"/>
            </p:blipFill>
            <p:spPr>
              <a:xfrm>
                <a:off x="6277059" y="1702675"/>
                <a:ext cx="21838" cy="178841"/>
              </a:xfrm>
              <a:prstGeom prst="rect"/>
            </p:spPr>
          </p:pic>
        </mc:Fallback>
      </mc:AlternateContent>
      <mc:AlternateContent xmlns:mc="http://schemas.openxmlformats.org/markup-compatibility/2006" xmlns:p14="http://schemas.microsoft.com/office/powerpoint/2010/main">
        <mc:Choice Requires="p14">
          <p:contentPart r:id="rId159" p14:bwMode="auto">
            <p14:nvContentPartPr>
              <p14:cNvPr id="119" name="墨迹 118"/>
              <p14:cNvContentPartPr/>
              <p14:nvPr/>
            </p14:nvContentPartPr>
            <p14:xfrm>
              <a:off x="6322551" y="1664474"/>
              <a:ext cx="444008" cy="250126"/>
            </p14:xfrm>
          </p:contentPart>
        </mc:Choice>
        <mc:Fallback xmlns="">
          <p:pic>
            <p:nvPicPr>
              <p:cNvPr id="119" name="墨迹 118"/>
            </p:nvPicPr>
            <p:blipFill>
              <a:blip r:embed="rId160"/>
            </p:blipFill>
            <p:spPr>
              <a:xfrm>
                <a:off x="6322551" y="1664474"/>
                <a:ext cx="444008" cy="250126"/>
              </a:xfrm>
              <a:prstGeom prst="rect"/>
            </p:spPr>
          </p:pic>
        </mc:Fallback>
      </mc:AlternateContent>
      <mc:AlternateContent xmlns:mc="http://schemas.openxmlformats.org/markup-compatibility/2006" xmlns:p14="http://schemas.microsoft.com/office/powerpoint/2010/main">
        <mc:Choice Requires="p14">
          <p:contentPart r:id="rId161" p14:bwMode="auto">
            <p14:nvContentPartPr>
              <p14:cNvPr id="120" name="墨迹 119"/>
              <p14:cNvContentPartPr/>
              <p14:nvPr/>
            </p14:nvContentPartPr>
            <p14:xfrm>
              <a:off x="6292071" y="1875490"/>
              <a:ext cx="441735" cy="40020"/>
            </p14:xfrm>
          </p:contentPart>
        </mc:Choice>
        <mc:Fallback xmlns="">
          <p:pic>
            <p:nvPicPr>
              <p:cNvPr id="120" name="墨迹 119"/>
            </p:nvPicPr>
            <p:blipFill>
              <a:blip r:embed="rId162"/>
            </p:blipFill>
            <p:spPr>
              <a:xfrm>
                <a:off x="6292071" y="1875490"/>
                <a:ext cx="441735" cy="40020"/>
              </a:xfrm>
              <a:prstGeom prst="rect"/>
            </p:spPr>
          </p:pic>
        </mc:Fallback>
      </mc:AlternateContent>
      <mc:AlternateContent xmlns:mc="http://schemas.openxmlformats.org/markup-compatibility/2006" xmlns:p14="http://schemas.microsoft.com/office/powerpoint/2010/main">
        <mc:Choice Requires="p14">
          <p:contentPart r:id="rId163" p14:bwMode="auto">
            <p14:nvContentPartPr>
              <p14:cNvPr id="121" name="墨迹 120"/>
              <p14:cNvContentPartPr/>
              <p14:nvPr/>
            </p14:nvContentPartPr>
            <p14:xfrm>
              <a:off x="6333472" y="1705233"/>
              <a:ext cx="48504" cy="78677"/>
            </p14:xfrm>
          </p:contentPart>
        </mc:Choice>
        <mc:Fallback xmlns="">
          <p:pic>
            <p:nvPicPr>
              <p:cNvPr id="121" name="墨迹 120"/>
            </p:nvPicPr>
            <p:blipFill>
              <a:blip r:embed="rId164"/>
            </p:blipFill>
            <p:spPr>
              <a:xfrm>
                <a:off x="6333472" y="1705233"/>
                <a:ext cx="48504" cy="78677"/>
              </a:xfrm>
              <a:prstGeom prst="rect"/>
            </p:spPr>
          </p:pic>
        </mc:Fallback>
      </mc:AlternateContent>
      <mc:AlternateContent xmlns:mc="http://schemas.openxmlformats.org/markup-compatibility/2006" xmlns:p14="http://schemas.microsoft.com/office/powerpoint/2010/main">
        <mc:Choice Requires="p14">
          <p:contentPart r:id="rId165" p14:bwMode="auto">
            <p14:nvContentPartPr>
              <p14:cNvPr id="122" name="墨迹 121"/>
              <p14:cNvContentPartPr/>
              <p14:nvPr/>
            </p14:nvContentPartPr>
            <p14:xfrm>
              <a:off x="6349847" y="1746959"/>
              <a:ext cx="20927" cy="122164"/>
            </p14:xfrm>
          </p:contentPart>
        </mc:Choice>
        <mc:Fallback xmlns="">
          <p:pic>
            <p:nvPicPr>
              <p:cNvPr id="122" name="墨迹 121"/>
            </p:nvPicPr>
            <p:blipFill>
              <a:blip r:embed="rId166"/>
            </p:blipFill>
            <p:spPr>
              <a:xfrm>
                <a:off x="6349847" y="1746959"/>
                <a:ext cx="20927" cy="122164"/>
              </a:xfrm>
              <a:prstGeom prst="rect"/>
            </p:spPr>
          </p:pic>
        </mc:Fallback>
      </mc:AlternateContent>
      <mc:AlternateContent xmlns:mc="http://schemas.openxmlformats.org/markup-compatibility/2006" xmlns:p14="http://schemas.microsoft.com/office/powerpoint/2010/main">
        <mc:Choice Requires="p14">
          <p:contentPart r:id="rId167" p14:bwMode="auto">
            <p14:nvContentPartPr>
              <p14:cNvPr id="123" name="墨迹 122"/>
              <p14:cNvContentPartPr/>
              <p14:nvPr/>
            </p14:nvContentPartPr>
            <p14:xfrm>
              <a:off x="6402619" y="1757248"/>
              <a:ext cx="46403" cy="7277"/>
            </p14:xfrm>
          </p:contentPart>
        </mc:Choice>
        <mc:Fallback xmlns="">
          <p:pic>
            <p:nvPicPr>
              <p:cNvPr id="123" name="墨迹 122"/>
            </p:nvPicPr>
            <p:blipFill>
              <a:blip r:embed="rId168"/>
            </p:blipFill>
            <p:spPr>
              <a:xfrm>
                <a:off x="6402619" y="1757248"/>
                <a:ext cx="46403" cy="7277"/>
              </a:xfrm>
              <a:prstGeom prst="rect"/>
            </p:spPr>
          </p:pic>
        </mc:Fallback>
      </mc:AlternateContent>
      <mc:AlternateContent xmlns:mc="http://schemas.openxmlformats.org/markup-compatibility/2006" xmlns:p14="http://schemas.microsoft.com/office/powerpoint/2010/main">
        <mc:Choice Requires="p14">
          <p:contentPart r:id="rId169" p14:bwMode="auto">
            <p14:nvContentPartPr>
              <p14:cNvPr id="124" name="墨迹 123"/>
              <p14:cNvContentPartPr/>
              <p14:nvPr/>
            </p14:nvContentPartPr>
            <p14:xfrm>
              <a:off x="6379590" y="1783625"/>
              <a:ext cx="66702" cy="31835"/>
            </p14:xfrm>
          </p:contentPart>
        </mc:Choice>
        <mc:Fallback xmlns="">
          <p:pic>
            <p:nvPicPr>
              <p:cNvPr id="124" name="墨迹 123"/>
            </p:nvPicPr>
            <p:blipFill>
              <a:blip r:embed="rId170"/>
            </p:blipFill>
            <p:spPr>
              <a:xfrm>
                <a:off x="6379590" y="1783625"/>
                <a:ext cx="66702" cy="31835"/>
              </a:xfrm>
              <a:prstGeom prst="rect"/>
            </p:spPr>
          </p:pic>
        </mc:Fallback>
      </mc:AlternateContent>
      <mc:AlternateContent xmlns:mc="http://schemas.openxmlformats.org/markup-compatibility/2006" xmlns:p14="http://schemas.microsoft.com/office/powerpoint/2010/main">
        <mc:Choice Requires="p14">
          <p:contentPart r:id="rId171" p14:bwMode="auto">
            <p14:nvContentPartPr>
              <p14:cNvPr id="125" name="墨迹 124"/>
              <p14:cNvContentPartPr/>
              <p14:nvPr/>
            </p14:nvContentPartPr>
            <p14:xfrm>
              <a:off x="6415358" y="1726324"/>
              <a:ext cx="5458" cy="57301"/>
            </p14:xfrm>
          </p:contentPart>
        </mc:Choice>
        <mc:Fallback xmlns="">
          <p:pic>
            <p:nvPicPr>
              <p:cNvPr id="125" name="墨迹 124"/>
            </p:nvPicPr>
            <p:blipFill>
              <a:blip r:embed="rId172"/>
            </p:blipFill>
            <p:spPr>
              <a:xfrm>
                <a:off x="6415358" y="1726324"/>
                <a:ext cx="5458" cy="57301"/>
              </a:xfrm>
              <a:prstGeom prst="rect"/>
            </p:spPr>
          </p:pic>
        </mc:Fallback>
      </mc:AlternateContent>
      <mc:AlternateContent xmlns:mc="http://schemas.openxmlformats.org/markup-compatibility/2006" xmlns:p14="http://schemas.microsoft.com/office/powerpoint/2010/main">
        <mc:Choice Requires="p14">
          <p:contentPart r:id="rId173" p14:bwMode="auto">
            <p14:nvContentPartPr>
              <p14:cNvPr id="126" name="墨迹 125"/>
              <p14:cNvContentPartPr/>
              <p14:nvPr/>
            </p14:nvContentPartPr>
            <p14:xfrm>
              <a:off x="6408079" y="1808183"/>
              <a:ext cx="43676" cy="60030"/>
            </p14:xfrm>
          </p:contentPart>
        </mc:Choice>
        <mc:Fallback xmlns="">
          <p:pic>
            <p:nvPicPr>
              <p:cNvPr id="126" name="墨迹 125"/>
            </p:nvPicPr>
            <p:blipFill>
              <a:blip r:embed="rId174"/>
            </p:blipFill>
            <p:spPr>
              <a:xfrm>
                <a:off x="6408079" y="1808183"/>
                <a:ext cx="43676" cy="60030"/>
              </a:xfrm>
              <a:prstGeom prst="rect"/>
            </p:spPr>
          </p:pic>
        </mc:Fallback>
      </mc:AlternateContent>
      <mc:AlternateContent xmlns:mc="http://schemas.openxmlformats.org/markup-compatibility/2006" xmlns:p14="http://schemas.microsoft.com/office/powerpoint/2010/main">
        <mc:Choice Requires="p14">
          <p:contentPart r:id="rId175" p14:bwMode="auto">
            <p14:nvContentPartPr>
              <p14:cNvPr id="127" name="墨迹 126"/>
              <p14:cNvContentPartPr/>
              <p14:nvPr/>
            </p14:nvContentPartPr>
            <p14:xfrm>
              <a:off x="6470576" y="1730871"/>
              <a:ext cx="42136" cy="17282"/>
            </p14:xfrm>
          </p:contentPart>
        </mc:Choice>
        <mc:Fallback xmlns="">
          <p:pic>
            <p:nvPicPr>
              <p:cNvPr id="127" name="墨迹 126"/>
            </p:nvPicPr>
            <p:blipFill>
              <a:blip r:embed="rId176"/>
            </p:blipFill>
            <p:spPr>
              <a:xfrm>
                <a:off x="6470576" y="1730871"/>
                <a:ext cx="42136" cy="17282"/>
              </a:xfrm>
              <a:prstGeom prst="rect"/>
            </p:spPr>
          </p:pic>
        </mc:Fallback>
      </mc:AlternateContent>
      <mc:AlternateContent xmlns:mc="http://schemas.openxmlformats.org/markup-compatibility/2006" xmlns:p14="http://schemas.microsoft.com/office/powerpoint/2010/main">
        <mc:Choice Requires="p14">
          <p:contentPart r:id="rId177" p14:bwMode="auto">
            <p14:nvContentPartPr>
              <p14:cNvPr id="128" name="墨迹 127"/>
              <p14:cNvContentPartPr/>
              <p14:nvPr/>
            </p14:nvContentPartPr>
            <p14:xfrm>
              <a:off x="6468754" y="1753610"/>
              <a:ext cx="19392" cy="37292"/>
            </p14:xfrm>
          </p:contentPart>
        </mc:Choice>
        <mc:Fallback xmlns="">
          <p:pic>
            <p:nvPicPr>
              <p:cNvPr id="128" name="墨迹 127"/>
            </p:nvPicPr>
            <p:blipFill>
              <a:blip r:embed="rId178"/>
            </p:blipFill>
            <p:spPr>
              <a:xfrm>
                <a:off x="6468754" y="1753610"/>
                <a:ext cx="19392" cy="37292"/>
              </a:xfrm>
              <a:prstGeom prst="rect"/>
            </p:spPr>
          </p:pic>
        </mc:Fallback>
      </mc:AlternateContent>
      <mc:AlternateContent xmlns:mc="http://schemas.openxmlformats.org/markup-compatibility/2006" xmlns:p14="http://schemas.microsoft.com/office/powerpoint/2010/main">
        <mc:Choice Requires="p14">
          <p:contentPart r:id="rId179" p14:bwMode="auto">
            <p14:nvContentPartPr>
              <p14:cNvPr id="129" name="墨迹 128"/>
              <p14:cNvContentPartPr/>
              <p14:nvPr/>
            </p14:nvContentPartPr>
            <p14:xfrm>
              <a:off x="6475407" y="1704949"/>
              <a:ext cx="84617" cy="81405"/>
            </p14:xfrm>
          </p:contentPart>
        </mc:Choice>
        <mc:Fallback xmlns="">
          <p:pic>
            <p:nvPicPr>
              <p:cNvPr id="129" name="墨迹 128"/>
            </p:nvPicPr>
            <p:blipFill>
              <a:blip r:embed="rId180"/>
            </p:blipFill>
            <p:spPr>
              <a:xfrm>
                <a:off x="6475407" y="1704949"/>
                <a:ext cx="84617" cy="81405"/>
              </a:xfrm>
              <a:prstGeom prst="rect"/>
            </p:spPr>
          </p:pic>
        </mc:Fallback>
      </mc:AlternateContent>
      <mc:AlternateContent xmlns:mc="http://schemas.openxmlformats.org/markup-compatibility/2006" xmlns:p14="http://schemas.microsoft.com/office/powerpoint/2010/main">
        <mc:Choice Requires="p14">
          <p:contentPart r:id="rId181" p14:bwMode="auto">
            <p14:nvContentPartPr>
              <p14:cNvPr id="130" name="墨迹 129"/>
              <p14:cNvContentPartPr/>
              <p14:nvPr/>
            </p14:nvContentPartPr>
            <p14:xfrm>
              <a:off x="6486325" y="1739512"/>
              <a:ext cx="56413" cy="50480"/>
            </p14:xfrm>
          </p:contentPart>
        </mc:Choice>
        <mc:Fallback xmlns="">
          <p:pic>
            <p:nvPicPr>
              <p:cNvPr id="130" name="墨迹 129"/>
            </p:nvPicPr>
            <p:blipFill>
              <a:blip r:embed="rId182"/>
            </p:blipFill>
            <p:spPr>
              <a:xfrm>
                <a:off x="6486325" y="1739512"/>
                <a:ext cx="56413" cy="50480"/>
              </a:xfrm>
              <a:prstGeom prst="rect"/>
            </p:spPr>
          </p:pic>
        </mc:Fallback>
      </mc:AlternateContent>
      <mc:AlternateContent xmlns:mc="http://schemas.openxmlformats.org/markup-compatibility/2006" xmlns:p14="http://schemas.microsoft.com/office/powerpoint/2010/main">
        <mc:Choice Requires="p14">
          <p:contentPart r:id="rId183" p14:bwMode="auto">
            <p14:nvContentPartPr>
              <p14:cNvPr id="131" name="墨迹 130"/>
              <p14:cNvContentPartPr/>
              <p14:nvPr/>
            </p14:nvContentPartPr>
            <p14:xfrm>
              <a:off x="6520899" y="1700856"/>
              <a:ext cx="24566" cy="12734"/>
            </p14:xfrm>
          </p:contentPart>
        </mc:Choice>
        <mc:Fallback xmlns="">
          <p:pic>
            <p:nvPicPr>
              <p:cNvPr id="131" name="墨迹 130"/>
            </p:nvPicPr>
            <p:blipFill>
              <a:blip r:embed="rId184"/>
            </p:blipFill>
            <p:spPr>
              <a:xfrm>
                <a:off x="6520899" y="1700856"/>
                <a:ext cx="24566" cy="12734"/>
              </a:xfrm>
              <a:prstGeom prst="rect"/>
            </p:spPr>
          </p:pic>
        </mc:Fallback>
      </mc:AlternateContent>
      <mc:AlternateContent xmlns:mc="http://schemas.openxmlformats.org/markup-compatibility/2006" xmlns:p14="http://schemas.microsoft.com/office/powerpoint/2010/main">
        <mc:Choice Requires="p14">
          <p:contentPart r:id="rId185" p14:bwMode="auto">
            <p14:nvContentPartPr>
              <p14:cNvPr id="132" name="墨迹 131"/>
              <p14:cNvContentPartPr/>
              <p14:nvPr/>
            </p14:nvContentPartPr>
            <p14:xfrm>
              <a:off x="6455390" y="1800907"/>
              <a:ext cx="16378" cy="43203"/>
            </p14:xfrm>
          </p:contentPart>
        </mc:Choice>
        <mc:Fallback xmlns="">
          <p:pic>
            <p:nvPicPr>
              <p:cNvPr id="132" name="墨迹 131"/>
            </p:nvPicPr>
            <p:blipFill>
              <a:blip r:embed="rId186"/>
            </p:blipFill>
            <p:spPr>
              <a:xfrm>
                <a:off x="6455390" y="1800907"/>
                <a:ext cx="16378" cy="43203"/>
              </a:xfrm>
              <a:prstGeom prst="rect"/>
            </p:spPr>
          </p:pic>
        </mc:Fallback>
      </mc:AlternateContent>
      <mc:AlternateContent xmlns:mc="http://schemas.openxmlformats.org/markup-compatibility/2006" xmlns:p14="http://schemas.microsoft.com/office/powerpoint/2010/main">
        <mc:Choice Requires="p14">
          <p:contentPart r:id="rId187" p14:bwMode="auto">
            <p14:nvContentPartPr>
              <p14:cNvPr id="133" name="墨迹 132"/>
              <p14:cNvContentPartPr/>
              <p14:nvPr/>
            </p14:nvContentPartPr>
            <p14:xfrm>
              <a:off x="6482686" y="1813640"/>
              <a:ext cx="50497" cy="21830"/>
            </p14:xfrm>
          </p:contentPart>
        </mc:Choice>
        <mc:Fallback xmlns="">
          <p:pic>
            <p:nvPicPr>
              <p:cNvPr id="133" name="墨迹 132"/>
            </p:nvPicPr>
            <p:blipFill>
              <a:blip r:embed="rId188"/>
            </p:blipFill>
            <p:spPr>
              <a:xfrm>
                <a:off x="6482686" y="1813640"/>
                <a:ext cx="50497" cy="21830"/>
              </a:xfrm>
              <a:prstGeom prst="rect"/>
            </p:spPr>
          </p:pic>
        </mc:Fallback>
      </mc:AlternateContent>
      <mc:AlternateContent xmlns:mc="http://schemas.openxmlformats.org/markup-compatibility/2006" xmlns:p14="http://schemas.microsoft.com/office/powerpoint/2010/main">
        <mc:Choice Requires="p14">
          <p:contentPart r:id="rId189" p14:bwMode="auto">
            <p14:nvContentPartPr>
              <p14:cNvPr id="134" name="墨迹 133"/>
              <p14:cNvContentPartPr/>
              <p14:nvPr/>
            </p14:nvContentPartPr>
            <p14:xfrm>
              <a:off x="6504522" y="1799088"/>
              <a:ext cx="38215" cy="14552"/>
            </p14:xfrm>
          </p:contentPart>
        </mc:Choice>
        <mc:Fallback xmlns="">
          <p:pic>
            <p:nvPicPr>
              <p:cNvPr id="134" name="墨迹 133"/>
            </p:nvPicPr>
            <p:blipFill>
              <a:blip r:embed="rId190"/>
            </p:blipFill>
            <p:spPr>
              <a:xfrm>
                <a:off x="6504522" y="1799088"/>
                <a:ext cx="38215" cy="14552"/>
              </a:xfrm>
              <a:prstGeom prst="rect"/>
            </p:spPr>
          </p:pic>
        </mc:Fallback>
      </mc:AlternateContent>
      <mc:AlternateContent xmlns:mc="http://schemas.openxmlformats.org/markup-compatibility/2006" xmlns:p14="http://schemas.microsoft.com/office/powerpoint/2010/main">
        <mc:Choice Requires="p14">
          <p:contentPart r:id="rId191" p14:bwMode="auto">
            <p14:nvContentPartPr>
              <p14:cNvPr id="135" name="墨迹 134"/>
              <p14:cNvContentPartPr/>
              <p14:nvPr/>
            </p14:nvContentPartPr>
            <p14:xfrm>
              <a:off x="6580950" y="1714215"/>
              <a:ext cx="7282" cy="34848"/>
            </p14:xfrm>
          </p:contentPart>
        </mc:Choice>
        <mc:Fallback xmlns="">
          <p:pic>
            <p:nvPicPr>
              <p:cNvPr id="135" name="墨迹 134"/>
            </p:nvPicPr>
            <p:blipFill>
              <a:blip r:embed="rId192"/>
            </p:blipFill>
            <p:spPr>
              <a:xfrm>
                <a:off x="6580950" y="1714215"/>
                <a:ext cx="7282" cy="34848"/>
              </a:xfrm>
              <a:prstGeom prst="rect"/>
            </p:spPr>
          </p:pic>
        </mc:Fallback>
      </mc:AlternateContent>
      <mc:AlternateContent xmlns:mc="http://schemas.openxmlformats.org/markup-compatibility/2006" xmlns:p14="http://schemas.microsoft.com/office/powerpoint/2010/main">
        <mc:Choice Requires="p14">
          <p:contentPart r:id="rId193" p14:bwMode="auto">
            <p14:nvContentPartPr>
              <p14:cNvPr id="136" name="墨迹 135"/>
              <p14:cNvContentPartPr/>
              <p14:nvPr/>
            </p14:nvContentPartPr>
            <p14:xfrm>
              <a:off x="6595506" y="1704494"/>
              <a:ext cx="18197" cy="42408"/>
            </p14:xfrm>
          </p:contentPart>
        </mc:Choice>
        <mc:Fallback xmlns="">
          <p:pic>
            <p:nvPicPr>
              <p:cNvPr id="136" name="墨迹 135"/>
            </p:nvPicPr>
            <p:blipFill>
              <a:blip r:embed="rId194"/>
            </p:blipFill>
            <p:spPr>
              <a:xfrm>
                <a:off x="6595506" y="1704494"/>
                <a:ext cx="18197" cy="42408"/>
              </a:xfrm>
              <a:prstGeom prst="rect"/>
            </p:spPr>
          </p:pic>
        </mc:Fallback>
      </mc:AlternateContent>
      <mc:AlternateContent xmlns:mc="http://schemas.openxmlformats.org/markup-compatibility/2006" xmlns:p14="http://schemas.microsoft.com/office/powerpoint/2010/main">
        <mc:Choice Requires="p14">
          <p:contentPart r:id="rId195" p14:bwMode="auto">
            <p14:nvContentPartPr>
              <p14:cNvPr id="137" name="墨迹 136"/>
              <p14:cNvContentPartPr/>
              <p14:nvPr/>
            </p14:nvContentPartPr>
            <p14:xfrm>
              <a:off x="6635541" y="1700856"/>
              <a:ext cx="909" cy="23649"/>
            </p14:xfrm>
          </p:contentPart>
        </mc:Choice>
        <mc:Fallback xmlns="">
          <p:pic>
            <p:nvPicPr>
              <p:cNvPr id="137" name="墨迹 136"/>
            </p:nvPicPr>
            <p:blipFill>
              <a:blip r:embed="rId196"/>
            </p:blipFill>
            <p:spPr>
              <a:xfrm>
                <a:off x="6635541" y="1700856"/>
                <a:ext cx="909" cy="23649"/>
              </a:xfrm>
              <a:prstGeom prst="rect"/>
            </p:spPr>
          </p:pic>
        </mc:Fallback>
      </mc:AlternateContent>
      <mc:AlternateContent xmlns:mc="http://schemas.openxmlformats.org/markup-compatibility/2006" xmlns:p14="http://schemas.microsoft.com/office/powerpoint/2010/main">
        <mc:Choice Requires="p14">
          <p:contentPart r:id="rId197" p14:bwMode="auto">
            <p14:nvContentPartPr>
              <p14:cNvPr id="138" name="墨迹 137"/>
              <p14:cNvContentPartPr/>
              <p14:nvPr/>
            </p14:nvContentPartPr>
            <p14:xfrm>
              <a:off x="6597328" y="1693580"/>
              <a:ext cx="70967" cy="74583"/>
            </p14:xfrm>
          </p:contentPart>
        </mc:Choice>
        <mc:Fallback xmlns="">
          <p:pic>
            <p:nvPicPr>
              <p:cNvPr id="138" name="墨迹 137"/>
            </p:nvPicPr>
            <p:blipFill>
              <a:blip r:embed="rId198"/>
            </p:blipFill>
            <p:spPr>
              <a:xfrm>
                <a:off x="6597328" y="1693580"/>
                <a:ext cx="70967" cy="74583"/>
              </a:xfrm>
              <a:prstGeom prst="rect"/>
            </p:spPr>
          </p:pic>
        </mc:Fallback>
      </mc:AlternateContent>
      <mc:AlternateContent xmlns:mc="http://schemas.openxmlformats.org/markup-compatibility/2006" xmlns:p14="http://schemas.microsoft.com/office/powerpoint/2010/main">
        <mc:Choice Requires="p14">
          <p:contentPart r:id="rId199" p14:bwMode="auto">
            <p14:nvContentPartPr>
              <p14:cNvPr id="139" name="墨迹 138"/>
              <p14:cNvContentPartPr/>
              <p14:nvPr/>
            </p14:nvContentPartPr>
            <p14:xfrm>
              <a:off x="6594598" y="1739057"/>
              <a:ext cx="42763" cy="58212"/>
            </p14:xfrm>
          </p:contentPart>
        </mc:Choice>
        <mc:Fallback xmlns="">
          <p:pic>
            <p:nvPicPr>
              <p:cNvPr id="139" name="墨迹 138"/>
            </p:nvPicPr>
            <p:blipFill>
              <a:blip r:embed="rId200"/>
            </p:blipFill>
            <p:spPr>
              <a:xfrm>
                <a:off x="6594598" y="1739057"/>
                <a:ext cx="42763" cy="58212"/>
              </a:xfrm>
              <a:prstGeom prst="rect"/>
            </p:spPr>
          </p:pic>
        </mc:Fallback>
      </mc:AlternateContent>
      <mc:AlternateContent xmlns:mc="http://schemas.openxmlformats.org/markup-compatibility/2006" xmlns:p14="http://schemas.microsoft.com/office/powerpoint/2010/main">
        <mc:Choice Requires="p14">
          <p:contentPart r:id="rId201" p14:bwMode="auto">
            <p14:nvContentPartPr>
              <p14:cNvPr id="140" name="墨迹 139"/>
              <p14:cNvContentPartPr/>
              <p14:nvPr/>
            </p14:nvContentPartPr>
            <p14:xfrm>
              <a:off x="6630082" y="1773620"/>
              <a:ext cx="14558" cy="8186"/>
            </p14:xfrm>
          </p:contentPart>
        </mc:Choice>
        <mc:Fallback xmlns="">
          <p:pic>
            <p:nvPicPr>
              <p:cNvPr id="140" name="墨迹 139"/>
            </p:nvPicPr>
            <p:blipFill>
              <a:blip r:embed="rId202"/>
            </p:blipFill>
            <p:spPr>
              <a:xfrm>
                <a:off x="6630082" y="1773620"/>
                <a:ext cx="14558" cy="8186"/>
              </a:xfrm>
              <a:prstGeom prst="rect"/>
            </p:spPr>
          </p:pic>
        </mc:Fallback>
      </mc:AlternateContent>
      <mc:AlternateContent xmlns:mc="http://schemas.openxmlformats.org/markup-compatibility/2006" xmlns:p14="http://schemas.microsoft.com/office/powerpoint/2010/main">
        <mc:Choice Requires="p14">
          <p:contentPart r:id="rId203" p14:bwMode="auto">
            <p14:nvContentPartPr>
              <p14:cNvPr id="141" name="墨迹 140"/>
              <p14:cNvContentPartPr/>
              <p14:nvPr/>
            </p14:nvContentPartPr>
            <p14:xfrm>
              <a:off x="6645377" y="1733600"/>
              <a:ext cx="3812" cy="4548"/>
            </p14:xfrm>
          </p:contentPart>
        </mc:Choice>
        <mc:Fallback xmlns="">
          <p:pic>
            <p:nvPicPr>
              <p:cNvPr id="141" name="墨迹 140"/>
            </p:nvPicPr>
            <p:blipFill>
              <a:blip r:embed="rId124"/>
            </p:blipFill>
            <p:spPr>
              <a:xfrm>
                <a:off x="6645377" y="1733600"/>
                <a:ext cx="3812" cy="4548"/>
              </a:xfrm>
              <a:prstGeom prst="rect"/>
            </p:spPr>
          </p:pic>
        </mc:Fallback>
      </mc:AlternateContent>
      <mc:AlternateContent xmlns:mc="http://schemas.openxmlformats.org/markup-compatibility/2006" xmlns:p14="http://schemas.microsoft.com/office/powerpoint/2010/main">
        <mc:Choice Requires="p14">
          <p:contentPart r:id="rId204" p14:bwMode="auto">
            <p14:nvContentPartPr>
              <p14:cNvPr id="142" name="墨迹 141"/>
              <p14:cNvContentPartPr/>
              <p14:nvPr/>
            </p14:nvContentPartPr>
            <p14:xfrm>
              <a:off x="6575946" y="1825180"/>
              <a:ext cx="9554" cy="15747"/>
            </p14:xfrm>
          </p:contentPart>
        </mc:Choice>
        <mc:Fallback xmlns="">
          <p:pic>
            <p:nvPicPr>
              <p:cNvPr id="142" name="墨迹 141"/>
            </p:nvPicPr>
            <p:blipFill>
              <a:blip r:embed="rId205"/>
            </p:blipFill>
            <p:spPr>
              <a:xfrm>
                <a:off x="6575946" y="1825180"/>
                <a:ext cx="9554" cy="15747"/>
              </a:xfrm>
              <a:prstGeom prst="rect"/>
            </p:spPr>
          </p:pic>
        </mc:Fallback>
      </mc:AlternateContent>
      <mc:AlternateContent xmlns:mc="http://schemas.openxmlformats.org/markup-compatibility/2006" xmlns:p14="http://schemas.microsoft.com/office/powerpoint/2010/main">
        <mc:Choice Requires="p14">
          <p:contentPart r:id="rId206" p14:bwMode="auto">
            <p14:nvContentPartPr>
              <p14:cNvPr id="143" name="墨迹 142"/>
              <p14:cNvContentPartPr/>
              <p14:nvPr/>
            </p14:nvContentPartPr>
            <p14:xfrm>
              <a:off x="6600967" y="1810002"/>
              <a:ext cx="20016" cy="19385"/>
            </p14:xfrm>
          </p:contentPart>
        </mc:Choice>
        <mc:Fallback xmlns="">
          <p:pic>
            <p:nvPicPr>
              <p:cNvPr id="143" name="墨迹 142"/>
            </p:nvPicPr>
            <p:blipFill>
              <a:blip r:embed="rId207"/>
            </p:blipFill>
            <p:spPr>
              <a:xfrm>
                <a:off x="6600967" y="1810002"/>
                <a:ext cx="20016" cy="19385"/>
              </a:xfrm>
              <a:prstGeom prst="rect"/>
            </p:spPr>
          </p:pic>
        </mc:Fallback>
      </mc:AlternateContent>
      <mc:AlternateContent xmlns:mc="http://schemas.openxmlformats.org/markup-compatibility/2006" xmlns:p14="http://schemas.microsoft.com/office/powerpoint/2010/main">
        <mc:Choice Requires="p14">
          <p:contentPart r:id="rId208" p14:bwMode="auto">
            <p14:nvContentPartPr>
              <p14:cNvPr id="144" name="墨迹 143"/>
              <p14:cNvContentPartPr/>
              <p14:nvPr/>
            </p14:nvContentPartPr>
            <p14:xfrm>
              <a:off x="6639180" y="1799088"/>
              <a:ext cx="5460" cy="24103"/>
            </p14:xfrm>
          </p:contentPart>
        </mc:Choice>
        <mc:Fallback xmlns="">
          <p:pic>
            <p:nvPicPr>
              <p:cNvPr id="144" name="墨迹 143"/>
            </p:nvPicPr>
            <p:blipFill>
              <a:blip r:embed="rId209"/>
            </p:blipFill>
            <p:spPr>
              <a:xfrm>
                <a:off x="6639180" y="1799088"/>
                <a:ext cx="5460" cy="24103"/>
              </a:xfrm>
              <a:prstGeom prst="rect"/>
            </p:spPr>
          </p:pic>
        </mc:Fallback>
      </mc:AlternateContent>
      <mc:AlternateContent xmlns:mc="http://schemas.openxmlformats.org/markup-compatibility/2006" xmlns:p14="http://schemas.microsoft.com/office/powerpoint/2010/main">
        <mc:Choice Requires="p14">
          <p:contentPart r:id="rId210" p14:bwMode="auto">
            <p14:nvContentPartPr>
              <p14:cNvPr id="145" name="墨迹 144"/>
              <p14:cNvContentPartPr/>
              <p14:nvPr/>
            </p14:nvContentPartPr>
            <p14:xfrm>
              <a:off x="6647370" y="1788798"/>
              <a:ext cx="13650" cy="40759"/>
            </p14:xfrm>
          </p:contentPart>
        </mc:Choice>
        <mc:Fallback xmlns="">
          <p:pic>
            <p:nvPicPr>
              <p:cNvPr id="145" name="墨迹 144"/>
            </p:nvPicPr>
            <p:blipFill>
              <a:blip r:embed="rId211"/>
            </p:blipFill>
            <p:spPr>
              <a:xfrm>
                <a:off x="6647370" y="1788798"/>
                <a:ext cx="13650" cy="40759"/>
              </a:xfrm>
              <a:prstGeom prst="rect"/>
            </p:spPr>
          </p:pic>
        </mc:Fallback>
      </mc:AlternateContent>
      <mc:AlternateContent xmlns:mc="http://schemas.openxmlformats.org/markup-compatibility/2006" xmlns:p14="http://schemas.microsoft.com/office/powerpoint/2010/main">
        <mc:Choice Requires="p14">
          <p:contentPart r:id="rId212" p14:bwMode="auto">
            <p14:nvContentPartPr>
              <p14:cNvPr id="146" name="墨迹 145"/>
              <p14:cNvContentPartPr/>
              <p14:nvPr/>
            </p14:nvContentPartPr>
            <p14:xfrm>
              <a:off x="6747680" y="1664474"/>
              <a:ext cx="1231710" cy="123699"/>
            </p14:xfrm>
          </p:contentPart>
        </mc:Choice>
        <mc:Fallback xmlns="">
          <p:pic>
            <p:nvPicPr>
              <p:cNvPr id="146" name="墨迹 145"/>
            </p:nvPicPr>
            <p:blipFill>
              <a:blip r:embed="rId213"/>
            </p:blipFill>
            <p:spPr>
              <a:xfrm>
                <a:off x="6747680" y="1664474"/>
                <a:ext cx="1231710" cy="123699"/>
              </a:xfrm>
              <a:prstGeom prst="rect"/>
            </p:spPr>
          </p:pic>
        </mc:Fallback>
      </mc:AlternateContent>
      <mc:AlternateContent xmlns:mc="http://schemas.openxmlformats.org/markup-compatibility/2006" xmlns:p14="http://schemas.microsoft.com/office/powerpoint/2010/main">
        <mc:Choice Requires="p14">
          <p:contentPart r:id="rId214" p14:bwMode="auto">
            <p14:nvContentPartPr>
              <p14:cNvPr id="147" name="墨迹 146"/>
              <p14:cNvContentPartPr/>
              <p14:nvPr/>
            </p14:nvContentPartPr>
            <p14:xfrm>
              <a:off x="5086976" y="1116926"/>
              <a:ext cx="60960" cy="25467"/>
            </p14:xfrm>
          </p:contentPart>
        </mc:Choice>
        <mc:Fallback xmlns="">
          <p:pic>
            <p:nvPicPr>
              <p:cNvPr id="147" name="墨迹 146"/>
            </p:nvPicPr>
            <p:blipFill>
              <a:blip r:embed="rId215"/>
            </p:blipFill>
            <p:spPr>
              <a:xfrm>
                <a:off x="5086976" y="1116926"/>
                <a:ext cx="60960" cy="25467"/>
              </a:xfrm>
              <a:prstGeom prst="rect"/>
            </p:spPr>
          </p:pic>
        </mc:Fallback>
      </mc:AlternateContent>
      <mc:AlternateContent xmlns:mc="http://schemas.openxmlformats.org/markup-compatibility/2006" xmlns:p14="http://schemas.microsoft.com/office/powerpoint/2010/main">
        <mc:Choice Requires="p14">
          <p:contentPart r:id="rId216" p14:bwMode="auto">
            <p14:nvContentPartPr>
              <p14:cNvPr id="148" name="墨迹 147"/>
              <p14:cNvContentPartPr/>
              <p14:nvPr/>
            </p14:nvContentPartPr>
            <p14:xfrm>
              <a:off x="5106992" y="1095722"/>
              <a:ext cx="10007" cy="80324"/>
            </p14:xfrm>
          </p:contentPart>
        </mc:Choice>
        <mc:Fallback xmlns="">
          <p:pic>
            <p:nvPicPr>
              <p:cNvPr id="148" name="墨迹 147"/>
            </p:nvPicPr>
            <p:blipFill>
              <a:blip r:embed="rId217"/>
            </p:blipFill>
            <p:spPr>
              <a:xfrm>
                <a:off x="5106992" y="1095722"/>
                <a:ext cx="10007" cy="80324"/>
              </a:xfrm>
              <a:prstGeom prst="rect"/>
            </p:spPr>
          </p:pic>
        </mc:Fallback>
      </mc:AlternateContent>
      <mc:AlternateContent xmlns:mc="http://schemas.openxmlformats.org/markup-compatibility/2006" xmlns:p14="http://schemas.microsoft.com/office/powerpoint/2010/main">
        <mc:Choice Requires="p14">
          <p:contentPart r:id="rId218" p14:bwMode="auto">
            <p14:nvContentPartPr>
              <p14:cNvPr id="149" name="墨迹 148"/>
              <p14:cNvContentPartPr/>
              <p14:nvPr/>
            </p14:nvContentPartPr>
            <p14:xfrm>
              <a:off x="5477017" y="1158765"/>
              <a:ext cx="82171" cy="105508"/>
            </p14:xfrm>
          </p:contentPart>
        </mc:Choice>
        <mc:Fallback xmlns="">
          <p:pic>
            <p:nvPicPr>
              <p:cNvPr id="149" name="墨迹 148"/>
            </p:nvPicPr>
            <p:blipFill>
              <a:blip r:embed="rId219"/>
            </p:blipFill>
            <p:spPr>
              <a:xfrm>
                <a:off x="5477017" y="1158765"/>
                <a:ext cx="82171" cy="105508"/>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7" name="Rectangle 6"/>
          <p:cNvSpPr/>
          <p:nvPr/>
        </p:nvSpPr>
        <p:spPr bwMode="auto">
          <a:xfrm>
            <a:off x="0" y="2414588"/>
            <a:ext cx="9144000" cy="0"/>
          </a:xfrm>
          <a:prstGeom prst="rect">
            <a:avLst/>
          </a:prstGeom>
          <a:noFill/>
          <a:ln w="9525">
            <a:noFill/>
            <a:miter lim="800000"/>
          </a:ln>
        </p:spPr>
        <p:txBody>
          <a:bodyPr wrap="none" anchor="ctr">
            <a:spAutoFit/>
          </a:bodyPr>
          <a:lstStyle/>
          <a:p>
            <a:endParaRPr lang="zh-CN" altLang="en-US"/>
          </a:p>
        </p:txBody>
      </p:sp>
      <p:sp>
        <p:nvSpPr>
          <p:cNvPr id="175108" name="Text Box 7"/>
          <p:cNvSpPr txBox="1"/>
          <p:nvPr/>
        </p:nvSpPr>
        <p:spPr bwMode="auto">
          <a:xfrm>
            <a:off x="1331640" y="5795972"/>
            <a:ext cx="7129463" cy="369332"/>
          </a:xfrm>
          <a:prstGeom prst="rect">
            <a:avLst/>
          </a:prstGeom>
          <a:noFill/>
          <a:ln w="9525">
            <a:noFill/>
            <a:miter lim="800000"/>
          </a:ln>
        </p:spPr>
        <p:txBody>
          <a:bodyPr>
            <a:spAutoFit/>
          </a:bodyPr>
          <a:lstStyle/>
          <a:p>
            <a:pPr>
              <a:spcBef>
                <a:spcPct val="50000"/>
              </a:spcBef>
            </a:pPr>
            <a:r>
              <a:rPr lang="zh-CN" altLang="en-US" dirty="0">
                <a:solidFill>
                  <a:schemeClr val="tx1"/>
                </a:solidFill>
              </a:rPr>
              <a:t>图</a:t>
            </a:r>
            <a:r>
              <a:rPr lang="en-US" altLang="zh-CN" dirty="0">
                <a:solidFill>
                  <a:schemeClr val="tx1"/>
                </a:solidFill>
              </a:rPr>
              <a:t>3-1	  </a:t>
            </a:r>
            <a:r>
              <a:rPr lang="zh-CN" altLang="en-US" dirty="0">
                <a:solidFill>
                  <a:schemeClr val="tx1"/>
                </a:solidFill>
              </a:rPr>
              <a:t>带转速负反馈的闭环直流调速系统原理框图 </a:t>
            </a:r>
            <a:endParaRPr lang="zh-CN" altLang="en-US" dirty="0">
              <a:solidFill>
                <a:schemeClr val="tx1"/>
              </a:solidFill>
            </a:endParaRPr>
          </a:p>
        </p:txBody>
      </p:sp>
      <p:pic>
        <p:nvPicPr>
          <p:cNvPr id="175109" name="Picture 8" descr="0218"/>
          <p:cNvPicPr>
            <a:picLocks noChangeAspect="1" noChangeArrowheads="1"/>
          </p:cNvPicPr>
          <p:nvPr/>
        </p:nvPicPr>
        <p:blipFill>
          <a:blip r:embed="rId1"/>
          <a:srcRect/>
          <a:stretch>
            <a:fillRect/>
          </a:stretch>
        </p:blipFill>
        <p:spPr bwMode="auto">
          <a:xfrm>
            <a:off x="485775" y="1916335"/>
            <a:ext cx="8172450" cy="3744913"/>
          </a:xfrm>
          <a:prstGeom prst="rect">
            <a:avLst/>
          </a:prstGeom>
          <a:noFill/>
          <a:ln w="9525">
            <a:noFill/>
            <a:miter lim="800000"/>
            <a:headEnd/>
            <a:tailEnd/>
          </a:ln>
        </p:spPr>
      </p:pic>
      <p:sp>
        <p:nvSpPr>
          <p:cNvPr id="10" name="Rectangle 3"/>
          <p:cNvSpPr/>
          <p:nvPr>
            <p:ph idx="1"/>
          </p:nvPr>
        </p:nvSpPr>
        <p:spPr>
          <a:xfrm>
            <a:off x="611560" y="755412"/>
            <a:ext cx="7848600" cy="1008112"/>
          </a:xfrm>
        </p:spPr>
        <p:txBody>
          <a:bodyPr/>
          <a:lstStyle/>
          <a:p>
            <a:pPr eaLnBrk="1" hangingPunct="1"/>
            <a:r>
              <a:rPr lang="zh-CN" altLang="en-US" dirty="0"/>
              <a:t>在直流调速系统中，被调节量是转速，所构成的是转速反馈控制的直流调速系统。</a:t>
            </a:r>
            <a:endParaRPr lang="zh-CN" altLang="en-US"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7" name="Rectangle 6"/>
          <p:cNvSpPr/>
          <p:nvPr/>
        </p:nvSpPr>
        <p:spPr bwMode="auto">
          <a:xfrm>
            <a:off x="0" y="2414588"/>
            <a:ext cx="9144000" cy="0"/>
          </a:xfrm>
          <a:prstGeom prst="rect">
            <a:avLst/>
          </a:prstGeom>
          <a:noFill/>
          <a:ln w="9525">
            <a:noFill/>
            <a:miter lim="800000"/>
          </a:ln>
        </p:spPr>
        <p:txBody>
          <a:bodyPr wrap="none" anchor="ctr">
            <a:spAutoFit/>
          </a:bodyPr>
          <a:lstStyle/>
          <a:p>
            <a:endParaRPr lang="zh-CN" altLang="en-US"/>
          </a:p>
        </p:txBody>
      </p:sp>
      <p:pic>
        <p:nvPicPr>
          <p:cNvPr id="175109" name="Picture 8" descr="0218"/>
          <p:cNvPicPr>
            <a:picLocks noChangeAspect="1" noChangeArrowheads="1"/>
          </p:cNvPicPr>
          <p:nvPr/>
        </p:nvPicPr>
        <p:blipFill>
          <a:blip r:embed="rId1"/>
          <a:srcRect/>
          <a:stretch>
            <a:fillRect/>
          </a:stretch>
        </p:blipFill>
        <p:spPr bwMode="auto">
          <a:xfrm>
            <a:off x="611560" y="692696"/>
            <a:ext cx="7798733" cy="3573663"/>
          </a:xfrm>
          <a:prstGeom prst="rect">
            <a:avLst/>
          </a:prstGeom>
          <a:noFill/>
          <a:ln w="9525">
            <a:noFill/>
            <a:miter lim="800000"/>
            <a:headEnd/>
            <a:tailEnd/>
          </a:ln>
        </p:spPr>
      </p:pic>
      <p:sp>
        <p:nvSpPr>
          <p:cNvPr id="3" name="Rectangle 4"/>
          <p:cNvSpPr/>
          <p:nvPr/>
        </p:nvSpPr>
        <p:spPr bwMode="auto">
          <a:xfrm>
            <a:off x="1259632" y="4902870"/>
            <a:ext cx="6336704" cy="614362"/>
          </a:xfrm>
          <a:prstGeom prst="rect">
            <a:avLst/>
          </a:prstGeom>
          <a:blipFill rotWithShape="1">
            <a:blip r:embed="rId2"/>
            <a:stretch>
              <a:fillRect l="-1636" t="-28713" b="-27723"/>
            </a:stretch>
          </a:blipFill>
          <a:ln w="9525">
            <a:noFill/>
            <a:miter lim="800000"/>
          </a:ln>
        </p:spPr>
        <p:txBody>
          <a:bodyPr/>
          <a:lstStyle/>
          <a:p>
            <a:r>
              <a:rPr lang="zh-CN" altLang="en-US">
                <a:noFill/>
              </a:rPr>
              <a:t> </a:t>
            </a:r>
            <a:endParaRPr lang="zh-CN" altLang="en-US">
              <a:noFill/>
            </a:endParaRPr>
          </a:p>
        </p:txBody>
      </p:sp>
      <p:sp>
        <p:nvSpPr>
          <p:cNvPr id="5" name="椭圆 4"/>
          <p:cNvSpPr/>
          <p:nvPr/>
        </p:nvSpPr>
        <p:spPr>
          <a:xfrm>
            <a:off x="2411760" y="1412776"/>
            <a:ext cx="864096" cy="136815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7" name="Rectangle 6"/>
          <p:cNvSpPr/>
          <p:nvPr/>
        </p:nvSpPr>
        <p:spPr bwMode="auto">
          <a:xfrm>
            <a:off x="0" y="2414588"/>
            <a:ext cx="9144000" cy="0"/>
          </a:xfrm>
          <a:prstGeom prst="rect">
            <a:avLst/>
          </a:prstGeom>
          <a:noFill/>
          <a:ln w="9525">
            <a:noFill/>
            <a:miter lim="800000"/>
          </a:ln>
        </p:spPr>
        <p:txBody>
          <a:bodyPr wrap="none" anchor="ctr">
            <a:spAutoFit/>
          </a:bodyPr>
          <a:lstStyle/>
          <a:p>
            <a:endParaRPr lang="zh-CN" altLang="en-US"/>
          </a:p>
        </p:txBody>
      </p:sp>
      <p:pic>
        <p:nvPicPr>
          <p:cNvPr id="175109" name="Picture 8" descr="0218"/>
          <p:cNvPicPr>
            <a:picLocks noChangeAspect="1" noChangeArrowheads="1"/>
          </p:cNvPicPr>
          <p:nvPr/>
        </p:nvPicPr>
        <p:blipFill>
          <a:blip r:embed="rId1"/>
          <a:srcRect/>
          <a:stretch>
            <a:fillRect/>
          </a:stretch>
        </p:blipFill>
        <p:spPr bwMode="auto">
          <a:xfrm>
            <a:off x="611560" y="692696"/>
            <a:ext cx="7798733" cy="3573663"/>
          </a:xfrm>
          <a:prstGeom prst="rect">
            <a:avLst/>
          </a:prstGeom>
          <a:noFill/>
          <a:ln w="9525">
            <a:noFill/>
            <a:miter lim="800000"/>
            <a:headEnd/>
            <a:tailEnd/>
          </a:ln>
        </p:spPr>
      </p:pic>
      <p:sp>
        <p:nvSpPr>
          <p:cNvPr id="5" name="椭圆 4"/>
          <p:cNvSpPr/>
          <p:nvPr/>
        </p:nvSpPr>
        <p:spPr>
          <a:xfrm>
            <a:off x="3059832" y="1196752"/>
            <a:ext cx="936104" cy="172819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Rectangle 4"/>
          <p:cNvSpPr/>
          <p:nvPr/>
        </p:nvSpPr>
        <p:spPr bwMode="auto">
          <a:xfrm>
            <a:off x="1547664" y="4869160"/>
            <a:ext cx="5529156" cy="614362"/>
          </a:xfrm>
          <a:prstGeom prst="rect">
            <a:avLst/>
          </a:prstGeom>
          <a:blipFill rotWithShape="1">
            <a:blip r:embed="rId2"/>
            <a:stretch>
              <a:fillRect l="-1874" t="-27723" b="-29703"/>
            </a:stretch>
          </a:blipFill>
          <a:ln w="9525">
            <a:noFill/>
            <a:miter lim="800000"/>
          </a:ln>
        </p:spPr>
        <p:txBody>
          <a:bodyPr/>
          <a:lstStyle/>
          <a:p>
            <a:r>
              <a:rPr lang="zh-CN" altLang="en-US">
                <a:noFill/>
              </a:rPr>
              <a:t> </a:t>
            </a:r>
            <a:endParaRPr lang="zh-CN" altLang="en-US">
              <a:no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7" name="Rectangle 6"/>
          <p:cNvSpPr/>
          <p:nvPr/>
        </p:nvSpPr>
        <p:spPr bwMode="auto">
          <a:xfrm>
            <a:off x="0" y="2414588"/>
            <a:ext cx="9144000" cy="0"/>
          </a:xfrm>
          <a:prstGeom prst="rect">
            <a:avLst/>
          </a:prstGeom>
          <a:noFill/>
          <a:ln w="9525">
            <a:noFill/>
            <a:miter lim="800000"/>
          </a:ln>
        </p:spPr>
        <p:txBody>
          <a:bodyPr wrap="none" anchor="ctr">
            <a:spAutoFit/>
          </a:bodyPr>
          <a:lstStyle/>
          <a:p>
            <a:endParaRPr lang="zh-CN" altLang="en-US"/>
          </a:p>
        </p:txBody>
      </p:sp>
      <p:pic>
        <p:nvPicPr>
          <p:cNvPr id="175109" name="Picture 8" descr="0218"/>
          <p:cNvPicPr>
            <a:picLocks noChangeAspect="1" noChangeArrowheads="1"/>
          </p:cNvPicPr>
          <p:nvPr/>
        </p:nvPicPr>
        <p:blipFill>
          <a:blip r:embed="rId1"/>
          <a:srcRect/>
          <a:stretch>
            <a:fillRect/>
          </a:stretch>
        </p:blipFill>
        <p:spPr bwMode="auto">
          <a:xfrm>
            <a:off x="611560" y="692696"/>
            <a:ext cx="7798733" cy="3573663"/>
          </a:xfrm>
          <a:prstGeom prst="rect">
            <a:avLst/>
          </a:prstGeom>
          <a:noFill/>
          <a:ln w="9525">
            <a:noFill/>
            <a:miter lim="800000"/>
            <a:headEnd/>
            <a:tailEnd/>
          </a:ln>
        </p:spPr>
      </p:pic>
      <p:sp>
        <p:nvSpPr>
          <p:cNvPr id="5" name="椭圆 4"/>
          <p:cNvSpPr/>
          <p:nvPr/>
        </p:nvSpPr>
        <p:spPr>
          <a:xfrm>
            <a:off x="4716016" y="1124744"/>
            <a:ext cx="1296144" cy="187220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Rectangle 4"/>
          <p:cNvSpPr/>
          <p:nvPr/>
        </p:nvSpPr>
        <p:spPr bwMode="auto">
          <a:xfrm>
            <a:off x="1043608" y="4849907"/>
            <a:ext cx="7272808" cy="614362"/>
          </a:xfrm>
          <a:prstGeom prst="rect">
            <a:avLst/>
          </a:prstGeom>
          <a:blipFill rotWithShape="1">
            <a:blip r:embed="rId2"/>
            <a:stretch>
              <a:fillRect l="-1341" t="-30000" b="-29000"/>
            </a:stretch>
          </a:blipFill>
          <a:ln w="9525">
            <a:noFill/>
            <a:miter lim="800000"/>
          </a:ln>
        </p:spPr>
        <p:txBody>
          <a:bodyPr/>
          <a:lstStyle/>
          <a:p>
            <a:r>
              <a:rPr lang="zh-CN" altLang="en-US">
                <a:noFill/>
              </a:rPr>
              <a:t> </a:t>
            </a:r>
            <a:endParaRPr lang="zh-CN" altLang="en-US">
              <a:no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7" name="Rectangle 6"/>
          <p:cNvSpPr/>
          <p:nvPr/>
        </p:nvSpPr>
        <p:spPr bwMode="auto">
          <a:xfrm>
            <a:off x="0" y="2414588"/>
            <a:ext cx="9144000" cy="0"/>
          </a:xfrm>
          <a:prstGeom prst="rect">
            <a:avLst/>
          </a:prstGeom>
          <a:noFill/>
          <a:ln w="9525">
            <a:noFill/>
            <a:miter lim="800000"/>
          </a:ln>
        </p:spPr>
        <p:txBody>
          <a:bodyPr wrap="none" anchor="ctr">
            <a:spAutoFit/>
          </a:bodyPr>
          <a:lstStyle/>
          <a:p>
            <a:endParaRPr lang="zh-CN" altLang="en-US"/>
          </a:p>
        </p:txBody>
      </p:sp>
      <p:pic>
        <p:nvPicPr>
          <p:cNvPr id="175109" name="Picture 8" descr="0218"/>
          <p:cNvPicPr>
            <a:picLocks noChangeAspect="1" noChangeArrowheads="1"/>
          </p:cNvPicPr>
          <p:nvPr/>
        </p:nvPicPr>
        <p:blipFill>
          <a:blip r:embed="rId1"/>
          <a:srcRect/>
          <a:stretch>
            <a:fillRect/>
          </a:stretch>
        </p:blipFill>
        <p:spPr bwMode="auto">
          <a:xfrm>
            <a:off x="611560" y="692696"/>
            <a:ext cx="7798733" cy="3573663"/>
          </a:xfrm>
          <a:prstGeom prst="rect">
            <a:avLst/>
          </a:prstGeom>
          <a:noFill/>
          <a:ln w="9525">
            <a:noFill/>
            <a:miter lim="800000"/>
            <a:headEnd/>
            <a:tailEnd/>
          </a:ln>
        </p:spPr>
      </p:pic>
      <p:sp>
        <p:nvSpPr>
          <p:cNvPr id="5" name="椭圆 4"/>
          <p:cNvSpPr/>
          <p:nvPr/>
        </p:nvSpPr>
        <p:spPr>
          <a:xfrm>
            <a:off x="7048955" y="1628800"/>
            <a:ext cx="1051437" cy="125410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Rectangle 4"/>
          <p:cNvSpPr/>
          <p:nvPr/>
        </p:nvSpPr>
        <p:spPr bwMode="auto">
          <a:xfrm>
            <a:off x="1043607" y="4849907"/>
            <a:ext cx="7366685" cy="614362"/>
          </a:xfrm>
          <a:prstGeom prst="rect">
            <a:avLst/>
          </a:prstGeom>
          <a:blipFill rotWithShape="1">
            <a:blip r:embed="rId2"/>
            <a:stretch>
              <a:fillRect l="-1323" t="-14000" b="-45000"/>
            </a:stretch>
          </a:blipFill>
          <a:ln w="9525">
            <a:noFill/>
            <a:miter lim="800000"/>
          </a:ln>
        </p:spPr>
        <p:txBody>
          <a:bodyPr/>
          <a:lstStyle/>
          <a:p>
            <a:r>
              <a:rPr lang="zh-CN" altLang="en-US">
                <a:noFill/>
              </a:rPr>
              <a:t> </a:t>
            </a:r>
            <a:endParaRPr lang="zh-CN" altLang="en-US">
              <a:no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7" name="Rectangle 6"/>
          <p:cNvSpPr/>
          <p:nvPr/>
        </p:nvSpPr>
        <p:spPr bwMode="auto">
          <a:xfrm>
            <a:off x="0" y="2414588"/>
            <a:ext cx="9144000" cy="0"/>
          </a:xfrm>
          <a:prstGeom prst="rect">
            <a:avLst/>
          </a:prstGeom>
          <a:noFill/>
          <a:ln w="9525">
            <a:noFill/>
            <a:miter lim="800000"/>
          </a:ln>
        </p:spPr>
        <p:txBody>
          <a:bodyPr wrap="none" anchor="ctr">
            <a:spAutoFit/>
          </a:bodyPr>
          <a:lstStyle/>
          <a:p>
            <a:endParaRPr lang="zh-CN" altLang="en-US"/>
          </a:p>
        </p:txBody>
      </p:sp>
      <p:pic>
        <p:nvPicPr>
          <p:cNvPr id="175109" name="Picture 8" descr="0218"/>
          <p:cNvPicPr>
            <a:picLocks noChangeAspect="1" noChangeArrowheads="1"/>
          </p:cNvPicPr>
          <p:nvPr/>
        </p:nvPicPr>
        <p:blipFill>
          <a:blip r:embed="rId1"/>
          <a:srcRect/>
          <a:stretch>
            <a:fillRect/>
          </a:stretch>
        </p:blipFill>
        <p:spPr bwMode="auto">
          <a:xfrm>
            <a:off x="611560" y="692696"/>
            <a:ext cx="7798733" cy="3573663"/>
          </a:xfrm>
          <a:prstGeom prst="rect">
            <a:avLst/>
          </a:prstGeom>
          <a:noFill/>
          <a:ln w="9525">
            <a:noFill/>
            <a:miter lim="800000"/>
            <a:headEnd/>
            <a:tailEnd/>
          </a:ln>
        </p:spPr>
      </p:pic>
      <p:sp>
        <p:nvSpPr>
          <p:cNvPr id="5" name="椭圆 4"/>
          <p:cNvSpPr/>
          <p:nvPr/>
        </p:nvSpPr>
        <p:spPr>
          <a:xfrm>
            <a:off x="6228184" y="3068959"/>
            <a:ext cx="1152128" cy="148917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Rectangle 4"/>
          <p:cNvSpPr/>
          <p:nvPr/>
        </p:nvSpPr>
        <p:spPr bwMode="auto">
          <a:xfrm>
            <a:off x="1043608" y="4849907"/>
            <a:ext cx="7272808" cy="614362"/>
          </a:xfrm>
          <a:prstGeom prst="rect">
            <a:avLst/>
          </a:prstGeom>
          <a:blipFill rotWithShape="1">
            <a:blip r:embed="rId2"/>
            <a:stretch>
              <a:fillRect l="-1341" t="-30000" b="-29000"/>
            </a:stretch>
          </a:blipFill>
          <a:ln w="9525">
            <a:noFill/>
            <a:miter lim="800000"/>
          </a:ln>
        </p:spPr>
        <p:txBody>
          <a:bodyPr/>
          <a:lstStyle/>
          <a:p>
            <a:r>
              <a:rPr lang="zh-CN" altLang="en-US">
                <a:noFill/>
              </a:rPr>
              <a:t> </a:t>
            </a:r>
            <a:endParaRPr lang="zh-CN" altLang="en-US">
              <a:no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p:nvPr>
            <p:ph idx="1"/>
          </p:nvPr>
        </p:nvSpPr>
        <p:spPr/>
        <p:txBody>
          <a:bodyPr/>
          <a:lstStyle/>
          <a:p>
            <a:r>
              <a:rPr lang="zh-CN" altLang="en-US" dirty="0">
                <a:latin typeface="Times New Roman" panose="02020503050405090304" pitchFamily="18" charset="0"/>
              </a:rPr>
              <a:t>稳态时一定转速给定下负载与转速输出间关系</a:t>
            </a:r>
            <a:endParaRPr lang="zh-CN" altLang="en-US" dirty="0">
              <a:latin typeface="Times New Roman" panose="02020503050405090304" pitchFamily="18" charset="0"/>
            </a:endParaRPr>
          </a:p>
        </p:txBody>
      </p:sp>
      <p:sp>
        <p:nvSpPr>
          <p:cNvPr id="4" name="Rectangle 2"/>
          <p:cNvSpPr txBox="1"/>
          <p:nvPr>
            <p:ph type="title"/>
          </p:nvPr>
        </p:nvSpPr>
        <p:spPr bwMode="auto">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l" rtl="0" eaLnBrk="1" fontAlgn="base" hangingPunct="1">
              <a:spcBef>
                <a:spcPct val="0"/>
              </a:spcBef>
              <a:spcAft>
                <a:spcPct val="0"/>
              </a:spcAft>
              <a:defRPr sz="4000" kern="1200">
                <a:solidFill>
                  <a:schemeClr val="tx2"/>
                </a:solidFill>
                <a:latin typeface="+mj-lt"/>
                <a:ea typeface="+mj-ea"/>
                <a:cs typeface="+mj-cs"/>
              </a:defRPr>
            </a:lvl1pPr>
            <a:lvl2pPr algn="l" rtl="0" eaLnBrk="1" fontAlgn="base" hangingPunct="1">
              <a:spcBef>
                <a:spcPct val="0"/>
              </a:spcBef>
              <a:spcAft>
                <a:spcPct val="0"/>
              </a:spcAft>
              <a:defRPr sz="4000">
                <a:solidFill>
                  <a:schemeClr val="tx2"/>
                </a:solidFill>
                <a:latin typeface="Bookman Old Style" pitchFamily="18" charset="0"/>
                <a:ea typeface="宋体" pitchFamily="2" charset="-122"/>
              </a:defRPr>
            </a:lvl2pPr>
            <a:lvl3pPr algn="l" rtl="0" eaLnBrk="1" fontAlgn="base" hangingPunct="1">
              <a:spcBef>
                <a:spcPct val="0"/>
              </a:spcBef>
              <a:spcAft>
                <a:spcPct val="0"/>
              </a:spcAft>
              <a:defRPr sz="4000">
                <a:solidFill>
                  <a:schemeClr val="tx2"/>
                </a:solidFill>
                <a:latin typeface="Bookman Old Style" pitchFamily="18" charset="0"/>
                <a:ea typeface="宋体" pitchFamily="2" charset="-122"/>
              </a:defRPr>
            </a:lvl3pPr>
            <a:lvl4pPr algn="l" rtl="0" eaLnBrk="1" fontAlgn="base" hangingPunct="1">
              <a:spcBef>
                <a:spcPct val="0"/>
              </a:spcBef>
              <a:spcAft>
                <a:spcPct val="0"/>
              </a:spcAft>
              <a:defRPr sz="4000">
                <a:solidFill>
                  <a:schemeClr val="tx2"/>
                </a:solidFill>
                <a:latin typeface="Bookman Old Style" pitchFamily="18" charset="0"/>
                <a:ea typeface="宋体" pitchFamily="2" charset="-122"/>
              </a:defRPr>
            </a:lvl4pPr>
            <a:lvl5pPr algn="l" rtl="0" eaLnBrk="1" fontAlgn="base" hangingPunct="1">
              <a:spcBef>
                <a:spcPct val="0"/>
              </a:spcBef>
              <a:spcAft>
                <a:spcPct val="0"/>
              </a:spcAft>
              <a:defRPr sz="4000">
                <a:solidFill>
                  <a:schemeClr val="tx2"/>
                </a:solidFill>
                <a:latin typeface="Bookman Old Style" pitchFamily="18" charset="0"/>
                <a:ea typeface="宋体" pitchFamily="2" charset="-122"/>
              </a:defRPr>
            </a:lvl5pPr>
            <a:lvl6pPr marL="457200" algn="l" rtl="0" eaLnBrk="1" fontAlgn="base" hangingPunct="1">
              <a:spcBef>
                <a:spcPct val="0"/>
              </a:spcBef>
              <a:spcAft>
                <a:spcPct val="0"/>
              </a:spcAft>
              <a:defRPr sz="4000">
                <a:solidFill>
                  <a:schemeClr val="tx2"/>
                </a:solidFill>
                <a:latin typeface="Bookman Old Style" pitchFamily="18" charset="0"/>
                <a:ea typeface="宋体" pitchFamily="2" charset="-122"/>
              </a:defRPr>
            </a:lvl6pPr>
            <a:lvl7pPr marL="914400" algn="l" rtl="0" eaLnBrk="1" fontAlgn="base" hangingPunct="1">
              <a:spcBef>
                <a:spcPct val="0"/>
              </a:spcBef>
              <a:spcAft>
                <a:spcPct val="0"/>
              </a:spcAft>
              <a:defRPr sz="4000">
                <a:solidFill>
                  <a:schemeClr val="tx2"/>
                </a:solidFill>
                <a:latin typeface="Bookman Old Style" pitchFamily="18" charset="0"/>
                <a:ea typeface="宋体" pitchFamily="2" charset="-122"/>
              </a:defRPr>
            </a:lvl7pPr>
            <a:lvl8pPr marL="1371600" algn="l" rtl="0" eaLnBrk="1" fontAlgn="base" hangingPunct="1">
              <a:spcBef>
                <a:spcPct val="0"/>
              </a:spcBef>
              <a:spcAft>
                <a:spcPct val="0"/>
              </a:spcAft>
              <a:defRPr sz="4000">
                <a:solidFill>
                  <a:schemeClr val="tx2"/>
                </a:solidFill>
                <a:latin typeface="Bookman Old Style" pitchFamily="18" charset="0"/>
                <a:ea typeface="宋体" pitchFamily="2" charset="-122"/>
              </a:defRPr>
            </a:lvl8pPr>
            <a:lvl9pPr marL="1828800" algn="l" rtl="0" eaLnBrk="1" fontAlgn="base" hangingPunct="1">
              <a:spcBef>
                <a:spcPct val="0"/>
              </a:spcBef>
              <a:spcAft>
                <a:spcPct val="0"/>
              </a:spcAft>
              <a:defRPr sz="4000">
                <a:solidFill>
                  <a:schemeClr val="tx2"/>
                </a:solidFill>
                <a:latin typeface="Bookman Old Style" pitchFamily="18" charset="0"/>
                <a:ea typeface="宋体" pitchFamily="2" charset="-122"/>
              </a:defRPr>
            </a:lvl9pPr>
          </a:lstStyle>
          <a:p>
            <a:r>
              <a:rPr lang="zh-CN" altLang="en-US" dirty="0">
                <a:latin typeface="Times New Roman" panose="02020503050405090304" pitchFamily="18" charset="0"/>
              </a:rPr>
              <a:t>静特性分析</a:t>
            </a:r>
            <a:endParaRPr lang="zh-CN" altLang="en-US" dirty="0">
              <a:latin typeface="Times New Roman" panose="02020503050405090304" pitchFamily="18" charset="0"/>
            </a:endParaRPr>
          </a:p>
        </p:txBody>
      </p:sp>
      <p:pic>
        <p:nvPicPr>
          <p:cNvPr id="5" name="Picture 3" descr="0219a"/>
          <p:cNvPicPr>
            <a:picLocks noChangeAspect="1" noChangeArrowheads="1"/>
          </p:cNvPicPr>
          <p:nvPr/>
        </p:nvPicPr>
        <p:blipFill>
          <a:blip r:embed="rId1"/>
          <a:srcRect/>
          <a:stretch>
            <a:fillRect/>
          </a:stretch>
        </p:blipFill>
        <p:spPr bwMode="auto">
          <a:xfrm>
            <a:off x="755576" y="2132856"/>
            <a:ext cx="8280400" cy="3238500"/>
          </a:xfrm>
          <a:prstGeom prst="rect">
            <a:avLst/>
          </a:prstGeom>
          <a:noFill/>
          <a:ln w="9525">
            <a:noFill/>
            <a:miter lim="800000"/>
            <a:headEnd/>
            <a:tailEnd/>
          </a:ln>
        </p:spPr>
      </p:pic>
      <p:sp>
        <p:nvSpPr>
          <p:cNvPr id="6" name="Text Box 2"/>
          <p:cNvSpPr txBox="1"/>
          <p:nvPr/>
        </p:nvSpPr>
        <p:spPr bwMode="auto">
          <a:xfrm>
            <a:off x="1047450" y="5013176"/>
            <a:ext cx="6911975" cy="946150"/>
          </a:xfrm>
          <a:prstGeom prst="rect">
            <a:avLst/>
          </a:prstGeom>
          <a:noFill/>
          <a:ln w="9525">
            <a:noFill/>
            <a:miter lim="800000"/>
          </a:ln>
        </p:spPr>
        <p:txBody>
          <a:bodyPr>
            <a:spAutoFit/>
          </a:bodyPr>
          <a:lstStyle/>
          <a:p>
            <a:pPr>
              <a:spcBef>
                <a:spcPct val="50000"/>
              </a:spcBef>
            </a:pPr>
            <a:r>
              <a:rPr lang="zh-CN" altLang="en-US" sz="2800" dirty="0"/>
              <a:t>图</a:t>
            </a:r>
            <a:r>
              <a:rPr lang="en-US" sz="2800" dirty="0"/>
              <a:t>3-2</a:t>
            </a:r>
            <a:r>
              <a:rPr lang="en-US" altLang="zh-CN" sz="2800" dirty="0">
                <a:solidFill>
                  <a:schemeClr val="tx1"/>
                </a:solidFill>
              </a:rPr>
              <a:t>  </a:t>
            </a:r>
            <a:r>
              <a:rPr lang="zh-CN" altLang="en-US" sz="2800" dirty="0">
                <a:solidFill>
                  <a:schemeClr val="tx1"/>
                </a:solidFill>
              </a:rPr>
              <a:t>转速负反馈闭环直流调速系统稳态结构框图</a:t>
            </a:r>
            <a:endParaRPr lang="zh-CN" altLang="en-US" sz="2800" dirty="0">
              <a:solidFill>
                <a:schemeClr val="tx1"/>
              </a:solidFill>
            </a:endParaRPr>
          </a:p>
        </p:txBody>
      </p:sp>
      <mc:AlternateContent xmlns:mc="http://schemas.openxmlformats.org/markup-compatibility/2006" xmlns:p14="http://schemas.microsoft.com/office/powerpoint/2010/main">
        <mc:Choice Requires="p14">
          <p:contentPart r:id="rId2" p14:bwMode="auto">
            <p14:nvContentPartPr>
              <p14:cNvPr id="2" name="墨迹 1"/>
              <p14:cNvContentPartPr/>
              <p14:nvPr/>
            </p14:nvContentPartPr>
            <p14:xfrm>
              <a:off x="5395415" y="1969173"/>
              <a:ext cx="2251880" cy="2201109"/>
            </p14:xfrm>
          </p:contentPart>
        </mc:Choice>
        <mc:Fallback xmlns="">
          <p:pic>
            <p:nvPicPr>
              <p:cNvPr id="2" name="墨迹 1"/>
            </p:nvPicPr>
            <p:blipFill>
              <a:blip r:embed="rId3"/>
            </p:blipFill>
            <p:spPr>
              <a:xfrm>
                <a:off x="5395415" y="1969173"/>
                <a:ext cx="2251880" cy="2201109"/>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7" name="墨迹 6"/>
              <p14:cNvContentPartPr/>
              <p14:nvPr/>
            </p14:nvContentPartPr>
            <p14:xfrm>
              <a:off x="6735560" y="1846268"/>
              <a:ext cx="56724" cy="158308"/>
            </p14:xfrm>
          </p:contentPart>
        </mc:Choice>
        <mc:Fallback xmlns="">
          <p:pic>
            <p:nvPicPr>
              <p:cNvPr id="7" name="墨迹 6"/>
            </p:nvPicPr>
            <p:blipFill>
              <a:blip r:embed="rId5"/>
            </p:blipFill>
            <p:spPr>
              <a:xfrm>
                <a:off x="6735560" y="1846268"/>
                <a:ext cx="56724" cy="158308"/>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8" name="墨迹 7"/>
              <p14:cNvContentPartPr/>
              <p14:nvPr/>
            </p14:nvContentPartPr>
            <p14:xfrm>
              <a:off x="6741496" y="1934327"/>
              <a:ext cx="34644" cy="8905"/>
            </p14:xfrm>
          </p:contentPart>
        </mc:Choice>
        <mc:Fallback xmlns="">
          <p:pic>
            <p:nvPicPr>
              <p:cNvPr id="8" name="墨迹 7"/>
            </p:nvPicPr>
            <p:blipFill>
              <a:blip r:embed="rId7"/>
            </p:blipFill>
            <p:spPr>
              <a:xfrm>
                <a:off x="6741496" y="1934327"/>
                <a:ext cx="34644" cy="8905"/>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9" name="墨迹 8"/>
              <p14:cNvContentPartPr/>
              <p14:nvPr/>
            </p14:nvContentPartPr>
            <p14:xfrm>
              <a:off x="6835342" y="1898707"/>
              <a:ext cx="24932" cy="8905"/>
            </p14:xfrm>
          </p:contentPart>
        </mc:Choice>
        <mc:Fallback xmlns="">
          <p:pic>
            <p:nvPicPr>
              <p:cNvPr id="9" name="墨迹 8"/>
            </p:nvPicPr>
            <p:blipFill>
              <a:blip r:embed="rId9"/>
            </p:blipFill>
            <p:spPr>
              <a:xfrm>
                <a:off x="6835342" y="1898707"/>
                <a:ext cx="24932" cy="8905"/>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10" name="墨迹 9"/>
              <p14:cNvContentPartPr/>
              <p14:nvPr/>
            </p14:nvContentPartPr>
            <p14:xfrm>
              <a:off x="6833298" y="1930369"/>
              <a:ext cx="60624" cy="14842"/>
            </p14:xfrm>
          </p:contentPart>
        </mc:Choice>
        <mc:Fallback xmlns="">
          <p:pic>
            <p:nvPicPr>
              <p:cNvPr id="10" name="墨迹 9"/>
            </p:nvPicPr>
            <p:blipFill>
              <a:blip r:embed="rId11"/>
            </p:blipFill>
            <p:spPr>
              <a:xfrm>
                <a:off x="6833298" y="1930369"/>
                <a:ext cx="60624" cy="14842"/>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1" name="墨迹 10"/>
              <p14:cNvContentPartPr/>
              <p14:nvPr/>
            </p14:nvContentPartPr>
            <p14:xfrm>
              <a:off x="7044368" y="1707748"/>
              <a:ext cx="81167" cy="130110"/>
            </p14:xfrm>
          </p:contentPart>
        </mc:Choice>
        <mc:Fallback xmlns="">
          <p:pic>
            <p:nvPicPr>
              <p:cNvPr id="11" name="墨迹 10"/>
            </p:nvPicPr>
            <p:blipFill>
              <a:blip r:embed="rId13"/>
            </p:blipFill>
            <p:spPr>
              <a:xfrm>
                <a:off x="7044368" y="1707748"/>
                <a:ext cx="81167" cy="13011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2" name="墨迹 11"/>
              <p14:cNvContentPartPr/>
              <p14:nvPr/>
            </p14:nvContentPartPr>
            <p14:xfrm>
              <a:off x="7129480" y="1731494"/>
              <a:ext cx="61379" cy="104880"/>
            </p14:xfrm>
          </p:contentPart>
        </mc:Choice>
        <mc:Fallback xmlns="">
          <p:pic>
            <p:nvPicPr>
              <p:cNvPr id="12" name="墨迹 11"/>
            </p:nvPicPr>
            <p:blipFill>
              <a:blip r:embed="rId15"/>
            </p:blipFill>
            <p:spPr>
              <a:xfrm>
                <a:off x="7129480" y="1731494"/>
                <a:ext cx="61379" cy="10488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3" name="墨迹 12"/>
              <p14:cNvContentPartPr/>
              <p14:nvPr/>
            </p14:nvContentPartPr>
            <p14:xfrm>
              <a:off x="7204703" y="1775029"/>
              <a:ext cx="31685" cy="55408"/>
            </p14:xfrm>
          </p:contentPart>
        </mc:Choice>
        <mc:Fallback xmlns="">
          <p:pic>
            <p:nvPicPr>
              <p:cNvPr id="13" name="墨迹 12"/>
            </p:nvPicPr>
            <p:blipFill>
              <a:blip r:embed="rId17"/>
            </p:blipFill>
            <p:spPr>
              <a:xfrm>
                <a:off x="7204703" y="1775029"/>
                <a:ext cx="31685" cy="55408"/>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4" name="墨迹 13"/>
              <p14:cNvContentPartPr/>
              <p14:nvPr/>
            </p14:nvContentPartPr>
            <p14:xfrm>
              <a:off x="7285132" y="1767114"/>
              <a:ext cx="45270" cy="7915"/>
            </p14:xfrm>
          </p:contentPart>
        </mc:Choice>
        <mc:Fallback xmlns="">
          <p:pic>
            <p:nvPicPr>
              <p:cNvPr id="14" name="墨迹 13"/>
            </p:nvPicPr>
            <p:blipFill>
              <a:blip r:embed="rId19"/>
            </p:blipFill>
            <p:spPr>
              <a:xfrm>
                <a:off x="7285132" y="1767114"/>
                <a:ext cx="45270" cy="7915"/>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5" name="墨迹 14"/>
              <p14:cNvContentPartPr/>
              <p14:nvPr/>
            </p14:nvContentPartPr>
            <p14:xfrm>
              <a:off x="7349212" y="1716158"/>
              <a:ext cx="57399" cy="106364"/>
            </p14:xfrm>
          </p:contentPart>
        </mc:Choice>
        <mc:Fallback xmlns="">
          <p:pic>
            <p:nvPicPr>
              <p:cNvPr id="15" name="墨迹 14"/>
            </p:nvPicPr>
            <p:blipFill>
              <a:blip r:embed="rId21"/>
            </p:blipFill>
            <p:spPr>
              <a:xfrm>
                <a:off x="7349212" y="1716158"/>
                <a:ext cx="57399" cy="106364"/>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16" name="墨迹 15"/>
              <p14:cNvContentPartPr/>
              <p14:nvPr/>
            </p14:nvContentPartPr>
            <p14:xfrm>
              <a:off x="7414537" y="1739410"/>
              <a:ext cx="55426" cy="108837"/>
            </p14:xfrm>
          </p:contentPart>
        </mc:Choice>
        <mc:Fallback xmlns="">
          <p:pic>
            <p:nvPicPr>
              <p:cNvPr id="16" name="墨迹 15"/>
            </p:nvPicPr>
            <p:blipFill>
              <a:blip r:embed="rId23"/>
            </p:blipFill>
            <p:spPr>
              <a:xfrm>
                <a:off x="7414537" y="1739410"/>
                <a:ext cx="55426" cy="108837"/>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17" name="墨迹 16"/>
              <p14:cNvContentPartPr/>
              <p14:nvPr/>
            </p14:nvContentPartPr>
            <p14:xfrm>
              <a:off x="7501630" y="1730258"/>
              <a:ext cx="3963" cy="101168"/>
            </p14:xfrm>
          </p:contentPart>
        </mc:Choice>
        <mc:Fallback xmlns="">
          <p:pic>
            <p:nvPicPr>
              <p:cNvPr id="17" name="墨迹 16"/>
            </p:nvPicPr>
            <p:blipFill>
              <a:blip r:embed="rId25"/>
            </p:blipFill>
            <p:spPr>
              <a:xfrm>
                <a:off x="7501630" y="1730258"/>
                <a:ext cx="3963" cy="101168"/>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18" name="墨迹 17"/>
              <p14:cNvContentPartPr/>
              <p14:nvPr/>
            </p14:nvContentPartPr>
            <p14:xfrm>
              <a:off x="7513510" y="1719621"/>
              <a:ext cx="64089" cy="79154"/>
            </p14:xfrm>
          </p:contentPart>
        </mc:Choice>
        <mc:Fallback xmlns="">
          <p:pic>
            <p:nvPicPr>
              <p:cNvPr id="18" name="墨迹 17"/>
            </p:nvPicPr>
            <p:blipFill>
              <a:blip r:embed="rId27"/>
            </p:blipFill>
            <p:spPr>
              <a:xfrm>
                <a:off x="7513510" y="1719621"/>
                <a:ext cx="64089" cy="79154"/>
              </a:xfrm>
              <a:prstGeom prst="rect"/>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Text Box 5"/>
          <p:cNvSpPr txBox="1"/>
          <p:nvPr/>
        </p:nvSpPr>
        <p:spPr bwMode="auto">
          <a:xfrm>
            <a:off x="1007267" y="5260975"/>
            <a:ext cx="6911975" cy="946150"/>
          </a:xfrm>
          <a:prstGeom prst="rect">
            <a:avLst/>
          </a:prstGeom>
          <a:noFill/>
          <a:ln w="9525">
            <a:noFill/>
            <a:miter lim="800000"/>
          </a:ln>
        </p:spPr>
        <p:txBody>
          <a:bodyPr>
            <a:spAutoFit/>
          </a:bodyPr>
          <a:lstStyle/>
          <a:p>
            <a:pPr>
              <a:spcBef>
                <a:spcPct val="50000"/>
              </a:spcBef>
            </a:pPr>
            <a:r>
              <a:rPr lang="zh-CN" altLang="en-US" sz="2800" dirty="0">
                <a:solidFill>
                  <a:schemeClr val="tx1"/>
                </a:solidFill>
              </a:rPr>
              <a:t>图</a:t>
            </a:r>
            <a:r>
              <a:rPr lang="en-US" altLang="zh-CN" sz="2800" dirty="0">
                <a:solidFill>
                  <a:schemeClr val="tx1"/>
                </a:solidFill>
              </a:rPr>
              <a:t>3-2	</a:t>
            </a:r>
            <a:r>
              <a:rPr lang="zh-CN" altLang="en-US" sz="2800" dirty="0">
                <a:solidFill>
                  <a:schemeClr val="tx1"/>
                </a:solidFill>
              </a:rPr>
              <a:t>转速负反馈闭环直流调速系统稳态结构框图</a:t>
            </a:r>
            <a:endParaRPr lang="zh-CN" altLang="en-US" sz="2800" dirty="0">
              <a:solidFill>
                <a:schemeClr val="tx1"/>
              </a:solidFill>
            </a:endParaRPr>
          </a:p>
        </p:txBody>
      </p:sp>
      <p:sp>
        <p:nvSpPr>
          <p:cNvPr id="177155" name="Text Box 6"/>
          <p:cNvSpPr txBox="1"/>
          <p:nvPr/>
        </p:nvSpPr>
        <p:spPr bwMode="auto">
          <a:xfrm>
            <a:off x="1762918" y="4725144"/>
            <a:ext cx="5400675" cy="457200"/>
          </a:xfrm>
          <a:prstGeom prst="rect">
            <a:avLst/>
          </a:prstGeom>
          <a:noFill/>
          <a:ln w="9525">
            <a:noFill/>
            <a:miter lim="800000"/>
          </a:ln>
        </p:spPr>
        <p:txBody>
          <a:bodyPr>
            <a:spAutoFit/>
          </a:bodyPr>
          <a:lstStyle/>
          <a:p>
            <a:pPr>
              <a:spcBef>
                <a:spcPct val="50000"/>
              </a:spcBef>
            </a:pPr>
            <a:r>
              <a:rPr lang="zh-CN" altLang="en-US" dirty="0">
                <a:solidFill>
                  <a:schemeClr val="tx1"/>
                </a:solidFill>
              </a:rPr>
              <a:t>（</a:t>
            </a:r>
            <a:r>
              <a:rPr lang="en-US" altLang="zh-CN" dirty="0">
                <a:solidFill>
                  <a:schemeClr val="tx1"/>
                </a:solidFill>
              </a:rPr>
              <a:t>b</a:t>
            </a:r>
            <a:r>
              <a:rPr lang="zh-CN" altLang="en-US" dirty="0">
                <a:solidFill>
                  <a:schemeClr val="tx1"/>
                </a:solidFill>
              </a:rPr>
              <a:t>）只考虑给定作用时的闭环系统 </a:t>
            </a:r>
            <a:endParaRPr lang="zh-CN" altLang="en-US" dirty="0">
              <a:solidFill>
                <a:schemeClr val="tx1"/>
              </a:solidFill>
            </a:endParaRPr>
          </a:p>
        </p:txBody>
      </p:sp>
      <p:pic>
        <p:nvPicPr>
          <p:cNvPr id="177156" name="Picture 7" descr="0219b"/>
          <p:cNvPicPr>
            <a:picLocks noChangeAspect="1" noChangeArrowheads="1"/>
          </p:cNvPicPr>
          <p:nvPr/>
        </p:nvPicPr>
        <p:blipFill>
          <a:blip r:embed="rId1"/>
          <a:srcRect/>
          <a:stretch>
            <a:fillRect/>
          </a:stretch>
        </p:blipFill>
        <p:spPr bwMode="auto">
          <a:xfrm>
            <a:off x="900111" y="1772816"/>
            <a:ext cx="7451725" cy="2619375"/>
          </a:xfrm>
          <a:prstGeom prst="rect">
            <a:avLst/>
          </a:prstGeom>
          <a:noFill/>
          <a:ln w="9525">
            <a:noFill/>
            <a:miter lim="800000"/>
            <a:headEnd/>
            <a:tailEnd/>
          </a:ln>
        </p:spPr>
      </p:pic>
      <p:sp>
        <p:nvSpPr>
          <p:cNvPr id="5" name="Rectangle 2"/>
          <p:cNvSpPr txBox="1"/>
          <p:nvPr/>
        </p:nvSpPr>
        <p:spPr bwMode="auto">
          <a:xfrm>
            <a:off x="609600" y="609600"/>
            <a:ext cx="7707313"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l" rtl="0" eaLnBrk="1" fontAlgn="base" hangingPunct="1">
              <a:spcBef>
                <a:spcPct val="0"/>
              </a:spcBef>
              <a:spcAft>
                <a:spcPct val="0"/>
              </a:spcAft>
              <a:defRPr sz="4000" kern="1200">
                <a:solidFill>
                  <a:schemeClr val="tx2"/>
                </a:solidFill>
                <a:latin typeface="+mj-lt"/>
                <a:ea typeface="+mj-ea"/>
                <a:cs typeface="+mj-cs"/>
              </a:defRPr>
            </a:lvl1pPr>
            <a:lvl2pPr algn="l" rtl="0" eaLnBrk="1" fontAlgn="base" hangingPunct="1">
              <a:spcBef>
                <a:spcPct val="0"/>
              </a:spcBef>
              <a:spcAft>
                <a:spcPct val="0"/>
              </a:spcAft>
              <a:defRPr sz="4000">
                <a:solidFill>
                  <a:schemeClr val="tx2"/>
                </a:solidFill>
                <a:latin typeface="Bookman Old Style" pitchFamily="18" charset="0"/>
                <a:ea typeface="宋体" pitchFamily="2" charset="-122"/>
              </a:defRPr>
            </a:lvl2pPr>
            <a:lvl3pPr algn="l" rtl="0" eaLnBrk="1" fontAlgn="base" hangingPunct="1">
              <a:spcBef>
                <a:spcPct val="0"/>
              </a:spcBef>
              <a:spcAft>
                <a:spcPct val="0"/>
              </a:spcAft>
              <a:defRPr sz="4000">
                <a:solidFill>
                  <a:schemeClr val="tx2"/>
                </a:solidFill>
                <a:latin typeface="Bookman Old Style" pitchFamily="18" charset="0"/>
                <a:ea typeface="宋体" pitchFamily="2" charset="-122"/>
              </a:defRPr>
            </a:lvl3pPr>
            <a:lvl4pPr algn="l" rtl="0" eaLnBrk="1" fontAlgn="base" hangingPunct="1">
              <a:spcBef>
                <a:spcPct val="0"/>
              </a:spcBef>
              <a:spcAft>
                <a:spcPct val="0"/>
              </a:spcAft>
              <a:defRPr sz="4000">
                <a:solidFill>
                  <a:schemeClr val="tx2"/>
                </a:solidFill>
                <a:latin typeface="Bookman Old Style" pitchFamily="18" charset="0"/>
                <a:ea typeface="宋体" pitchFamily="2" charset="-122"/>
              </a:defRPr>
            </a:lvl4pPr>
            <a:lvl5pPr algn="l" rtl="0" eaLnBrk="1" fontAlgn="base" hangingPunct="1">
              <a:spcBef>
                <a:spcPct val="0"/>
              </a:spcBef>
              <a:spcAft>
                <a:spcPct val="0"/>
              </a:spcAft>
              <a:defRPr sz="4000">
                <a:solidFill>
                  <a:schemeClr val="tx2"/>
                </a:solidFill>
                <a:latin typeface="Bookman Old Style" pitchFamily="18" charset="0"/>
                <a:ea typeface="宋体" pitchFamily="2" charset="-122"/>
              </a:defRPr>
            </a:lvl5pPr>
            <a:lvl6pPr marL="457200" algn="l" rtl="0" eaLnBrk="1" fontAlgn="base" hangingPunct="1">
              <a:spcBef>
                <a:spcPct val="0"/>
              </a:spcBef>
              <a:spcAft>
                <a:spcPct val="0"/>
              </a:spcAft>
              <a:defRPr sz="4000">
                <a:solidFill>
                  <a:schemeClr val="tx2"/>
                </a:solidFill>
                <a:latin typeface="Bookman Old Style" pitchFamily="18" charset="0"/>
                <a:ea typeface="宋体" pitchFamily="2" charset="-122"/>
              </a:defRPr>
            </a:lvl6pPr>
            <a:lvl7pPr marL="914400" algn="l" rtl="0" eaLnBrk="1" fontAlgn="base" hangingPunct="1">
              <a:spcBef>
                <a:spcPct val="0"/>
              </a:spcBef>
              <a:spcAft>
                <a:spcPct val="0"/>
              </a:spcAft>
              <a:defRPr sz="4000">
                <a:solidFill>
                  <a:schemeClr val="tx2"/>
                </a:solidFill>
                <a:latin typeface="Bookman Old Style" pitchFamily="18" charset="0"/>
                <a:ea typeface="宋体" pitchFamily="2" charset="-122"/>
              </a:defRPr>
            </a:lvl7pPr>
            <a:lvl8pPr marL="1371600" algn="l" rtl="0" eaLnBrk="1" fontAlgn="base" hangingPunct="1">
              <a:spcBef>
                <a:spcPct val="0"/>
              </a:spcBef>
              <a:spcAft>
                <a:spcPct val="0"/>
              </a:spcAft>
              <a:defRPr sz="4000">
                <a:solidFill>
                  <a:schemeClr val="tx2"/>
                </a:solidFill>
                <a:latin typeface="Bookman Old Style" pitchFamily="18" charset="0"/>
                <a:ea typeface="宋体" pitchFamily="2" charset="-122"/>
              </a:defRPr>
            </a:lvl8pPr>
            <a:lvl9pPr marL="1828800" algn="l" rtl="0" eaLnBrk="1" fontAlgn="base" hangingPunct="1">
              <a:spcBef>
                <a:spcPct val="0"/>
              </a:spcBef>
              <a:spcAft>
                <a:spcPct val="0"/>
              </a:spcAft>
              <a:defRPr sz="4000">
                <a:solidFill>
                  <a:schemeClr val="tx2"/>
                </a:solidFill>
                <a:latin typeface="Bookman Old Style" pitchFamily="18" charset="0"/>
                <a:ea typeface="宋体" pitchFamily="2" charset="-122"/>
              </a:defRPr>
            </a:lvl9pPr>
          </a:lstStyle>
          <a:p>
            <a:r>
              <a:rPr lang="zh-CN" altLang="en-US">
                <a:latin typeface="Times New Roman" panose="02020503050405090304" pitchFamily="18" charset="0"/>
              </a:rPr>
              <a:t>静特性分析</a:t>
            </a:r>
            <a:endParaRPr lang="zh-CN" altLang="en-US" dirty="0">
              <a:latin typeface="Times New Roman" panose="02020503050405090304" pitchFamily="18" charset="0"/>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Text Box 4"/>
          <p:cNvSpPr txBox="1"/>
          <p:nvPr/>
        </p:nvSpPr>
        <p:spPr bwMode="auto">
          <a:xfrm>
            <a:off x="995890" y="5085184"/>
            <a:ext cx="6911975" cy="946150"/>
          </a:xfrm>
          <a:prstGeom prst="rect">
            <a:avLst/>
          </a:prstGeom>
          <a:noFill/>
          <a:ln w="9525">
            <a:noFill/>
            <a:miter lim="800000"/>
          </a:ln>
        </p:spPr>
        <p:txBody>
          <a:bodyPr>
            <a:spAutoFit/>
          </a:bodyPr>
          <a:lstStyle/>
          <a:p>
            <a:pPr>
              <a:spcBef>
                <a:spcPct val="50000"/>
              </a:spcBef>
            </a:pPr>
            <a:r>
              <a:rPr lang="zh-CN" altLang="en-US" sz="2800" dirty="0">
                <a:solidFill>
                  <a:schemeClr val="tx1"/>
                </a:solidFill>
              </a:rPr>
              <a:t>图</a:t>
            </a:r>
            <a:r>
              <a:rPr lang="en-US" altLang="zh-CN" sz="2800" dirty="0">
                <a:solidFill>
                  <a:schemeClr val="tx1"/>
                </a:solidFill>
              </a:rPr>
              <a:t>3-2	</a:t>
            </a:r>
            <a:r>
              <a:rPr lang="zh-CN" altLang="en-US" sz="2800" dirty="0">
                <a:solidFill>
                  <a:schemeClr val="tx1"/>
                </a:solidFill>
              </a:rPr>
              <a:t>转速负反馈闭环直流调速系统稳态结构框图</a:t>
            </a:r>
            <a:endParaRPr lang="zh-CN" altLang="en-US" sz="2800" dirty="0">
              <a:solidFill>
                <a:schemeClr val="tx1"/>
              </a:solidFill>
            </a:endParaRPr>
          </a:p>
        </p:txBody>
      </p:sp>
      <p:sp>
        <p:nvSpPr>
          <p:cNvPr id="178179" name="Text Box 6"/>
          <p:cNvSpPr txBox="1"/>
          <p:nvPr/>
        </p:nvSpPr>
        <p:spPr bwMode="auto">
          <a:xfrm>
            <a:off x="2123728" y="4509120"/>
            <a:ext cx="5040313" cy="457200"/>
          </a:xfrm>
          <a:prstGeom prst="rect">
            <a:avLst/>
          </a:prstGeom>
          <a:noFill/>
          <a:ln w="9525">
            <a:noFill/>
            <a:miter lim="800000"/>
          </a:ln>
        </p:spPr>
        <p:txBody>
          <a:bodyPr>
            <a:spAutoFit/>
          </a:bodyPr>
          <a:lstStyle/>
          <a:p>
            <a:pPr>
              <a:spcBef>
                <a:spcPct val="50000"/>
              </a:spcBef>
            </a:pPr>
            <a:r>
              <a:rPr lang="zh-CN" altLang="en-US">
                <a:solidFill>
                  <a:schemeClr val="tx1"/>
                </a:solidFill>
              </a:rPr>
              <a:t>（</a:t>
            </a:r>
            <a:r>
              <a:rPr lang="en-US" altLang="zh-CN">
                <a:solidFill>
                  <a:schemeClr val="tx1"/>
                </a:solidFill>
              </a:rPr>
              <a:t>c</a:t>
            </a:r>
            <a:r>
              <a:rPr lang="zh-CN" altLang="en-US">
                <a:solidFill>
                  <a:schemeClr val="tx1"/>
                </a:solidFill>
              </a:rPr>
              <a:t>）只考虑扰动作用时的闭环系统</a:t>
            </a:r>
            <a:endParaRPr lang="zh-CN" altLang="en-US">
              <a:solidFill>
                <a:schemeClr val="tx1"/>
              </a:solidFill>
            </a:endParaRPr>
          </a:p>
        </p:txBody>
      </p:sp>
      <p:pic>
        <p:nvPicPr>
          <p:cNvPr id="178180" name="Picture 7" descr="0219c"/>
          <p:cNvPicPr>
            <a:picLocks noChangeAspect="1" noChangeArrowheads="1"/>
          </p:cNvPicPr>
          <p:nvPr/>
        </p:nvPicPr>
        <p:blipFill>
          <a:blip r:embed="rId1"/>
          <a:srcRect/>
          <a:stretch>
            <a:fillRect/>
          </a:stretch>
        </p:blipFill>
        <p:spPr bwMode="auto">
          <a:xfrm>
            <a:off x="796053" y="1844824"/>
            <a:ext cx="7308850" cy="2370137"/>
          </a:xfrm>
          <a:prstGeom prst="rect">
            <a:avLst/>
          </a:prstGeom>
          <a:noFill/>
          <a:ln w="9525">
            <a:noFill/>
            <a:miter lim="800000"/>
            <a:headEnd/>
            <a:tailEnd/>
          </a:ln>
        </p:spPr>
      </p:pic>
      <p:sp>
        <p:nvSpPr>
          <p:cNvPr id="5" name="Rectangle 2"/>
          <p:cNvSpPr txBox="1"/>
          <p:nvPr/>
        </p:nvSpPr>
        <p:spPr bwMode="auto">
          <a:xfrm>
            <a:off x="609600" y="609600"/>
            <a:ext cx="7707313"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l" rtl="0" eaLnBrk="1" fontAlgn="base" hangingPunct="1">
              <a:spcBef>
                <a:spcPct val="0"/>
              </a:spcBef>
              <a:spcAft>
                <a:spcPct val="0"/>
              </a:spcAft>
              <a:defRPr sz="4000" kern="1200">
                <a:solidFill>
                  <a:schemeClr val="tx2"/>
                </a:solidFill>
                <a:latin typeface="+mj-lt"/>
                <a:ea typeface="+mj-ea"/>
                <a:cs typeface="+mj-cs"/>
              </a:defRPr>
            </a:lvl1pPr>
            <a:lvl2pPr algn="l" rtl="0" eaLnBrk="1" fontAlgn="base" hangingPunct="1">
              <a:spcBef>
                <a:spcPct val="0"/>
              </a:spcBef>
              <a:spcAft>
                <a:spcPct val="0"/>
              </a:spcAft>
              <a:defRPr sz="4000">
                <a:solidFill>
                  <a:schemeClr val="tx2"/>
                </a:solidFill>
                <a:latin typeface="Bookman Old Style" pitchFamily="18" charset="0"/>
                <a:ea typeface="宋体" pitchFamily="2" charset="-122"/>
              </a:defRPr>
            </a:lvl2pPr>
            <a:lvl3pPr algn="l" rtl="0" eaLnBrk="1" fontAlgn="base" hangingPunct="1">
              <a:spcBef>
                <a:spcPct val="0"/>
              </a:spcBef>
              <a:spcAft>
                <a:spcPct val="0"/>
              </a:spcAft>
              <a:defRPr sz="4000">
                <a:solidFill>
                  <a:schemeClr val="tx2"/>
                </a:solidFill>
                <a:latin typeface="Bookman Old Style" pitchFamily="18" charset="0"/>
                <a:ea typeface="宋体" pitchFamily="2" charset="-122"/>
              </a:defRPr>
            </a:lvl3pPr>
            <a:lvl4pPr algn="l" rtl="0" eaLnBrk="1" fontAlgn="base" hangingPunct="1">
              <a:spcBef>
                <a:spcPct val="0"/>
              </a:spcBef>
              <a:spcAft>
                <a:spcPct val="0"/>
              </a:spcAft>
              <a:defRPr sz="4000">
                <a:solidFill>
                  <a:schemeClr val="tx2"/>
                </a:solidFill>
                <a:latin typeface="Bookman Old Style" pitchFamily="18" charset="0"/>
                <a:ea typeface="宋体" pitchFamily="2" charset="-122"/>
              </a:defRPr>
            </a:lvl4pPr>
            <a:lvl5pPr algn="l" rtl="0" eaLnBrk="1" fontAlgn="base" hangingPunct="1">
              <a:spcBef>
                <a:spcPct val="0"/>
              </a:spcBef>
              <a:spcAft>
                <a:spcPct val="0"/>
              </a:spcAft>
              <a:defRPr sz="4000">
                <a:solidFill>
                  <a:schemeClr val="tx2"/>
                </a:solidFill>
                <a:latin typeface="Bookman Old Style" pitchFamily="18" charset="0"/>
                <a:ea typeface="宋体" pitchFamily="2" charset="-122"/>
              </a:defRPr>
            </a:lvl5pPr>
            <a:lvl6pPr marL="457200" algn="l" rtl="0" eaLnBrk="1" fontAlgn="base" hangingPunct="1">
              <a:spcBef>
                <a:spcPct val="0"/>
              </a:spcBef>
              <a:spcAft>
                <a:spcPct val="0"/>
              </a:spcAft>
              <a:defRPr sz="4000">
                <a:solidFill>
                  <a:schemeClr val="tx2"/>
                </a:solidFill>
                <a:latin typeface="Bookman Old Style" pitchFamily="18" charset="0"/>
                <a:ea typeface="宋体" pitchFamily="2" charset="-122"/>
              </a:defRPr>
            </a:lvl6pPr>
            <a:lvl7pPr marL="914400" algn="l" rtl="0" eaLnBrk="1" fontAlgn="base" hangingPunct="1">
              <a:spcBef>
                <a:spcPct val="0"/>
              </a:spcBef>
              <a:spcAft>
                <a:spcPct val="0"/>
              </a:spcAft>
              <a:defRPr sz="4000">
                <a:solidFill>
                  <a:schemeClr val="tx2"/>
                </a:solidFill>
                <a:latin typeface="Bookman Old Style" pitchFamily="18" charset="0"/>
                <a:ea typeface="宋体" pitchFamily="2" charset="-122"/>
              </a:defRPr>
            </a:lvl7pPr>
            <a:lvl8pPr marL="1371600" algn="l" rtl="0" eaLnBrk="1" fontAlgn="base" hangingPunct="1">
              <a:spcBef>
                <a:spcPct val="0"/>
              </a:spcBef>
              <a:spcAft>
                <a:spcPct val="0"/>
              </a:spcAft>
              <a:defRPr sz="4000">
                <a:solidFill>
                  <a:schemeClr val="tx2"/>
                </a:solidFill>
                <a:latin typeface="Bookman Old Style" pitchFamily="18" charset="0"/>
                <a:ea typeface="宋体" pitchFamily="2" charset="-122"/>
              </a:defRPr>
            </a:lvl8pPr>
            <a:lvl9pPr marL="1828800" algn="l" rtl="0" eaLnBrk="1" fontAlgn="base" hangingPunct="1">
              <a:spcBef>
                <a:spcPct val="0"/>
              </a:spcBef>
              <a:spcAft>
                <a:spcPct val="0"/>
              </a:spcAft>
              <a:defRPr sz="4000">
                <a:solidFill>
                  <a:schemeClr val="tx2"/>
                </a:solidFill>
                <a:latin typeface="Bookman Old Style" pitchFamily="18" charset="0"/>
                <a:ea typeface="宋体" pitchFamily="2" charset="-122"/>
              </a:defRPr>
            </a:lvl9pPr>
          </a:lstStyle>
          <a:p>
            <a:r>
              <a:rPr lang="zh-CN" altLang="en-US">
                <a:latin typeface="Times New Roman" panose="02020503050405090304" pitchFamily="18" charset="0"/>
              </a:rPr>
              <a:t>静特性分析</a:t>
            </a:r>
            <a:endParaRPr lang="zh-CN" altLang="en-US" dirty="0">
              <a:latin typeface="Times New Roman" panose="02020503050405090304" pitchFamily="18"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2"/>
          <p:cNvSpPr/>
          <p:nvPr>
            <p:ph type="title"/>
          </p:nvPr>
        </p:nvSpPr>
        <p:spPr>
          <a:xfrm>
            <a:off x="755576" y="1484784"/>
            <a:ext cx="8162925" cy="701675"/>
          </a:xfrm>
        </p:spPr>
        <p:txBody>
          <a:bodyPr/>
          <a:lstStyle/>
          <a:p>
            <a:pPr marL="457200" indent="-457200">
              <a:buFont typeface="Wingdings" panose="05000000000000000000" pitchFamily="2" charset="2"/>
              <a:buChar char="p"/>
            </a:pPr>
            <a:endParaRPr lang="zh-CN" altLang="en-US" sz="3200" dirty="0">
              <a:latin typeface="Times New Roman" panose="02020503050405090304" pitchFamily="18" charset="0"/>
            </a:endParaRPr>
          </a:p>
        </p:txBody>
      </p:sp>
      <p:sp>
        <p:nvSpPr>
          <p:cNvPr id="40967" name="Rectangle 7"/>
          <p:cNvSpPr/>
          <p:nvPr>
            <p:ph idx="1"/>
          </p:nvPr>
        </p:nvSpPr>
        <p:spPr>
          <a:xfrm>
            <a:off x="912813" y="4076700"/>
            <a:ext cx="7404100" cy="2019300"/>
          </a:xfrm>
          <a:noFill/>
        </p:spPr>
        <p:txBody>
          <a:bodyPr/>
          <a:lstStyle/>
          <a:p>
            <a:pPr eaLnBrk="1" hangingPunct="1">
              <a:buFont typeface="Wingdings" panose="05000000000000000000" pitchFamily="2" charset="2"/>
              <a:buNone/>
            </a:pPr>
            <a:r>
              <a:rPr lang="zh-CN" altLang="en-US" sz="2800" dirty="0"/>
              <a:t>式中</a:t>
            </a:r>
            <a:r>
              <a:rPr lang="en-US" altLang="zh-CN" sz="2800" dirty="0"/>
              <a:t>:             </a:t>
            </a:r>
            <a:r>
              <a:rPr lang="en-US" altLang="zh-CN" sz="2800" dirty="0">
                <a:latin typeface="Times New Roman" panose="02020503050405090304" pitchFamily="18" charset="0"/>
              </a:rPr>
              <a:t>——</a:t>
            </a:r>
            <a:r>
              <a:rPr lang="zh-CN" altLang="en-US" sz="2800" dirty="0"/>
              <a:t>闭环系统的开环放大系数 </a:t>
            </a:r>
            <a:endParaRPr lang="zh-CN" altLang="en-US" sz="2800" dirty="0"/>
          </a:p>
          <a:p>
            <a:pPr eaLnBrk="1" hangingPunct="1"/>
            <a:r>
              <a:rPr lang="zh-CN" altLang="en-US" sz="2800" dirty="0"/>
              <a:t>闭环调速系统的</a:t>
            </a:r>
            <a:r>
              <a:rPr lang="zh-CN" altLang="en-US" sz="2800" b="1" dirty="0">
                <a:solidFill>
                  <a:srgbClr val="FF7C80"/>
                </a:solidFill>
              </a:rPr>
              <a:t>静特性</a:t>
            </a:r>
            <a:r>
              <a:rPr lang="zh-CN" altLang="en-US" sz="2800" dirty="0"/>
              <a:t>表示闭环系统电动机转速与负载电流（或转矩）间的稳态关系。 </a:t>
            </a:r>
            <a:endParaRPr lang="zh-CN" altLang="en-US" sz="2800" dirty="0"/>
          </a:p>
        </p:txBody>
      </p:sp>
      <p:sp>
        <p:nvSpPr>
          <p:cNvPr id="40965" name="Rectangle 5"/>
          <p:cNvSpPr/>
          <p:nvPr/>
        </p:nvSpPr>
        <p:spPr bwMode="auto">
          <a:xfrm>
            <a:off x="0" y="3186113"/>
            <a:ext cx="9144000" cy="0"/>
          </a:xfrm>
          <a:prstGeom prst="rect">
            <a:avLst/>
          </a:prstGeom>
          <a:noFill/>
          <a:ln w="9525">
            <a:noFill/>
            <a:miter lim="800000"/>
          </a:ln>
        </p:spPr>
        <p:txBody>
          <a:bodyPr wrap="none" anchor="ctr">
            <a:spAutoFit/>
          </a:bodyPr>
          <a:lstStyle/>
          <a:p>
            <a:endParaRPr lang="zh-CN" altLang="en-US"/>
          </a:p>
        </p:txBody>
      </p:sp>
      <p:graphicFrame>
        <p:nvGraphicFramePr>
          <p:cNvPr id="40962" name="Object 4"/>
          <p:cNvGraphicFramePr>
            <a:graphicFrameLocks noChangeAspect="1"/>
          </p:cNvGraphicFramePr>
          <p:nvPr/>
        </p:nvGraphicFramePr>
        <p:xfrm>
          <a:off x="675657" y="2607469"/>
          <a:ext cx="6985000" cy="1157287"/>
        </p:xfrm>
        <a:graphic>
          <a:graphicData uri="http://schemas.openxmlformats.org/presentationml/2006/ole">
            <mc:AlternateContent xmlns:mc="http://schemas.openxmlformats.org/markup-compatibility/2006">
              <mc:Choice xmlns:v="urn:schemas-microsoft-com:vml" Requires="v">
                <p:oleObj spid="_x0000_s38404" name="Equation" r:id="rId1" imgW="2933700" imgH="482600" progId="Equation.DSMT4">
                  <p:embed/>
                </p:oleObj>
              </mc:Choice>
              <mc:Fallback>
                <p:oleObj name="Equation" r:id="rId1" imgW="2933700" imgH="482600" progId="Equation.DSMT4">
                  <p:embed/>
                  <p:pic>
                    <p:nvPicPr>
                      <p:cNvPr id="0" name="图片 3840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657" y="2607469"/>
                        <a:ext cx="6985000" cy="1157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68" name="Rectangle 9"/>
          <p:cNvSpPr/>
          <p:nvPr/>
        </p:nvSpPr>
        <p:spPr bwMode="auto">
          <a:xfrm>
            <a:off x="0" y="3200400"/>
            <a:ext cx="9144000" cy="0"/>
          </a:xfrm>
          <a:prstGeom prst="rect">
            <a:avLst/>
          </a:prstGeom>
          <a:noFill/>
          <a:ln w="9525">
            <a:noFill/>
            <a:miter lim="800000"/>
          </a:ln>
        </p:spPr>
        <p:txBody>
          <a:bodyPr wrap="none" anchor="ctr">
            <a:spAutoFit/>
          </a:bodyPr>
          <a:lstStyle/>
          <a:p>
            <a:endParaRPr lang="zh-CN" altLang="en-US"/>
          </a:p>
        </p:txBody>
      </p:sp>
      <p:graphicFrame>
        <p:nvGraphicFramePr>
          <p:cNvPr id="40963" name="Object 8"/>
          <p:cNvGraphicFramePr>
            <a:graphicFrameLocks noChangeAspect="1"/>
          </p:cNvGraphicFramePr>
          <p:nvPr/>
        </p:nvGraphicFramePr>
        <p:xfrm>
          <a:off x="1928794" y="3933825"/>
          <a:ext cx="1584325" cy="874713"/>
        </p:xfrm>
        <a:graphic>
          <a:graphicData uri="http://schemas.openxmlformats.org/presentationml/2006/ole">
            <mc:AlternateContent xmlns:mc="http://schemas.openxmlformats.org/markup-compatibility/2006">
              <mc:Choice xmlns:v="urn:schemas-microsoft-com:vml" Requires="v">
                <p:oleObj spid="_x0000_s2" name="公式" r:id="rId3" imgW="825500" imgH="457200" progId="Equation.3">
                  <p:embed/>
                </p:oleObj>
              </mc:Choice>
              <mc:Fallback>
                <p:oleObj name="公式" r:id="rId3" imgW="825500" imgH="457200" progId="Equation.3">
                  <p:embed/>
                  <p:pic>
                    <p:nvPicPr>
                      <p:cNvPr id="0" name="图片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8794" y="3933825"/>
                        <a:ext cx="1584325" cy="874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2"/>
          <p:cNvSpPr txBox="1"/>
          <p:nvPr/>
        </p:nvSpPr>
        <p:spPr bwMode="auto">
          <a:xfrm>
            <a:off x="646854" y="692696"/>
            <a:ext cx="81629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l" rtl="0" eaLnBrk="1" fontAlgn="base" hangingPunct="1">
              <a:spcBef>
                <a:spcPct val="0"/>
              </a:spcBef>
              <a:spcAft>
                <a:spcPct val="0"/>
              </a:spcAft>
              <a:defRPr sz="4000" kern="1200">
                <a:solidFill>
                  <a:schemeClr val="tx2"/>
                </a:solidFill>
                <a:latin typeface="+mj-lt"/>
                <a:ea typeface="+mj-ea"/>
                <a:cs typeface="+mj-cs"/>
              </a:defRPr>
            </a:lvl1pPr>
            <a:lvl2pPr algn="l" rtl="0" eaLnBrk="1" fontAlgn="base" hangingPunct="1">
              <a:spcBef>
                <a:spcPct val="0"/>
              </a:spcBef>
              <a:spcAft>
                <a:spcPct val="0"/>
              </a:spcAft>
              <a:defRPr sz="4000">
                <a:solidFill>
                  <a:schemeClr val="tx2"/>
                </a:solidFill>
                <a:latin typeface="Bookman Old Style" pitchFamily="18" charset="0"/>
                <a:ea typeface="宋体" pitchFamily="2" charset="-122"/>
              </a:defRPr>
            </a:lvl2pPr>
            <a:lvl3pPr algn="l" rtl="0" eaLnBrk="1" fontAlgn="base" hangingPunct="1">
              <a:spcBef>
                <a:spcPct val="0"/>
              </a:spcBef>
              <a:spcAft>
                <a:spcPct val="0"/>
              </a:spcAft>
              <a:defRPr sz="4000">
                <a:solidFill>
                  <a:schemeClr val="tx2"/>
                </a:solidFill>
                <a:latin typeface="Bookman Old Style" pitchFamily="18" charset="0"/>
                <a:ea typeface="宋体" pitchFamily="2" charset="-122"/>
              </a:defRPr>
            </a:lvl3pPr>
            <a:lvl4pPr algn="l" rtl="0" eaLnBrk="1" fontAlgn="base" hangingPunct="1">
              <a:spcBef>
                <a:spcPct val="0"/>
              </a:spcBef>
              <a:spcAft>
                <a:spcPct val="0"/>
              </a:spcAft>
              <a:defRPr sz="4000">
                <a:solidFill>
                  <a:schemeClr val="tx2"/>
                </a:solidFill>
                <a:latin typeface="Bookman Old Style" pitchFamily="18" charset="0"/>
                <a:ea typeface="宋体" pitchFamily="2" charset="-122"/>
              </a:defRPr>
            </a:lvl4pPr>
            <a:lvl5pPr algn="l" rtl="0" eaLnBrk="1" fontAlgn="base" hangingPunct="1">
              <a:spcBef>
                <a:spcPct val="0"/>
              </a:spcBef>
              <a:spcAft>
                <a:spcPct val="0"/>
              </a:spcAft>
              <a:defRPr sz="4000">
                <a:solidFill>
                  <a:schemeClr val="tx2"/>
                </a:solidFill>
                <a:latin typeface="Bookman Old Style" pitchFamily="18" charset="0"/>
                <a:ea typeface="宋体" pitchFamily="2" charset="-122"/>
              </a:defRPr>
            </a:lvl5pPr>
            <a:lvl6pPr marL="457200" algn="l" rtl="0" eaLnBrk="1" fontAlgn="base" hangingPunct="1">
              <a:spcBef>
                <a:spcPct val="0"/>
              </a:spcBef>
              <a:spcAft>
                <a:spcPct val="0"/>
              </a:spcAft>
              <a:defRPr sz="4000">
                <a:solidFill>
                  <a:schemeClr val="tx2"/>
                </a:solidFill>
                <a:latin typeface="Bookman Old Style" pitchFamily="18" charset="0"/>
                <a:ea typeface="宋体" pitchFamily="2" charset="-122"/>
              </a:defRPr>
            </a:lvl6pPr>
            <a:lvl7pPr marL="914400" algn="l" rtl="0" eaLnBrk="1" fontAlgn="base" hangingPunct="1">
              <a:spcBef>
                <a:spcPct val="0"/>
              </a:spcBef>
              <a:spcAft>
                <a:spcPct val="0"/>
              </a:spcAft>
              <a:defRPr sz="4000">
                <a:solidFill>
                  <a:schemeClr val="tx2"/>
                </a:solidFill>
                <a:latin typeface="Bookman Old Style" pitchFamily="18" charset="0"/>
                <a:ea typeface="宋体" pitchFamily="2" charset="-122"/>
              </a:defRPr>
            </a:lvl7pPr>
            <a:lvl8pPr marL="1371600" algn="l" rtl="0" eaLnBrk="1" fontAlgn="base" hangingPunct="1">
              <a:spcBef>
                <a:spcPct val="0"/>
              </a:spcBef>
              <a:spcAft>
                <a:spcPct val="0"/>
              </a:spcAft>
              <a:defRPr sz="4000">
                <a:solidFill>
                  <a:schemeClr val="tx2"/>
                </a:solidFill>
                <a:latin typeface="Bookman Old Style" pitchFamily="18" charset="0"/>
                <a:ea typeface="宋体" pitchFamily="2" charset="-122"/>
              </a:defRPr>
            </a:lvl8pPr>
            <a:lvl9pPr marL="1828800" algn="l" rtl="0" eaLnBrk="1" fontAlgn="base" hangingPunct="1">
              <a:spcBef>
                <a:spcPct val="0"/>
              </a:spcBef>
              <a:spcAft>
                <a:spcPct val="0"/>
              </a:spcAft>
              <a:defRPr sz="4000">
                <a:solidFill>
                  <a:schemeClr val="tx2"/>
                </a:solidFill>
                <a:latin typeface="Bookman Old Style" pitchFamily="18" charset="0"/>
                <a:ea typeface="宋体" pitchFamily="2" charset="-122"/>
              </a:defRPr>
            </a:lvl9pPr>
          </a:lstStyle>
          <a:p>
            <a:r>
              <a:rPr lang="zh-CN" altLang="en-US" dirty="0">
                <a:latin typeface="Times New Roman" panose="02020503050405090304" pitchFamily="18" charset="0"/>
              </a:rPr>
              <a:t>静特性分析</a:t>
            </a:r>
            <a:endParaRPr lang="zh-CN" altLang="en-US" dirty="0">
              <a:latin typeface="Times New Roman" panose="02020503050405090304" pitchFamily="18" charset="0"/>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93" name="Rectangle 3"/>
          <p:cNvSpPr/>
          <p:nvPr>
            <p:ph idx="1"/>
          </p:nvPr>
        </p:nvSpPr>
        <p:spPr>
          <a:xfrm>
            <a:off x="395536" y="1484784"/>
            <a:ext cx="8748464" cy="4622329"/>
          </a:xfrm>
        </p:spPr>
        <p:txBody>
          <a:bodyPr>
            <a:normAutofit fontScale="92500" lnSpcReduction="10000"/>
          </a:bodyPr>
          <a:lstStyle/>
          <a:p>
            <a:pPr eaLnBrk="1" hangingPunct="1">
              <a:lnSpc>
                <a:spcPct val="80000"/>
              </a:lnSpc>
              <a:buFont typeface="Wingdings" panose="05000000000000000000" pitchFamily="2" charset="2"/>
              <a:buNone/>
            </a:pPr>
            <a:r>
              <a:rPr lang="en-US" altLang="zh-CN" sz="2400" dirty="0">
                <a:latin typeface="Times New Roman" panose="02020503050405090304" pitchFamily="18" charset="0"/>
              </a:rPr>
              <a:t>1</a:t>
            </a:r>
            <a:r>
              <a:rPr lang="zh-CN" altLang="en-US" sz="2400" dirty="0">
                <a:latin typeface="Times New Roman" panose="02020503050405090304" pitchFamily="18" charset="0"/>
              </a:rPr>
              <a:t>．开环系统机械特性和比例控制闭环系统静特性的关系</a:t>
            </a:r>
            <a:endParaRPr lang="zh-CN" altLang="en-US" sz="2400" dirty="0">
              <a:latin typeface="Times New Roman" panose="02020503050405090304" pitchFamily="18" charset="0"/>
            </a:endParaRPr>
          </a:p>
          <a:p>
            <a:pPr eaLnBrk="1" hangingPunct="1">
              <a:lnSpc>
                <a:spcPct val="80000"/>
              </a:lnSpc>
              <a:buFont typeface="Wingdings" panose="05000000000000000000" pitchFamily="2" charset="2"/>
              <a:buNone/>
            </a:pPr>
            <a:endParaRPr lang="zh-CN" altLang="en-US" sz="2400" dirty="0">
              <a:latin typeface="Times New Roman" panose="02020503050405090304" pitchFamily="18" charset="0"/>
            </a:endParaRPr>
          </a:p>
          <a:p>
            <a:pPr eaLnBrk="1" hangingPunct="1">
              <a:lnSpc>
                <a:spcPct val="80000"/>
              </a:lnSpc>
            </a:pPr>
            <a:r>
              <a:rPr lang="zh-CN" altLang="en-US" sz="2400" dirty="0">
                <a:latin typeface="Times New Roman" panose="02020503050405090304" pitchFamily="18" charset="0"/>
              </a:rPr>
              <a:t>开环机械特性为</a:t>
            </a:r>
            <a:endParaRPr lang="zh-CN" altLang="en-US" sz="2400" dirty="0">
              <a:latin typeface="Times New Roman" panose="02020503050405090304" pitchFamily="18" charset="0"/>
            </a:endParaRPr>
          </a:p>
          <a:p>
            <a:pPr eaLnBrk="1" hangingPunct="1">
              <a:lnSpc>
                <a:spcPct val="80000"/>
              </a:lnSpc>
              <a:buFont typeface="Wingdings" panose="05000000000000000000" pitchFamily="2" charset="2"/>
              <a:buNone/>
            </a:pPr>
            <a:r>
              <a:rPr lang="zh-CN" altLang="en-US" sz="2400" dirty="0">
                <a:latin typeface="Times New Roman" panose="02020503050405090304" pitchFamily="18" charset="0"/>
              </a:rPr>
              <a:t>				                                        </a:t>
            </a:r>
            <a:endParaRPr lang="zh-CN" altLang="en-US" sz="2400" dirty="0">
              <a:latin typeface="Times New Roman" panose="02020503050405090304" pitchFamily="18" charset="0"/>
            </a:endParaRPr>
          </a:p>
          <a:p>
            <a:pPr eaLnBrk="1" hangingPunct="1">
              <a:lnSpc>
                <a:spcPct val="80000"/>
              </a:lnSpc>
              <a:buFont typeface="Wingdings" panose="05000000000000000000" pitchFamily="2" charset="2"/>
              <a:buNone/>
            </a:pPr>
            <a:r>
              <a:rPr lang="zh-CN" altLang="en-US" sz="2400" dirty="0">
                <a:latin typeface="Times New Roman" panose="02020503050405090304" pitchFamily="18" charset="0"/>
              </a:rPr>
              <a:t>                                                                                        </a:t>
            </a:r>
            <a:r>
              <a:rPr lang="en-US" altLang="zh-CN" sz="2400" dirty="0">
                <a:latin typeface="Times New Roman" panose="02020503050405090304" pitchFamily="18" charset="0"/>
              </a:rPr>
              <a:t>(3-2)</a:t>
            </a:r>
            <a:endParaRPr lang="en-US" altLang="zh-CN" sz="2400" dirty="0">
              <a:latin typeface="Times New Roman" panose="02020503050405090304" pitchFamily="18" charset="0"/>
            </a:endParaRPr>
          </a:p>
          <a:p>
            <a:pPr eaLnBrk="1" hangingPunct="1">
              <a:lnSpc>
                <a:spcPct val="80000"/>
              </a:lnSpc>
              <a:buFont typeface="Wingdings" panose="05000000000000000000" pitchFamily="2" charset="2"/>
              <a:buNone/>
            </a:pPr>
            <a:r>
              <a:rPr lang="en-US" altLang="zh-CN" sz="2400" dirty="0">
                <a:latin typeface="Times New Roman" panose="02020503050405090304" pitchFamily="18" charset="0"/>
              </a:rPr>
              <a:t>     </a:t>
            </a:r>
            <a:r>
              <a:rPr lang="zh-CN" altLang="en-US" sz="2400" dirty="0">
                <a:latin typeface="Times New Roman" panose="02020503050405090304" pitchFamily="18" charset="0"/>
              </a:rPr>
              <a:t>式中，       表示开环系统的理想空载转速，</a:t>
            </a:r>
            <a:endParaRPr lang="zh-CN" altLang="en-US" sz="2400" dirty="0">
              <a:latin typeface="Times New Roman" panose="02020503050405090304" pitchFamily="18" charset="0"/>
            </a:endParaRPr>
          </a:p>
          <a:p>
            <a:pPr eaLnBrk="1" hangingPunct="1">
              <a:lnSpc>
                <a:spcPct val="80000"/>
              </a:lnSpc>
              <a:buFont typeface="Wingdings" panose="05000000000000000000" pitchFamily="2" charset="2"/>
              <a:buNone/>
            </a:pPr>
            <a:r>
              <a:rPr lang="zh-CN" altLang="en-US" sz="2400" dirty="0">
                <a:latin typeface="Times New Roman" panose="02020503050405090304" pitchFamily="18" charset="0"/>
              </a:rPr>
              <a:t>                        表示开环系统的稳态速降。</a:t>
            </a:r>
            <a:endParaRPr lang="zh-CN" altLang="en-US" sz="2400" dirty="0">
              <a:latin typeface="Times New Roman" panose="02020503050405090304" pitchFamily="18" charset="0"/>
            </a:endParaRPr>
          </a:p>
          <a:p>
            <a:pPr eaLnBrk="1" hangingPunct="1">
              <a:lnSpc>
                <a:spcPct val="80000"/>
              </a:lnSpc>
              <a:buFont typeface="Wingdings" panose="05000000000000000000" pitchFamily="2" charset="2"/>
              <a:buNone/>
            </a:pPr>
            <a:endParaRPr lang="zh-CN" altLang="en-US" sz="2400" dirty="0">
              <a:latin typeface="Times New Roman" panose="02020503050405090304" pitchFamily="18" charset="0"/>
            </a:endParaRPr>
          </a:p>
          <a:p>
            <a:pPr eaLnBrk="1" hangingPunct="1">
              <a:lnSpc>
                <a:spcPct val="80000"/>
              </a:lnSpc>
            </a:pPr>
            <a:r>
              <a:rPr lang="zh-CN" altLang="en-US" sz="2400" dirty="0">
                <a:latin typeface="Times New Roman" panose="02020503050405090304" pitchFamily="18" charset="0"/>
              </a:rPr>
              <a:t>比例控制闭环系统的静特性为</a:t>
            </a:r>
            <a:endParaRPr lang="zh-CN" altLang="en-US" sz="2400" dirty="0">
              <a:latin typeface="Times New Roman" panose="02020503050405090304" pitchFamily="18" charset="0"/>
            </a:endParaRPr>
          </a:p>
          <a:p>
            <a:pPr eaLnBrk="1" hangingPunct="1">
              <a:lnSpc>
                <a:spcPct val="80000"/>
              </a:lnSpc>
              <a:buFont typeface="Wingdings" panose="05000000000000000000" pitchFamily="2" charset="2"/>
              <a:buNone/>
            </a:pPr>
            <a:r>
              <a:rPr lang="zh-CN" altLang="en-US" sz="2400" dirty="0">
                <a:latin typeface="Times New Roman" panose="02020503050405090304" pitchFamily="18" charset="0"/>
              </a:rPr>
              <a:t>				                                           </a:t>
            </a:r>
            <a:endParaRPr lang="zh-CN" altLang="en-US" sz="2400" dirty="0">
              <a:latin typeface="Times New Roman" panose="02020503050405090304" pitchFamily="18" charset="0"/>
            </a:endParaRPr>
          </a:p>
          <a:p>
            <a:pPr eaLnBrk="1" hangingPunct="1">
              <a:lnSpc>
                <a:spcPct val="80000"/>
              </a:lnSpc>
              <a:buFont typeface="Wingdings" panose="05000000000000000000" pitchFamily="2" charset="2"/>
              <a:buNone/>
            </a:pPr>
            <a:r>
              <a:rPr lang="zh-CN" altLang="en-US" sz="2400" dirty="0">
                <a:latin typeface="Times New Roman" panose="02020503050405090304" pitchFamily="18" charset="0"/>
              </a:rPr>
              <a:t>                                                                                        </a:t>
            </a:r>
            <a:r>
              <a:rPr lang="en-US" altLang="zh-CN" sz="2400" dirty="0">
                <a:latin typeface="Times New Roman" panose="02020503050405090304" pitchFamily="18" charset="0"/>
              </a:rPr>
              <a:t>(3-3)</a:t>
            </a:r>
            <a:endParaRPr lang="en-US" altLang="zh-CN" sz="2400" dirty="0">
              <a:latin typeface="Times New Roman" panose="02020503050405090304" pitchFamily="18" charset="0"/>
            </a:endParaRPr>
          </a:p>
          <a:p>
            <a:pPr eaLnBrk="1" hangingPunct="1">
              <a:lnSpc>
                <a:spcPct val="80000"/>
              </a:lnSpc>
              <a:buFont typeface="Wingdings" panose="05000000000000000000" pitchFamily="2" charset="2"/>
              <a:buNone/>
            </a:pPr>
            <a:r>
              <a:rPr lang="en-US" altLang="zh-CN" sz="2400" dirty="0">
                <a:latin typeface="Times New Roman" panose="02020503050405090304" pitchFamily="18" charset="0"/>
              </a:rPr>
              <a:t>    </a:t>
            </a:r>
            <a:endParaRPr lang="en-US" altLang="zh-CN" sz="2400" dirty="0">
              <a:latin typeface="Times New Roman" panose="02020503050405090304" pitchFamily="18" charset="0"/>
            </a:endParaRPr>
          </a:p>
          <a:p>
            <a:pPr eaLnBrk="1" hangingPunct="1">
              <a:lnSpc>
                <a:spcPct val="80000"/>
              </a:lnSpc>
              <a:buFont typeface="Wingdings" panose="05000000000000000000" pitchFamily="2" charset="2"/>
              <a:buNone/>
            </a:pPr>
            <a:endParaRPr lang="en-US" altLang="zh-CN" sz="2400" dirty="0">
              <a:latin typeface="Times New Roman" panose="02020503050405090304" pitchFamily="18" charset="0"/>
            </a:endParaRPr>
          </a:p>
          <a:p>
            <a:pPr eaLnBrk="1" hangingPunct="1">
              <a:lnSpc>
                <a:spcPct val="80000"/>
              </a:lnSpc>
              <a:buFont typeface="Wingdings" panose="05000000000000000000" pitchFamily="2" charset="2"/>
              <a:buNone/>
            </a:pPr>
            <a:r>
              <a:rPr lang="zh-CN" altLang="en-US" sz="2400" dirty="0">
                <a:latin typeface="Times New Roman" panose="02020503050405090304" pitchFamily="18" charset="0"/>
              </a:rPr>
              <a:t>式中，        表示闭环系统的理想空载转速，</a:t>
            </a:r>
            <a:endParaRPr lang="zh-CN" altLang="en-US" sz="2400" dirty="0">
              <a:latin typeface="Times New Roman" panose="02020503050405090304" pitchFamily="18" charset="0"/>
            </a:endParaRPr>
          </a:p>
          <a:p>
            <a:pPr eaLnBrk="1" hangingPunct="1">
              <a:lnSpc>
                <a:spcPct val="80000"/>
              </a:lnSpc>
              <a:buFont typeface="Wingdings" panose="05000000000000000000" pitchFamily="2" charset="2"/>
              <a:buNone/>
            </a:pPr>
            <a:r>
              <a:rPr lang="zh-CN" altLang="en-US" sz="2400" dirty="0">
                <a:latin typeface="Times New Roman" panose="02020503050405090304" pitchFamily="18" charset="0"/>
              </a:rPr>
              <a:t>                     表示闭环系统的稳态速降。</a:t>
            </a:r>
            <a:endParaRPr lang="zh-CN" altLang="en-US" sz="2400" dirty="0">
              <a:latin typeface="Times New Roman" panose="02020503050405090304" pitchFamily="18" charset="0"/>
            </a:endParaRPr>
          </a:p>
        </p:txBody>
      </p:sp>
      <p:sp>
        <p:nvSpPr>
          <p:cNvPr id="41994" name="Rectangle 5"/>
          <p:cNvSpPr/>
          <p:nvPr/>
        </p:nvSpPr>
        <p:spPr bwMode="auto">
          <a:xfrm>
            <a:off x="0" y="3186113"/>
            <a:ext cx="9144000" cy="0"/>
          </a:xfrm>
          <a:prstGeom prst="rect">
            <a:avLst/>
          </a:prstGeom>
          <a:noFill/>
          <a:ln w="9525">
            <a:noFill/>
            <a:miter lim="800000"/>
          </a:ln>
        </p:spPr>
        <p:txBody>
          <a:bodyPr wrap="none" anchor="ctr">
            <a:spAutoFit/>
          </a:bodyPr>
          <a:lstStyle/>
          <a:p>
            <a:endParaRPr lang="zh-CN" altLang="en-US"/>
          </a:p>
        </p:txBody>
      </p:sp>
      <p:graphicFrame>
        <p:nvGraphicFramePr>
          <p:cNvPr id="41986" name="Object 4"/>
          <p:cNvGraphicFramePr>
            <a:graphicFrameLocks noChangeAspect="1"/>
          </p:cNvGraphicFramePr>
          <p:nvPr/>
        </p:nvGraphicFramePr>
        <p:xfrm>
          <a:off x="2987824" y="1916832"/>
          <a:ext cx="4679950" cy="785812"/>
        </p:xfrm>
        <a:graphic>
          <a:graphicData uri="http://schemas.openxmlformats.org/presentationml/2006/ole">
            <mc:AlternateContent xmlns:mc="http://schemas.openxmlformats.org/markup-compatibility/2006">
              <mc:Choice xmlns:v="urn:schemas-microsoft-com:vml" Requires="v">
                <p:oleObj spid="_x0000_s38404" name="公式" r:id="rId1" imgW="2895600" imgH="482600" progId="Equation.3">
                  <p:embed/>
                </p:oleObj>
              </mc:Choice>
              <mc:Fallback>
                <p:oleObj name="公式" r:id="rId1" imgW="2895600" imgH="4826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824" y="1916832"/>
                        <a:ext cx="4679950" cy="785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995" name="Rectangle 7"/>
          <p:cNvSpPr/>
          <p:nvPr/>
        </p:nvSpPr>
        <p:spPr bwMode="auto">
          <a:xfrm>
            <a:off x="0" y="3186113"/>
            <a:ext cx="9144000" cy="0"/>
          </a:xfrm>
          <a:prstGeom prst="rect">
            <a:avLst/>
          </a:prstGeom>
          <a:noFill/>
          <a:ln w="9525">
            <a:noFill/>
            <a:miter lim="800000"/>
          </a:ln>
        </p:spPr>
        <p:txBody>
          <a:bodyPr wrap="none" anchor="ctr">
            <a:spAutoFit/>
          </a:bodyPr>
          <a:lstStyle/>
          <a:p>
            <a:endParaRPr lang="zh-CN" altLang="en-US"/>
          </a:p>
        </p:txBody>
      </p:sp>
      <p:graphicFrame>
        <p:nvGraphicFramePr>
          <p:cNvPr id="41987" name="Object 6"/>
          <p:cNvGraphicFramePr>
            <a:graphicFrameLocks noChangeAspect="1"/>
          </p:cNvGraphicFramePr>
          <p:nvPr/>
        </p:nvGraphicFramePr>
        <p:xfrm>
          <a:off x="1979712" y="4437112"/>
          <a:ext cx="4105275" cy="820737"/>
        </p:xfrm>
        <a:graphic>
          <a:graphicData uri="http://schemas.openxmlformats.org/presentationml/2006/ole">
            <mc:AlternateContent xmlns:mc="http://schemas.openxmlformats.org/markup-compatibility/2006">
              <mc:Choice xmlns:v="urn:schemas-microsoft-com:vml" Requires="v">
                <p:oleObj spid="_x0000_s2" name="公式" r:id="rId3" imgW="2425700" imgH="482600" progId="Equation.3">
                  <p:embed/>
                </p:oleObj>
              </mc:Choice>
              <mc:Fallback>
                <p:oleObj name="公式" r:id="rId3" imgW="2425700" imgH="4826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712" y="4437112"/>
                        <a:ext cx="4105275" cy="820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996" name="Rectangle 9"/>
          <p:cNvSpPr/>
          <p:nvPr/>
        </p:nvSpPr>
        <p:spPr bwMode="auto">
          <a:xfrm>
            <a:off x="0" y="3309938"/>
            <a:ext cx="9144000" cy="0"/>
          </a:xfrm>
          <a:prstGeom prst="rect">
            <a:avLst/>
          </a:prstGeom>
          <a:noFill/>
          <a:ln w="9525">
            <a:noFill/>
            <a:miter lim="800000"/>
          </a:ln>
        </p:spPr>
        <p:txBody>
          <a:bodyPr wrap="none" anchor="ctr">
            <a:spAutoFit/>
          </a:bodyPr>
          <a:lstStyle/>
          <a:p>
            <a:endParaRPr lang="zh-CN" altLang="en-US"/>
          </a:p>
        </p:txBody>
      </p:sp>
      <p:graphicFrame>
        <p:nvGraphicFramePr>
          <p:cNvPr id="41988" name="Object 8"/>
          <p:cNvGraphicFramePr>
            <a:graphicFrameLocks noChangeAspect="1"/>
          </p:cNvGraphicFramePr>
          <p:nvPr/>
        </p:nvGraphicFramePr>
        <p:xfrm>
          <a:off x="1714480" y="3143248"/>
          <a:ext cx="468313" cy="417513"/>
        </p:xfrm>
        <a:graphic>
          <a:graphicData uri="http://schemas.openxmlformats.org/presentationml/2006/ole">
            <mc:AlternateContent xmlns:mc="http://schemas.openxmlformats.org/markup-compatibility/2006">
              <mc:Choice xmlns:v="urn:schemas-microsoft-com:vml" Requires="v">
                <p:oleObj spid="_x0000_s3" name="公式" r:id="rId5" imgW="266700" imgH="241300" progId="Equation.3">
                  <p:embed/>
                </p:oleObj>
              </mc:Choice>
              <mc:Fallback>
                <p:oleObj name="公式" r:id="rId5" imgW="266700" imgH="2413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14480" y="3143248"/>
                        <a:ext cx="468313" cy="417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997" name="Rectangle 11"/>
          <p:cNvSpPr/>
          <p:nvPr/>
        </p:nvSpPr>
        <p:spPr bwMode="auto">
          <a:xfrm>
            <a:off x="0" y="3309938"/>
            <a:ext cx="9144000" cy="0"/>
          </a:xfrm>
          <a:prstGeom prst="rect">
            <a:avLst/>
          </a:prstGeom>
          <a:noFill/>
          <a:ln w="9525">
            <a:noFill/>
            <a:miter lim="800000"/>
          </a:ln>
        </p:spPr>
        <p:txBody>
          <a:bodyPr wrap="none" anchor="ctr">
            <a:spAutoFit/>
          </a:bodyPr>
          <a:lstStyle/>
          <a:p>
            <a:endParaRPr lang="zh-CN" altLang="en-US"/>
          </a:p>
        </p:txBody>
      </p:sp>
      <p:graphicFrame>
        <p:nvGraphicFramePr>
          <p:cNvPr id="41989" name="Object 10"/>
          <p:cNvGraphicFramePr>
            <a:graphicFrameLocks noChangeAspect="1"/>
          </p:cNvGraphicFramePr>
          <p:nvPr/>
        </p:nvGraphicFramePr>
        <p:xfrm>
          <a:off x="1619672" y="2928938"/>
          <a:ext cx="503237" cy="381000"/>
        </p:xfrm>
        <a:graphic>
          <a:graphicData uri="http://schemas.openxmlformats.org/presentationml/2006/ole">
            <mc:AlternateContent xmlns:mc="http://schemas.openxmlformats.org/markup-compatibility/2006">
              <mc:Choice xmlns:v="urn:schemas-microsoft-com:vml" Requires="v">
                <p:oleObj spid="_x0000_s4" name="公式" r:id="rId7" imgW="317500" imgH="241300" progId="Equation.3">
                  <p:embed/>
                </p:oleObj>
              </mc:Choice>
              <mc:Fallback>
                <p:oleObj name="公式" r:id="rId7" imgW="317500" imgH="2413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19672" y="2928938"/>
                        <a:ext cx="503237"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998" name="Rectangle 13"/>
          <p:cNvSpPr/>
          <p:nvPr/>
        </p:nvSpPr>
        <p:spPr bwMode="auto">
          <a:xfrm>
            <a:off x="0" y="3314700"/>
            <a:ext cx="9144000" cy="0"/>
          </a:xfrm>
          <a:prstGeom prst="rect">
            <a:avLst/>
          </a:prstGeom>
          <a:noFill/>
          <a:ln w="9525">
            <a:noFill/>
            <a:miter lim="800000"/>
          </a:ln>
        </p:spPr>
        <p:txBody>
          <a:bodyPr wrap="none" anchor="ctr">
            <a:spAutoFit/>
          </a:bodyPr>
          <a:lstStyle/>
          <a:p>
            <a:endParaRPr lang="zh-CN" altLang="en-US"/>
          </a:p>
        </p:txBody>
      </p:sp>
      <p:graphicFrame>
        <p:nvGraphicFramePr>
          <p:cNvPr id="41990" name="Object 12"/>
          <p:cNvGraphicFramePr>
            <a:graphicFrameLocks noChangeAspect="1"/>
          </p:cNvGraphicFramePr>
          <p:nvPr/>
        </p:nvGraphicFramePr>
        <p:xfrm>
          <a:off x="1428728" y="5286388"/>
          <a:ext cx="431800" cy="414338"/>
        </p:xfrm>
        <a:graphic>
          <a:graphicData uri="http://schemas.openxmlformats.org/presentationml/2006/ole">
            <mc:AlternateContent xmlns:mc="http://schemas.openxmlformats.org/markup-compatibility/2006">
              <mc:Choice xmlns:v="urn:schemas-microsoft-com:vml" Requires="v">
                <p:oleObj spid="_x0000_s5" name="Equation" r:id="rId9" imgW="241300" imgH="228600" progId="Equation.DSMT4">
                  <p:embed/>
                </p:oleObj>
              </mc:Choice>
              <mc:Fallback>
                <p:oleObj name="Equation" r:id="rId9" imgW="241300" imgH="228600" progId="Equation.DSMT4">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28728" y="5286388"/>
                        <a:ext cx="431800" cy="414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999" name="Rectangle 15"/>
          <p:cNvSpPr/>
          <p:nvPr/>
        </p:nvSpPr>
        <p:spPr bwMode="auto">
          <a:xfrm>
            <a:off x="0" y="3314700"/>
            <a:ext cx="9144000" cy="0"/>
          </a:xfrm>
          <a:prstGeom prst="rect">
            <a:avLst/>
          </a:prstGeom>
          <a:noFill/>
          <a:ln w="9525">
            <a:noFill/>
            <a:miter lim="800000"/>
          </a:ln>
        </p:spPr>
        <p:txBody>
          <a:bodyPr wrap="none" anchor="ctr">
            <a:spAutoFit/>
          </a:bodyPr>
          <a:lstStyle/>
          <a:p>
            <a:endParaRPr lang="zh-CN" altLang="en-US"/>
          </a:p>
        </p:txBody>
      </p:sp>
      <p:graphicFrame>
        <p:nvGraphicFramePr>
          <p:cNvPr id="41991" name="Object 14"/>
          <p:cNvGraphicFramePr>
            <a:graphicFrameLocks noChangeAspect="1"/>
          </p:cNvGraphicFramePr>
          <p:nvPr/>
        </p:nvGraphicFramePr>
        <p:xfrm>
          <a:off x="1428728" y="5643578"/>
          <a:ext cx="504825" cy="390525"/>
        </p:xfrm>
        <a:graphic>
          <a:graphicData uri="http://schemas.openxmlformats.org/presentationml/2006/ole">
            <mc:AlternateContent xmlns:mc="http://schemas.openxmlformats.org/markup-compatibility/2006">
              <mc:Choice xmlns:v="urn:schemas-microsoft-com:vml" Requires="v">
                <p:oleObj spid="_x0000_s6" name="Equation" r:id="rId11" imgW="292100" imgH="228600" progId="Equation.DSMT4">
                  <p:embed/>
                </p:oleObj>
              </mc:Choice>
              <mc:Fallback>
                <p:oleObj name="Equation" r:id="rId11" imgW="292100" imgH="228600" progId="Equation.DSMT4">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28728" y="5643578"/>
                        <a:ext cx="504825"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2"/>
          <p:cNvSpPr txBox="1"/>
          <p:nvPr/>
        </p:nvSpPr>
        <p:spPr bwMode="auto">
          <a:xfrm>
            <a:off x="646854" y="692696"/>
            <a:ext cx="81629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l" rtl="0" eaLnBrk="1" fontAlgn="base" hangingPunct="1">
              <a:spcBef>
                <a:spcPct val="0"/>
              </a:spcBef>
              <a:spcAft>
                <a:spcPct val="0"/>
              </a:spcAft>
              <a:defRPr sz="4000" kern="1200">
                <a:solidFill>
                  <a:schemeClr val="tx2"/>
                </a:solidFill>
                <a:latin typeface="+mj-lt"/>
                <a:ea typeface="+mj-ea"/>
                <a:cs typeface="+mj-cs"/>
              </a:defRPr>
            </a:lvl1pPr>
            <a:lvl2pPr algn="l" rtl="0" eaLnBrk="1" fontAlgn="base" hangingPunct="1">
              <a:spcBef>
                <a:spcPct val="0"/>
              </a:spcBef>
              <a:spcAft>
                <a:spcPct val="0"/>
              </a:spcAft>
              <a:defRPr sz="4000">
                <a:solidFill>
                  <a:schemeClr val="tx2"/>
                </a:solidFill>
                <a:latin typeface="Bookman Old Style" pitchFamily="18" charset="0"/>
                <a:ea typeface="宋体" pitchFamily="2" charset="-122"/>
              </a:defRPr>
            </a:lvl2pPr>
            <a:lvl3pPr algn="l" rtl="0" eaLnBrk="1" fontAlgn="base" hangingPunct="1">
              <a:spcBef>
                <a:spcPct val="0"/>
              </a:spcBef>
              <a:spcAft>
                <a:spcPct val="0"/>
              </a:spcAft>
              <a:defRPr sz="4000">
                <a:solidFill>
                  <a:schemeClr val="tx2"/>
                </a:solidFill>
                <a:latin typeface="Bookman Old Style" pitchFamily="18" charset="0"/>
                <a:ea typeface="宋体" pitchFamily="2" charset="-122"/>
              </a:defRPr>
            </a:lvl3pPr>
            <a:lvl4pPr algn="l" rtl="0" eaLnBrk="1" fontAlgn="base" hangingPunct="1">
              <a:spcBef>
                <a:spcPct val="0"/>
              </a:spcBef>
              <a:spcAft>
                <a:spcPct val="0"/>
              </a:spcAft>
              <a:defRPr sz="4000">
                <a:solidFill>
                  <a:schemeClr val="tx2"/>
                </a:solidFill>
                <a:latin typeface="Bookman Old Style" pitchFamily="18" charset="0"/>
                <a:ea typeface="宋体" pitchFamily="2" charset="-122"/>
              </a:defRPr>
            </a:lvl4pPr>
            <a:lvl5pPr algn="l" rtl="0" eaLnBrk="1" fontAlgn="base" hangingPunct="1">
              <a:spcBef>
                <a:spcPct val="0"/>
              </a:spcBef>
              <a:spcAft>
                <a:spcPct val="0"/>
              </a:spcAft>
              <a:defRPr sz="4000">
                <a:solidFill>
                  <a:schemeClr val="tx2"/>
                </a:solidFill>
                <a:latin typeface="Bookman Old Style" pitchFamily="18" charset="0"/>
                <a:ea typeface="宋体" pitchFamily="2" charset="-122"/>
              </a:defRPr>
            </a:lvl5pPr>
            <a:lvl6pPr marL="457200" algn="l" rtl="0" eaLnBrk="1" fontAlgn="base" hangingPunct="1">
              <a:spcBef>
                <a:spcPct val="0"/>
              </a:spcBef>
              <a:spcAft>
                <a:spcPct val="0"/>
              </a:spcAft>
              <a:defRPr sz="4000">
                <a:solidFill>
                  <a:schemeClr val="tx2"/>
                </a:solidFill>
                <a:latin typeface="Bookman Old Style" pitchFamily="18" charset="0"/>
                <a:ea typeface="宋体" pitchFamily="2" charset="-122"/>
              </a:defRPr>
            </a:lvl6pPr>
            <a:lvl7pPr marL="914400" algn="l" rtl="0" eaLnBrk="1" fontAlgn="base" hangingPunct="1">
              <a:spcBef>
                <a:spcPct val="0"/>
              </a:spcBef>
              <a:spcAft>
                <a:spcPct val="0"/>
              </a:spcAft>
              <a:defRPr sz="4000">
                <a:solidFill>
                  <a:schemeClr val="tx2"/>
                </a:solidFill>
                <a:latin typeface="Bookman Old Style" pitchFamily="18" charset="0"/>
                <a:ea typeface="宋体" pitchFamily="2" charset="-122"/>
              </a:defRPr>
            </a:lvl7pPr>
            <a:lvl8pPr marL="1371600" algn="l" rtl="0" eaLnBrk="1" fontAlgn="base" hangingPunct="1">
              <a:spcBef>
                <a:spcPct val="0"/>
              </a:spcBef>
              <a:spcAft>
                <a:spcPct val="0"/>
              </a:spcAft>
              <a:defRPr sz="4000">
                <a:solidFill>
                  <a:schemeClr val="tx2"/>
                </a:solidFill>
                <a:latin typeface="Bookman Old Style" pitchFamily="18" charset="0"/>
                <a:ea typeface="宋体" pitchFamily="2" charset="-122"/>
              </a:defRPr>
            </a:lvl8pPr>
            <a:lvl9pPr marL="1828800" algn="l" rtl="0" eaLnBrk="1" fontAlgn="base" hangingPunct="1">
              <a:spcBef>
                <a:spcPct val="0"/>
              </a:spcBef>
              <a:spcAft>
                <a:spcPct val="0"/>
              </a:spcAft>
              <a:defRPr sz="4000">
                <a:solidFill>
                  <a:schemeClr val="tx2"/>
                </a:solidFill>
                <a:latin typeface="Bookman Old Style" pitchFamily="18" charset="0"/>
                <a:ea typeface="宋体" pitchFamily="2" charset="-122"/>
              </a:defRPr>
            </a:lvl9pPr>
          </a:lstStyle>
          <a:p>
            <a:r>
              <a:rPr lang="zh-CN" altLang="en-US" dirty="0">
                <a:latin typeface="Times New Roman" panose="02020503050405090304" pitchFamily="18" charset="0"/>
              </a:rPr>
              <a:t>静特性分析</a:t>
            </a:r>
            <a:r>
              <a:rPr lang="en-US" altLang="zh-CN" dirty="0">
                <a:latin typeface="Times New Roman" panose="02020503050405090304" pitchFamily="18" charset="0"/>
              </a:rPr>
              <a:t>-</a:t>
            </a:r>
            <a:r>
              <a:rPr lang="zh-CN" altLang="en-US" dirty="0">
                <a:latin typeface="Times New Roman" panose="02020503050405090304" pitchFamily="18" charset="0"/>
              </a:rPr>
              <a:t>比例控制</a:t>
            </a:r>
            <a:endParaRPr lang="zh-CN" altLang="en-US" dirty="0">
              <a:latin typeface="Times New Roman" panose="02020503050405090304" pitchFamily="18" charset="0"/>
            </a:endParaRPr>
          </a:p>
        </p:txBody>
      </p:sp>
      <mc:AlternateContent xmlns:mc="http://schemas.openxmlformats.org/markup-compatibility/2006" xmlns:p14="http://schemas.microsoft.com/office/powerpoint/2010/main">
        <mc:Choice Requires="p14">
          <p:contentPart r:id="rId13" p14:bwMode="auto">
            <p14:nvContentPartPr>
              <p14:cNvPr id="7" name="墨迹 6"/>
              <p14:cNvContentPartPr/>
              <p14:nvPr/>
            </p14:nvContentPartPr>
            <p14:xfrm>
              <a:off x="1625357" y="2836621"/>
              <a:ext cx="659340" cy="857048"/>
            </p14:xfrm>
          </p:contentPart>
        </mc:Choice>
        <mc:Fallback xmlns="">
          <p:pic>
            <p:nvPicPr>
              <p:cNvPr id="7" name="墨迹 6"/>
            </p:nvPicPr>
            <p:blipFill>
              <a:blip r:embed="rId14"/>
            </p:blipFill>
            <p:spPr>
              <a:xfrm>
                <a:off x="1625357" y="2836621"/>
                <a:ext cx="659340" cy="857048"/>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8" name="墨迹 7"/>
              <p14:cNvContentPartPr/>
              <p14:nvPr/>
            </p14:nvContentPartPr>
            <p14:xfrm>
              <a:off x="2256583" y="2607990"/>
              <a:ext cx="125226" cy="287626"/>
            </p14:xfrm>
          </p:contentPart>
        </mc:Choice>
        <mc:Fallback xmlns="">
          <p:pic>
            <p:nvPicPr>
              <p:cNvPr id="8" name="墨迹 7"/>
            </p:nvPicPr>
            <p:blipFill>
              <a:blip r:embed="rId16"/>
            </p:blipFill>
            <p:spPr>
              <a:xfrm>
                <a:off x="2256583" y="2607990"/>
                <a:ext cx="125226" cy="287626"/>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9" name="墨迹 8"/>
              <p14:cNvContentPartPr/>
              <p14:nvPr/>
            </p14:nvContentPartPr>
            <p14:xfrm>
              <a:off x="2288527" y="2725499"/>
              <a:ext cx="90732" cy="142176"/>
            </p14:xfrm>
          </p:contentPart>
        </mc:Choice>
        <mc:Fallback xmlns="">
          <p:pic>
            <p:nvPicPr>
              <p:cNvPr id="9" name="墨迹 8"/>
            </p:nvPicPr>
            <p:blipFill>
              <a:blip r:embed="rId18"/>
            </p:blipFill>
            <p:spPr>
              <a:xfrm>
                <a:off x="2288527" y="2725499"/>
                <a:ext cx="90732" cy="142176"/>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0" name="墨迹 9"/>
              <p14:cNvContentPartPr/>
              <p14:nvPr/>
            </p14:nvContentPartPr>
            <p14:xfrm>
              <a:off x="2330703" y="2781699"/>
              <a:ext cx="136716" cy="66418"/>
            </p14:xfrm>
          </p:contentPart>
        </mc:Choice>
        <mc:Fallback xmlns="">
          <p:pic>
            <p:nvPicPr>
              <p:cNvPr id="10" name="墨迹 9"/>
            </p:nvPicPr>
            <p:blipFill>
              <a:blip r:embed="rId20"/>
            </p:blipFill>
            <p:spPr>
              <a:xfrm>
                <a:off x="2330703" y="2781699"/>
                <a:ext cx="136716" cy="66418"/>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1" name="墨迹 10"/>
              <p14:cNvContentPartPr/>
              <p14:nvPr/>
            </p14:nvContentPartPr>
            <p14:xfrm>
              <a:off x="2489142" y="2625872"/>
              <a:ext cx="92001" cy="288663"/>
            </p14:xfrm>
          </p:contentPart>
        </mc:Choice>
        <mc:Fallback xmlns="">
          <p:pic>
            <p:nvPicPr>
              <p:cNvPr id="11" name="墨迹 10"/>
            </p:nvPicPr>
            <p:blipFill>
              <a:blip r:embed="rId22"/>
            </p:blipFill>
            <p:spPr>
              <a:xfrm>
                <a:off x="2489142" y="2625872"/>
                <a:ext cx="92001" cy="288663"/>
              </a:xfrm>
              <a:prstGeom prst="rect"/>
            </p:spPr>
          </p:pic>
        </mc:Fallback>
      </mc:AlternateContent>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Text Box 2"/>
          <p:cNvSpPr txBox="1"/>
          <p:nvPr/>
        </p:nvSpPr>
        <p:spPr bwMode="auto">
          <a:xfrm>
            <a:off x="755650" y="4365625"/>
            <a:ext cx="7632700" cy="522288"/>
          </a:xfrm>
          <a:prstGeom prst="rect">
            <a:avLst/>
          </a:prstGeom>
          <a:noFill/>
          <a:ln w="9525">
            <a:noFill/>
            <a:miter lim="800000"/>
          </a:ln>
        </p:spPr>
        <p:txBody>
          <a:bodyPr>
            <a:spAutoFit/>
          </a:bodyPr>
          <a:lstStyle/>
          <a:p>
            <a:pPr>
              <a:spcBef>
                <a:spcPct val="50000"/>
              </a:spcBef>
            </a:pPr>
            <a:r>
              <a:rPr lang="zh-CN" altLang="en-US" sz="2800">
                <a:solidFill>
                  <a:schemeClr val="tx1"/>
                </a:solidFill>
              </a:rPr>
              <a:t>转速负反馈闭环直流调速系统稳态结构框图</a:t>
            </a:r>
            <a:endParaRPr lang="zh-CN" altLang="en-US" sz="2800">
              <a:solidFill>
                <a:schemeClr val="tx1"/>
              </a:solidFill>
            </a:endParaRPr>
          </a:p>
        </p:txBody>
      </p:sp>
      <p:pic>
        <p:nvPicPr>
          <p:cNvPr id="179203" name="Picture 3" descr="0219a"/>
          <p:cNvPicPr>
            <a:picLocks noChangeAspect="1" noChangeArrowheads="1"/>
          </p:cNvPicPr>
          <p:nvPr/>
        </p:nvPicPr>
        <p:blipFill>
          <a:blip r:embed="rId1"/>
          <a:srcRect/>
          <a:stretch>
            <a:fillRect/>
          </a:stretch>
        </p:blipFill>
        <p:spPr bwMode="auto">
          <a:xfrm>
            <a:off x="1619250" y="1989138"/>
            <a:ext cx="6192838" cy="2420937"/>
          </a:xfrm>
          <a:prstGeom prst="rect">
            <a:avLst/>
          </a:prstGeom>
          <a:noFill/>
          <a:ln w="9525">
            <a:noFill/>
            <a:miter lim="800000"/>
            <a:headEnd/>
            <a:tailEnd/>
          </a:ln>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3" name="Rectangle 2"/>
          <p:cNvSpPr/>
          <p:nvPr>
            <p:ph type="title"/>
          </p:nvPr>
        </p:nvSpPr>
        <p:spPr>
          <a:xfrm>
            <a:off x="611560" y="620688"/>
            <a:ext cx="8162925" cy="1190625"/>
          </a:xfrm>
        </p:spPr>
        <p:txBody>
          <a:bodyPr/>
          <a:lstStyle/>
          <a:p>
            <a:pPr eaLnBrk="1" hangingPunct="1"/>
            <a:r>
              <a:rPr lang="zh-CN" altLang="en-US" sz="3600" b="1" dirty="0">
                <a:latin typeface="Times New Roman" panose="02020503050405090304" pitchFamily="18" charset="0"/>
              </a:rPr>
              <a:t>静特性对比</a:t>
            </a:r>
            <a:endParaRPr lang="zh-CN" altLang="en-US" sz="3600" b="1" dirty="0">
              <a:latin typeface="Times New Roman" panose="02020503050405090304" pitchFamily="18" charset="0"/>
            </a:endParaRPr>
          </a:p>
        </p:txBody>
      </p:sp>
      <p:sp>
        <p:nvSpPr>
          <p:cNvPr id="43014" name="Rectangle 3"/>
          <p:cNvSpPr/>
          <p:nvPr>
            <p:ph idx="1"/>
          </p:nvPr>
        </p:nvSpPr>
        <p:spPr>
          <a:xfrm>
            <a:off x="647700" y="1844824"/>
            <a:ext cx="7848600" cy="4829175"/>
          </a:xfrm>
        </p:spPr>
        <p:txBody>
          <a:bodyPr/>
          <a:lstStyle/>
          <a:p>
            <a:r>
              <a:rPr lang="zh-CN" altLang="en-US" dirty="0">
                <a:solidFill>
                  <a:srgbClr val="C00000"/>
                </a:solidFill>
                <a:latin typeface="Times New Roman" panose="02020503050405090304" pitchFamily="18" charset="0"/>
              </a:rPr>
              <a:t>闭环系统静特性可以比开环系统 机械特性硬得多</a:t>
            </a:r>
            <a:endParaRPr lang="en-US" altLang="zh-CN" dirty="0">
              <a:solidFill>
                <a:srgbClr val="C00000"/>
              </a:solidFill>
              <a:latin typeface="Times New Roman" panose="02020503050405090304" pitchFamily="18" charset="0"/>
            </a:endParaRPr>
          </a:p>
          <a:p>
            <a:pPr eaLnBrk="1" hangingPunct="1"/>
            <a:r>
              <a:rPr lang="zh-CN" altLang="en-US" dirty="0">
                <a:latin typeface="Times New Roman" panose="02020503050405090304" pitchFamily="18" charset="0"/>
              </a:rPr>
              <a:t>在同样的负载扰动下，</a:t>
            </a:r>
            <a:endParaRPr lang="zh-CN" altLang="en-US" dirty="0">
              <a:latin typeface="Times New Roman" panose="02020503050405090304" pitchFamily="18" charset="0"/>
            </a:endParaRPr>
          </a:p>
          <a:p>
            <a:pPr eaLnBrk="1" hangingPunct="1">
              <a:buFont typeface="Wingdings" panose="05000000000000000000" pitchFamily="2" charset="2"/>
              <a:buNone/>
            </a:pPr>
            <a:r>
              <a:rPr lang="zh-CN" altLang="en-US" dirty="0">
                <a:latin typeface="Times New Roman" panose="02020503050405090304" pitchFamily="18" charset="0"/>
              </a:rPr>
              <a:t>       开环系统的转速降落</a:t>
            </a:r>
            <a:endParaRPr lang="zh-CN" altLang="en-US" dirty="0">
              <a:latin typeface="Times New Roman" panose="02020503050405090304" pitchFamily="18" charset="0"/>
            </a:endParaRPr>
          </a:p>
          <a:p>
            <a:pPr eaLnBrk="1" hangingPunct="1"/>
            <a:endParaRPr lang="zh-CN" altLang="en-US" dirty="0">
              <a:latin typeface="Times New Roman" panose="02020503050405090304" pitchFamily="18" charset="0"/>
            </a:endParaRPr>
          </a:p>
          <a:p>
            <a:pPr eaLnBrk="1" hangingPunct="1">
              <a:buFont typeface="Wingdings" panose="05000000000000000000" pitchFamily="2" charset="2"/>
              <a:buNone/>
            </a:pPr>
            <a:r>
              <a:rPr lang="zh-CN" altLang="en-US" dirty="0">
                <a:latin typeface="Times New Roman" panose="02020503050405090304" pitchFamily="18" charset="0"/>
              </a:rPr>
              <a:t>       闭环系统的转速降落</a:t>
            </a:r>
            <a:endParaRPr lang="zh-CN" altLang="en-US" dirty="0">
              <a:latin typeface="Times New Roman" panose="02020503050405090304" pitchFamily="18" charset="0"/>
            </a:endParaRPr>
          </a:p>
          <a:p>
            <a:pPr eaLnBrk="1" hangingPunct="1">
              <a:buFont typeface="Wingdings" panose="05000000000000000000" pitchFamily="2" charset="2"/>
              <a:buNone/>
            </a:pPr>
            <a:endParaRPr lang="zh-CN" altLang="en-US" dirty="0">
              <a:latin typeface="Times New Roman" panose="02020503050405090304" pitchFamily="18" charset="0"/>
            </a:endParaRPr>
          </a:p>
        </p:txBody>
      </p:sp>
      <p:sp>
        <p:nvSpPr>
          <p:cNvPr id="43015" name="Rectangle 5"/>
          <p:cNvSpPr/>
          <p:nvPr/>
        </p:nvSpPr>
        <p:spPr bwMode="auto">
          <a:xfrm>
            <a:off x="0" y="3205163"/>
            <a:ext cx="9144000" cy="0"/>
          </a:xfrm>
          <a:prstGeom prst="rect">
            <a:avLst/>
          </a:prstGeom>
          <a:noFill/>
          <a:ln w="9525">
            <a:noFill/>
            <a:miter lim="800000"/>
          </a:ln>
        </p:spPr>
        <p:txBody>
          <a:bodyPr wrap="none" anchor="ctr">
            <a:spAutoFit/>
          </a:bodyPr>
          <a:lstStyle/>
          <a:p>
            <a:endParaRPr lang="zh-CN" altLang="en-US"/>
          </a:p>
        </p:txBody>
      </p:sp>
      <p:graphicFrame>
        <p:nvGraphicFramePr>
          <p:cNvPr id="43010" name="Object 4"/>
          <p:cNvGraphicFramePr>
            <a:graphicFrameLocks noChangeAspect="1"/>
          </p:cNvGraphicFramePr>
          <p:nvPr/>
        </p:nvGraphicFramePr>
        <p:xfrm>
          <a:off x="5220072" y="3068960"/>
          <a:ext cx="1800225" cy="1057275"/>
        </p:xfrm>
        <a:graphic>
          <a:graphicData uri="http://schemas.openxmlformats.org/presentationml/2006/ole">
            <mc:AlternateContent xmlns:mc="http://schemas.openxmlformats.org/markup-compatibility/2006">
              <mc:Choice xmlns:v="urn:schemas-microsoft-com:vml" Requires="v">
                <p:oleObj spid="_x0000_s38404" name="公式" r:id="rId1" imgW="761365" imgH="444500" progId="Equation.3">
                  <p:embed/>
                </p:oleObj>
              </mc:Choice>
              <mc:Fallback>
                <p:oleObj name="公式" r:id="rId1" imgW="761365" imgH="4445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0072" y="3068960"/>
                        <a:ext cx="1800225" cy="1057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16" name="Rectangle 7"/>
          <p:cNvSpPr/>
          <p:nvPr/>
        </p:nvSpPr>
        <p:spPr bwMode="auto">
          <a:xfrm>
            <a:off x="0" y="3205163"/>
            <a:ext cx="9144000" cy="0"/>
          </a:xfrm>
          <a:prstGeom prst="rect">
            <a:avLst/>
          </a:prstGeom>
          <a:noFill/>
          <a:ln w="9525">
            <a:noFill/>
            <a:miter lim="800000"/>
          </a:ln>
        </p:spPr>
        <p:txBody>
          <a:bodyPr wrap="none" anchor="ctr">
            <a:spAutoFit/>
          </a:bodyPr>
          <a:lstStyle/>
          <a:p>
            <a:endParaRPr lang="zh-CN" altLang="en-US"/>
          </a:p>
        </p:txBody>
      </p:sp>
      <p:graphicFrame>
        <p:nvGraphicFramePr>
          <p:cNvPr id="43011" name="Object 6"/>
          <p:cNvGraphicFramePr>
            <a:graphicFrameLocks noChangeAspect="1"/>
          </p:cNvGraphicFramePr>
          <p:nvPr/>
        </p:nvGraphicFramePr>
        <p:xfrm>
          <a:off x="5076056" y="4221088"/>
          <a:ext cx="2160587" cy="882650"/>
        </p:xfrm>
        <a:graphic>
          <a:graphicData uri="http://schemas.openxmlformats.org/presentationml/2006/ole">
            <mc:AlternateContent xmlns:mc="http://schemas.openxmlformats.org/markup-compatibility/2006">
              <mc:Choice xmlns:v="urn:schemas-microsoft-com:vml" Requires="v">
                <p:oleObj spid="_x0000_s2" name="公式" r:id="rId3" imgW="1091565" imgH="444500" progId="Equation.3">
                  <p:embed/>
                </p:oleObj>
              </mc:Choice>
              <mc:Fallback>
                <p:oleObj name="公式" r:id="rId3" imgW="1091565" imgH="4445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6056" y="4221088"/>
                        <a:ext cx="2160587" cy="882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17" name="Rectangle 9"/>
          <p:cNvSpPr/>
          <p:nvPr/>
        </p:nvSpPr>
        <p:spPr bwMode="auto">
          <a:xfrm>
            <a:off x="0" y="3219450"/>
            <a:ext cx="9144000" cy="0"/>
          </a:xfrm>
          <a:prstGeom prst="rect">
            <a:avLst/>
          </a:prstGeom>
          <a:noFill/>
          <a:ln w="9525">
            <a:noFill/>
            <a:miter lim="800000"/>
          </a:ln>
        </p:spPr>
        <p:txBody>
          <a:bodyPr wrap="none" anchor="ctr">
            <a:spAutoFit/>
          </a:bodyPr>
          <a:lstStyle/>
          <a:p>
            <a:endParaRPr lang="zh-CN" altLang="en-US"/>
          </a:p>
        </p:txBody>
      </p:sp>
      <p:graphicFrame>
        <p:nvGraphicFramePr>
          <p:cNvPr id="43012" name="Object 8"/>
          <p:cNvGraphicFramePr>
            <a:graphicFrameLocks noChangeAspect="1"/>
          </p:cNvGraphicFramePr>
          <p:nvPr/>
        </p:nvGraphicFramePr>
        <p:xfrm>
          <a:off x="2987824" y="5085184"/>
          <a:ext cx="2016125" cy="1044575"/>
        </p:xfrm>
        <a:graphic>
          <a:graphicData uri="http://schemas.openxmlformats.org/presentationml/2006/ole">
            <mc:AlternateContent xmlns:mc="http://schemas.openxmlformats.org/markup-compatibility/2006">
              <mc:Choice xmlns:v="urn:schemas-microsoft-com:vml" Requires="v">
                <p:oleObj spid="_x0000_s3" name="公式" r:id="rId5" imgW="812165" imgH="419100" progId="Equation.3">
                  <p:embed/>
                </p:oleObj>
              </mc:Choice>
              <mc:Fallback>
                <p:oleObj name="公式" r:id="rId5" imgW="812165" imgH="4191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7824" y="5085184"/>
                        <a:ext cx="2016125" cy="1044575"/>
                      </a:xfrm>
                      <a:prstGeom prst="rect">
                        <a:avLst/>
                      </a:prstGeom>
                      <a:solidFill>
                        <a:srgbClr val="00FF00"/>
                      </a:solidFill>
                    </p:spPr>
                  </p:pic>
                </p:oleObj>
              </mc:Fallback>
            </mc:AlternateContent>
          </a:graphicData>
        </a:graphic>
      </p:graphicFrame>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8" name="Rectangle 2"/>
          <p:cNvSpPr/>
          <p:nvPr>
            <p:ph type="title"/>
          </p:nvPr>
        </p:nvSpPr>
        <p:spPr>
          <a:xfrm>
            <a:off x="611560" y="620688"/>
            <a:ext cx="8162925" cy="1190625"/>
          </a:xfrm>
        </p:spPr>
        <p:txBody>
          <a:bodyPr/>
          <a:lstStyle/>
          <a:p>
            <a:pPr eaLnBrk="1" hangingPunct="1"/>
            <a:r>
              <a:rPr lang="zh-CN" altLang="en-US" sz="3600" dirty="0">
                <a:latin typeface="Times New Roman" panose="02020503050405090304" pitchFamily="18" charset="0"/>
              </a:rPr>
              <a:t>静特性对比</a:t>
            </a:r>
            <a:endParaRPr lang="zh-CN" altLang="en-US" sz="3600" dirty="0">
              <a:latin typeface="Times New Roman" panose="02020503050405090304" pitchFamily="18" charset="0"/>
            </a:endParaRPr>
          </a:p>
        </p:txBody>
      </p:sp>
      <p:sp>
        <p:nvSpPr>
          <p:cNvPr id="44039" name="Rectangle 3"/>
          <p:cNvSpPr/>
          <p:nvPr>
            <p:ph idx="1"/>
          </p:nvPr>
        </p:nvSpPr>
        <p:spPr>
          <a:xfrm>
            <a:off x="899592" y="1556792"/>
            <a:ext cx="8110537" cy="4191000"/>
          </a:xfrm>
        </p:spPr>
        <p:txBody>
          <a:bodyPr/>
          <a:lstStyle/>
          <a:p>
            <a:r>
              <a:rPr lang="zh-CN" altLang="en-US" dirty="0">
                <a:solidFill>
                  <a:srgbClr val="C00000"/>
                </a:solidFill>
                <a:latin typeface="Times New Roman" panose="02020503050405090304" pitchFamily="18" charset="0"/>
              </a:rPr>
              <a:t>闭环系统的静差率要比开环系统 小得多</a:t>
            </a:r>
            <a:endParaRPr lang="en-US" altLang="zh-CN" dirty="0">
              <a:solidFill>
                <a:srgbClr val="C00000"/>
              </a:solidFill>
              <a:latin typeface="Times New Roman" panose="02020503050405090304" pitchFamily="18" charset="0"/>
            </a:endParaRPr>
          </a:p>
          <a:p>
            <a:pPr eaLnBrk="1" hangingPunct="1"/>
            <a:r>
              <a:rPr lang="zh-CN" altLang="en-US" dirty="0">
                <a:latin typeface="Times New Roman" panose="02020503050405090304" pitchFamily="18" charset="0"/>
              </a:rPr>
              <a:t>闭环系统的静差率为</a:t>
            </a:r>
            <a:endParaRPr lang="zh-CN" altLang="en-US" dirty="0">
              <a:latin typeface="Times New Roman" panose="02020503050405090304" pitchFamily="18" charset="0"/>
            </a:endParaRPr>
          </a:p>
          <a:p>
            <a:pPr eaLnBrk="1" hangingPunct="1">
              <a:buFont typeface="Wingdings" panose="05000000000000000000" pitchFamily="2" charset="2"/>
              <a:buNone/>
            </a:pPr>
            <a:endParaRPr lang="zh-CN" altLang="en-US" dirty="0">
              <a:latin typeface="Times New Roman" panose="02020503050405090304" pitchFamily="18" charset="0"/>
            </a:endParaRPr>
          </a:p>
          <a:p>
            <a:pPr eaLnBrk="1" hangingPunct="1"/>
            <a:r>
              <a:rPr lang="zh-CN" altLang="en-US" dirty="0">
                <a:latin typeface="Times New Roman" panose="02020503050405090304" pitchFamily="18" charset="0"/>
              </a:rPr>
              <a:t>开环系统的静差率为</a:t>
            </a:r>
            <a:endParaRPr lang="zh-CN" altLang="en-US" dirty="0">
              <a:latin typeface="Times New Roman" panose="02020503050405090304" pitchFamily="18" charset="0"/>
            </a:endParaRPr>
          </a:p>
          <a:p>
            <a:pPr eaLnBrk="1" hangingPunct="1">
              <a:buFont typeface="Wingdings" panose="05000000000000000000" pitchFamily="2" charset="2"/>
              <a:buNone/>
            </a:pPr>
            <a:endParaRPr lang="zh-CN" altLang="en-US" dirty="0">
              <a:latin typeface="Times New Roman" panose="02020503050405090304" pitchFamily="18" charset="0"/>
            </a:endParaRPr>
          </a:p>
          <a:p>
            <a:pPr eaLnBrk="1" hangingPunct="1"/>
            <a:r>
              <a:rPr lang="zh-CN" altLang="en-US" dirty="0">
                <a:latin typeface="Times New Roman" panose="02020503050405090304" pitchFamily="18" charset="0"/>
              </a:rPr>
              <a:t>按理想空载转速相同的情况比较，当                  时，</a:t>
            </a:r>
            <a:endParaRPr lang="zh-CN" altLang="en-US" dirty="0">
              <a:latin typeface="Times New Roman" panose="02020503050405090304" pitchFamily="18" charset="0"/>
            </a:endParaRPr>
          </a:p>
          <a:p>
            <a:pPr eaLnBrk="1" hangingPunct="1">
              <a:buFont typeface="Wingdings" panose="05000000000000000000" pitchFamily="2" charset="2"/>
              <a:buNone/>
            </a:pPr>
            <a:r>
              <a:rPr lang="zh-CN" altLang="en-US" dirty="0">
                <a:latin typeface="Times New Roman" panose="02020503050405090304" pitchFamily="18" charset="0"/>
              </a:rPr>
              <a:t>							   （</a:t>
            </a:r>
            <a:r>
              <a:rPr lang="en-US" altLang="zh-CN" dirty="0">
                <a:latin typeface="Times New Roman" panose="02020503050405090304" pitchFamily="18" charset="0"/>
              </a:rPr>
              <a:t>3-5</a:t>
            </a:r>
            <a:r>
              <a:rPr lang="zh-CN" altLang="en-US" dirty="0">
                <a:latin typeface="Times New Roman" panose="02020503050405090304" pitchFamily="18" charset="0"/>
              </a:rPr>
              <a:t>）</a:t>
            </a:r>
            <a:endParaRPr lang="zh-CN" altLang="en-US" dirty="0">
              <a:latin typeface="Times New Roman" panose="02020503050405090304" pitchFamily="18" charset="0"/>
            </a:endParaRPr>
          </a:p>
        </p:txBody>
      </p:sp>
      <p:sp>
        <p:nvSpPr>
          <p:cNvPr id="44040" name="Rectangle 5"/>
          <p:cNvSpPr/>
          <p:nvPr/>
        </p:nvSpPr>
        <p:spPr bwMode="auto">
          <a:xfrm>
            <a:off x="0" y="3205163"/>
            <a:ext cx="9144000" cy="0"/>
          </a:xfrm>
          <a:prstGeom prst="rect">
            <a:avLst/>
          </a:prstGeom>
          <a:noFill/>
          <a:ln w="9525">
            <a:noFill/>
            <a:miter lim="800000"/>
          </a:ln>
        </p:spPr>
        <p:txBody>
          <a:bodyPr wrap="none" anchor="ctr">
            <a:spAutoFit/>
          </a:bodyPr>
          <a:lstStyle/>
          <a:p>
            <a:endParaRPr lang="zh-CN" altLang="en-US"/>
          </a:p>
        </p:txBody>
      </p:sp>
      <p:graphicFrame>
        <p:nvGraphicFramePr>
          <p:cNvPr id="44034" name="Object 4"/>
          <p:cNvGraphicFramePr>
            <a:graphicFrameLocks noChangeAspect="1"/>
          </p:cNvGraphicFramePr>
          <p:nvPr/>
        </p:nvGraphicFramePr>
        <p:xfrm>
          <a:off x="4954860" y="1964980"/>
          <a:ext cx="1657350" cy="1128712"/>
        </p:xfrm>
        <a:graphic>
          <a:graphicData uri="http://schemas.openxmlformats.org/presentationml/2006/ole">
            <mc:AlternateContent xmlns:mc="http://schemas.openxmlformats.org/markup-compatibility/2006">
              <mc:Choice xmlns:v="urn:schemas-microsoft-com:vml" Requires="v">
                <p:oleObj spid="_x0000_s38404" name="公式" r:id="rId1" imgW="660400" imgH="444500" progId="Equation.3">
                  <p:embed/>
                </p:oleObj>
              </mc:Choice>
              <mc:Fallback>
                <p:oleObj name="公式" r:id="rId1" imgW="660400" imgH="4445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4860" y="1964980"/>
                        <a:ext cx="1657350" cy="1128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041" name="Rectangle 7"/>
          <p:cNvSpPr/>
          <p:nvPr/>
        </p:nvSpPr>
        <p:spPr bwMode="auto">
          <a:xfrm>
            <a:off x="0" y="3195638"/>
            <a:ext cx="9144000" cy="0"/>
          </a:xfrm>
          <a:prstGeom prst="rect">
            <a:avLst/>
          </a:prstGeom>
          <a:noFill/>
          <a:ln w="9525">
            <a:noFill/>
            <a:miter lim="800000"/>
          </a:ln>
        </p:spPr>
        <p:txBody>
          <a:bodyPr wrap="none" anchor="ctr">
            <a:spAutoFit/>
          </a:bodyPr>
          <a:lstStyle/>
          <a:p>
            <a:endParaRPr lang="zh-CN" altLang="en-US"/>
          </a:p>
        </p:txBody>
      </p:sp>
      <p:graphicFrame>
        <p:nvGraphicFramePr>
          <p:cNvPr id="44035" name="Object 6"/>
          <p:cNvGraphicFramePr>
            <a:graphicFrameLocks noChangeAspect="1"/>
          </p:cNvGraphicFramePr>
          <p:nvPr/>
        </p:nvGraphicFramePr>
        <p:xfrm>
          <a:off x="4954860" y="3072854"/>
          <a:ext cx="1727200" cy="1158875"/>
        </p:xfrm>
        <a:graphic>
          <a:graphicData uri="http://schemas.openxmlformats.org/presentationml/2006/ole">
            <mc:AlternateContent xmlns:mc="http://schemas.openxmlformats.org/markup-compatibility/2006">
              <mc:Choice xmlns:v="urn:schemas-microsoft-com:vml" Requires="v">
                <p:oleObj spid="_x0000_s2" name="公式" r:id="rId3" imgW="698500" imgH="469900" progId="Equation.3">
                  <p:embed/>
                </p:oleObj>
              </mc:Choice>
              <mc:Fallback>
                <p:oleObj name="公式" r:id="rId3" imgW="698500" imgH="4699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4860" y="3072854"/>
                        <a:ext cx="1727200" cy="1158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042" name="Rectangle 9"/>
          <p:cNvSpPr/>
          <p:nvPr/>
        </p:nvSpPr>
        <p:spPr bwMode="auto">
          <a:xfrm>
            <a:off x="0" y="3309938"/>
            <a:ext cx="9144000" cy="0"/>
          </a:xfrm>
          <a:prstGeom prst="rect">
            <a:avLst/>
          </a:prstGeom>
          <a:noFill/>
          <a:ln w="9525">
            <a:noFill/>
            <a:miter lim="800000"/>
          </a:ln>
        </p:spPr>
        <p:txBody>
          <a:bodyPr wrap="none" anchor="ctr">
            <a:spAutoFit/>
          </a:bodyPr>
          <a:lstStyle/>
          <a:p>
            <a:endParaRPr lang="zh-CN" altLang="en-US"/>
          </a:p>
        </p:txBody>
      </p:sp>
      <p:graphicFrame>
        <p:nvGraphicFramePr>
          <p:cNvPr id="44036" name="Object 8"/>
          <p:cNvGraphicFramePr>
            <a:graphicFrameLocks noChangeAspect="1"/>
          </p:cNvGraphicFramePr>
          <p:nvPr/>
        </p:nvGraphicFramePr>
        <p:xfrm>
          <a:off x="7092280" y="4109765"/>
          <a:ext cx="1657350" cy="609600"/>
        </p:xfrm>
        <a:graphic>
          <a:graphicData uri="http://schemas.openxmlformats.org/presentationml/2006/ole">
            <mc:AlternateContent xmlns:mc="http://schemas.openxmlformats.org/markup-compatibility/2006">
              <mc:Choice xmlns:v="urn:schemas-microsoft-com:vml" Requires="v">
                <p:oleObj spid="_x0000_s3" name="公式" r:id="rId5" imgW="647700" imgH="241300" progId="Equation.3">
                  <p:embed/>
                </p:oleObj>
              </mc:Choice>
              <mc:Fallback>
                <p:oleObj name="公式" r:id="rId5" imgW="647700" imgH="2413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92280" y="4109765"/>
                        <a:ext cx="165735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043" name="Rectangle 11"/>
          <p:cNvSpPr/>
          <p:nvPr/>
        </p:nvSpPr>
        <p:spPr bwMode="auto">
          <a:xfrm>
            <a:off x="0" y="3219450"/>
            <a:ext cx="9144000" cy="0"/>
          </a:xfrm>
          <a:prstGeom prst="rect">
            <a:avLst/>
          </a:prstGeom>
          <a:noFill/>
          <a:ln w="9525">
            <a:noFill/>
            <a:miter lim="800000"/>
          </a:ln>
        </p:spPr>
        <p:txBody>
          <a:bodyPr wrap="none" anchor="ctr">
            <a:spAutoFit/>
          </a:bodyPr>
          <a:lstStyle/>
          <a:p>
            <a:endParaRPr lang="zh-CN" altLang="en-US"/>
          </a:p>
        </p:txBody>
      </p:sp>
      <p:graphicFrame>
        <p:nvGraphicFramePr>
          <p:cNvPr id="44037" name="Object 10"/>
          <p:cNvGraphicFramePr>
            <a:graphicFrameLocks noChangeAspect="1"/>
          </p:cNvGraphicFramePr>
          <p:nvPr/>
        </p:nvGraphicFramePr>
        <p:xfrm>
          <a:off x="4643438" y="4581525"/>
          <a:ext cx="1944687" cy="1141413"/>
        </p:xfrm>
        <a:graphic>
          <a:graphicData uri="http://schemas.openxmlformats.org/presentationml/2006/ole">
            <mc:AlternateContent xmlns:mc="http://schemas.openxmlformats.org/markup-compatibility/2006">
              <mc:Choice xmlns:v="urn:schemas-microsoft-com:vml" Requires="v">
                <p:oleObj spid="_x0000_s4" name="公式" r:id="rId7" imgW="711200" imgH="419100" progId="Equation.3">
                  <p:embed/>
                </p:oleObj>
              </mc:Choice>
              <mc:Fallback>
                <p:oleObj name="公式" r:id="rId7" imgW="711200" imgH="4191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3438" y="4581525"/>
                        <a:ext cx="1944687" cy="1141413"/>
                      </a:xfrm>
                      <a:prstGeom prst="rect">
                        <a:avLst/>
                      </a:prstGeom>
                      <a:solidFill>
                        <a:srgbClr val="00FF00"/>
                      </a:solidFill>
                      <a:ln>
                        <a:noFill/>
                      </a:ln>
                      <a:extLst>
                        <a:ext uri="{91240B29-F687-4F45-9708-019B960494DF}">
                          <a14:hiddenLine xmlns:a14="http://schemas.microsoft.com/office/drawing/2010/main" w="9525">
                            <a:solidFill>
                              <a:srgbClr val="00FF00"/>
                            </a:solidFill>
                            <a:miter lim="800000"/>
                            <a:headEnd/>
                            <a:tailEnd/>
                          </a14:hiddenLine>
                        </a:ext>
                      </a:extLst>
                    </p:spPr>
                  </p:pic>
                </p:oleObj>
              </mc:Fallback>
            </mc:AlternateContent>
          </a:graphicData>
        </a:graphic>
      </p:graphicFrame>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1" name="Rectangle 2"/>
          <p:cNvSpPr/>
          <p:nvPr>
            <p:ph type="title"/>
          </p:nvPr>
        </p:nvSpPr>
        <p:spPr>
          <a:xfrm>
            <a:off x="611560" y="548680"/>
            <a:ext cx="8162925" cy="1190625"/>
          </a:xfrm>
        </p:spPr>
        <p:txBody>
          <a:bodyPr/>
          <a:lstStyle/>
          <a:p>
            <a:pPr eaLnBrk="1" hangingPunct="1"/>
            <a:r>
              <a:rPr lang="zh-CN" altLang="en-US" sz="3600" b="1" dirty="0">
                <a:latin typeface="Times New Roman" panose="02020503050405090304" pitchFamily="18" charset="0"/>
              </a:rPr>
              <a:t>静特性对比</a:t>
            </a:r>
            <a:endParaRPr lang="zh-CN" altLang="en-US" sz="3600" b="1" dirty="0">
              <a:latin typeface="Times New Roman" panose="02020503050405090304" pitchFamily="18" charset="0"/>
            </a:endParaRPr>
          </a:p>
        </p:txBody>
      </p:sp>
      <p:sp>
        <p:nvSpPr>
          <p:cNvPr id="45062" name="Rectangle 3"/>
          <p:cNvSpPr/>
          <p:nvPr>
            <p:ph idx="1"/>
          </p:nvPr>
        </p:nvSpPr>
        <p:spPr>
          <a:xfrm>
            <a:off x="539552" y="1628800"/>
            <a:ext cx="7848600" cy="4829175"/>
          </a:xfrm>
        </p:spPr>
        <p:txBody>
          <a:bodyPr/>
          <a:lstStyle/>
          <a:p>
            <a:pPr>
              <a:lnSpc>
                <a:spcPct val="90000"/>
              </a:lnSpc>
            </a:pPr>
            <a:r>
              <a:rPr lang="zh-CN" altLang="en-US" dirty="0">
                <a:solidFill>
                  <a:srgbClr val="C00000"/>
                </a:solidFill>
                <a:latin typeface="Times New Roman" panose="02020503050405090304" pitchFamily="18" charset="0"/>
              </a:rPr>
              <a:t>如果所要求的静差率一定，则闭环系统可以大大提高调速范围</a:t>
            </a:r>
            <a:endParaRPr lang="en-US" altLang="zh-CN" dirty="0">
              <a:solidFill>
                <a:srgbClr val="C00000"/>
              </a:solidFill>
              <a:latin typeface="Times New Roman" panose="02020503050405090304" pitchFamily="18" charset="0"/>
            </a:endParaRPr>
          </a:p>
          <a:p>
            <a:pPr eaLnBrk="1" hangingPunct="1">
              <a:lnSpc>
                <a:spcPct val="90000"/>
              </a:lnSpc>
            </a:pPr>
            <a:r>
              <a:rPr lang="zh-CN" altLang="en-US" dirty="0">
                <a:latin typeface="Times New Roman" panose="02020503050405090304" pitchFamily="18" charset="0"/>
              </a:rPr>
              <a:t>如果电动机的最高转速都是</a:t>
            </a:r>
            <a:r>
              <a:rPr lang="en-US" altLang="zh-CN" i="1" dirty="0" err="1">
                <a:latin typeface="Times New Roman" panose="02020503050405090304" pitchFamily="18" charset="0"/>
              </a:rPr>
              <a:t>n</a:t>
            </a:r>
            <a:r>
              <a:rPr lang="en-US" altLang="zh-CN" i="1" baseline="-25000" dirty="0" err="1">
                <a:latin typeface="Times New Roman" panose="02020503050405090304" pitchFamily="18" charset="0"/>
              </a:rPr>
              <a:t>N</a:t>
            </a:r>
            <a:r>
              <a:rPr lang="zh-CN" altLang="en-US" dirty="0">
                <a:latin typeface="Times New Roman" panose="02020503050405090304" pitchFamily="18" charset="0"/>
              </a:rPr>
              <a:t>，最低速静差率都是</a:t>
            </a:r>
            <a:r>
              <a:rPr lang="en-US" altLang="zh-CN" i="1" dirty="0">
                <a:latin typeface="Times New Roman" panose="02020503050405090304" pitchFamily="18" charset="0"/>
              </a:rPr>
              <a:t>s</a:t>
            </a:r>
            <a:r>
              <a:rPr lang="zh-CN" altLang="en-US" dirty="0">
                <a:latin typeface="Times New Roman" panose="02020503050405090304" pitchFamily="18" charset="0"/>
              </a:rPr>
              <a:t>，可得</a:t>
            </a:r>
            <a:endParaRPr lang="zh-CN" altLang="en-US" dirty="0">
              <a:latin typeface="Times New Roman" panose="02020503050405090304" pitchFamily="18" charset="0"/>
            </a:endParaRPr>
          </a:p>
          <a:p>
            <a:pPr eaLnBrk="1" hangingPunct="1">
              <a:lnSpc>
                <a:spcPct val="90000"/>
              </a:lnSpc>
              <a:buFont typeface="Wingdings" panose="05000000000000000000" pitchFamily="2" charset="2"/>
              <a:buNone/>
            </a:pPr>
            <a:r>
              <a:rPr lang="zh-CN" altLang="en-US" dirty="0">
                <a:latin typeface="Times New Roman" panose="02020503050405090304" pitchFamily="18" charset="0"/>
              </a:rPr>
              <a:t>                    开环时，</a:t>
            </a:r>
            <a:endParaRPr lang="zh-CN" altLang="en-US" dirty="0">
              <a:latin typeface="Times New Roman" panose="02020503050405090304" pitchFamily="18" charset="0"/>
            </a:endParaRPr>
          </a:p>
          <a:p>
            <a:pPr eaLnBrk="1" hangingPunct="1">
              <a:lnSpc>
                <a:spcPct val="90000"/>
              </a:lnSpc>
              <a:buFont typeface="Wingdings" panose="05000000000000000000" pitchFamily="2" charset="2"/>
              <a:buNone/>
            </a:pPr>
            <a:r>
              <a:rPr lang="zh-CN" altLang="en-US" dirty="0">
                <a:latin typeface="Times New Roman" panose="02020503050405090304" pitchFamily="18" charset="0"/>
              </a:rPr>
              <a:t>                   </a:t>
            </a:r>
            <a:endParaRPr lang="zh-CN" altLang="en-US" dirty="0">
              <a:latin typeface="Times New Roman" panose="02020503050405090304" pitchFamily="18" charset="0"/>
            </a:endParaRPr>
          </a:p>
          <a:p>
            <a:pPr eaLnBrk="1" hangingPunct="1">
              <a:lnSpc>
                <a:spcPct val="90000"/>
              </a:lnSpc>
              <a:buFont typeface="Wingdings" panose="05000000000000000000" pitchFamily="2" charset="2"/>
              <a:buNone/>
            </a:pPr>
            <a:r>
              <a:rPr lang="zh-CN" altLang="en-US" dirty="0">
                <a:latin typeface="Times New Roman" panose="02020503050405090304" pitchFamily="18" charset="0"/>
              </a:rPr>
              <a:t>                    闭环时，</a:t>
            </a:r>
            <a:endParaRPr lang="zh-CN" altLang="en-US" dirty="0">
              <a:latin typeface="Times New Roman" panose="02020503050405090304" pitchFamily="18" charset="0"/>
            </a:endParaRPr>
          </a:p>
          <a:p>
            <a:pPr eaLnBrk="1" hangingPunct="1">
              <a:lnSpc>
                <a:spcPct val="90000"/>
              </a:lnSpc>
              <a:buFont typeface="Wingdings" panose="05000000000000000000" pitchFamily="2" charset="2"/>
              <a:buNone/>
            </a:pPr>
            <a:r>
              <a:rPr lang="zh-CN" altLang="en-US" dirty="0">
                <a:latin typeface="Times New Roman" panose="02020503050405090304" pitchFamily="18" charset="0"/>
              </a:rPr>
              <a:t>                    </a:t>
            </a:r>
            <a:endParaRPr lang="zh-CN" altLang="en-US" dirty="0">
              <a:latin typeface="Times New Roman" panose="02020503050405090304" pitchFamily="18" charset="0"/>
            </a:endParaRPr>
          </a:p>
          <a:p>
            <a:pPr eaLnBrk="1" hangingPunct="1">
              <a:lnSpc>
                <a:spcPct val="90000"/>
              </a:lnSpc>
              <a:buFont typeface="Wingdings" panose="05000000000000000000" pitchFamily="2" charset="2"/>
              <a:buNone/>
            </a:pPr>
            <a:r>
              <a:rPr lang="zh-CN" altLang="en-US" dirty="0">
                <a:latin typeface="Times New Roman" panose="02020503050405090304" pitchFamily="18" charset="0"/>
              </a:rPr>
              <a:t>						   （</a:t>
            </a:r>
            <a:r>
              <a:rPr lang="en-US" altLang="zh-CN" dirty="0">
                <a:latin typeface="Times New Roman" panose="02020503050405090304" pitchFamily="18" charset="0"/>
              </a:rPr>
              <a:t>3-6</a:t>
            </a:r>
            <a:r>
              <a:rPr lang="zh-CN" altLang="en-US" dirty="0">
                <a:latin typeface="Times New Roman" panose="02020503050405090304" pitchFamily="18" charset="0"/>
              </a:rPr>
              <a:t>）</a:t>
            </a:r>
            <a:endParaRPr lang="zh-CN" altLang="en-US" dirty="0">
              <a:latin typeface="Times New Roman" panose="02020503050405090304" pitchFamily="18" charset="0"/>
            </a:endParaRPr>
          </a:p>
        </p:txBody>
      </p:sp>
      <p:sp>
        <p:nvSpPr>
          <p:cNvPr id="45063" name="Rectangle 5"/>
          <p:cNvSpPr/>
          <p:nvPr/>
        </p:nvSpPr>
        <p:spPr bwMode="auto">
          <a:xfrm>
            <a:off x="0" y="3200400"/>
            <a:ext cx="9144000" cy="0"/>
          </a:xfrm>
          <a:prstGeom prst="rect">
            <a:avLst/>
          </a:prstGeom>
          <a:noFill/>
          <a:ln w="9525">
            <a:noFill/>
            <a:miter lim="800000"/>
          </a:ln>
        </p:spPr>
        <p:txBody>
          <a:bodyPr wrap="none" anchor="ctr">
            <a:spAutoFit/>
          </a:bodyPr>
          <a:lstStyle/>
          <a:p>
            <a:endParaRPr lang="zh-CN" altLang="en-US"/>
          </a:p>
        </p:txBody>
      </p:sp>
      <p:graphicFrame>
        <p:nvGraphicFramePr>
          <p:cNvPr id="45058" name="Object 4"/>
          <p:cNvGraphicFramePr>
            <a:graphicFrameLocks noChangeAspect="1"/>
          </p:cNvGraphicFramePr>
          <p:nvPr/>
        </p:nvGraphicFramePr>
        <p:xfrm>
          <a:off x="4283968" y="3140968"/>
          <a:ext cx="2160587" cy="885825"/>
        </p:xfrm>
        <a:graphic>
          <a:graphicData uri="http://schemas.openxmlformats.org/presentationml/2006/ole">
            <mc:AlternateContent xmlns:mc="http://schemas.openxmlformats.org/markup-compatibility/2006">
              <mc:Choice xmlns:v="urn:schemas-microsoft-com:vml" Requires="v">
                <p:oleObj spid="_x0000_s38404" name="公式" r:id="rId1" imgW="1117600" imgH="457200" progId="Equation.3">
                  <p:embed/>
                </p:oleObj>
              </mc:Choice>
              <mc:Fallback>
                <p:oleObj name="公式" r:id="rId1" imgW="1117600" imgH="4572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968" y="3140968"/>
                        <a:ext cx="2160587" cy="885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064" name="Rectangle 7"/>
          <p:cNvSpPr/>
          <p:nvPr/>
        </p:nvSpPr>
        <p:spPr bwMode="auto">
          <a:xfrm>
            <a:off x="0" y="3205163"/>
            <a:ext cx="9144000" cy="0"/>
          </a:xfrm>
          <a:prstGeom prst="rect">
            <a:avLst/>
          </a:prstGeom>
          <a:noFill/>
          <a:ln w="9525">
            <a:noFill/>
            <a:miter lim="800000"/>
          </a:ln>
        </p:spPr>
        <p:txBody>
          <a:bodyPr wrap="none" anchor="ctr">
            <a:spAutoFit/>
          </a:bodyPr>
          <a:lstStyle/>
          <a:p>
            <a:endParaRPr lang="zh-CN" altLang="en-US"/>
          </a:p>
        </p:txBody>
      </p:sp>
      <p:graphicFrame>
        <p:nvGraphicFramePr>
          <p:cNvPr id="45059" name="Object 6"/>
          <p:cNvGraphicFramePr>
            <a:graphicFrameLocks noChangeAspect="1"/>
          </p:cNvGraphicFramePr>
          <p:nvPr/>
        </p:nvGraphicFramePr>
        <p:xfrm>
          <a:off x="4139952" y="4221088"/>
          <a:ext cx="2016125" cy="846137"/>
        </p:xfrm>
        <a:graphic>
          <a:graphicData uri="http://schemas.openxmlformats.org/presentationml/2006/ole">
            <mc:AlternateContent xmlns:mc="http://schemas.openxmlformats.org/markup-compatibility/2006">
              <mc:Choice xmlns:v="urn:schemas-microsoft-com:vml" Requires="v">
                <p:oleObj spid="_x0000_s2" name="公式" r:id="rId3" imgW="1066165" imgH="444500" progId="Equation.3">
                  <p:embed/>
                </p:oleObj>
              </mc:Choice>
              <mc:Fallback>
                <p:oleObj name="公式" r:id="rId3" imgW="1066165" imgH="4445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9952" y="4221088"/>
                        <a:ext cx="2016125" cy="846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065" name="Rectangle 9"/>
          <p:cNvSpPr/>
          <p:nvPr/>
        </p:nvSpPr>
        <p:spPr bwMode="auto">
          <a:xfrm>
            <a:off x="0" y="3309938"/>
            <a:ext cx="9144000" cy="0"/>
          </a:xfrm>
          <a:prstGeom prst="rect">
            <a:avLst/>
          </a:prstGeom>
          <a:noFill/>
          <a:ln w="9525">
            <a:noFill/>
            <a:miter lim="800000"/>
          </a:ln>
        </p:spPr>
        <p:txBody>
          <a:bodyPr wrap="none" anchor="ctr">
            <a:spAutoFit/>
          </a:bodyPr>
          <a:lstStyle/>
          <a:p>
            <a:endParaRPr lang="zh-CN" altLang="en-US"/>
          </a:p>
        </p:txBody>
      </p:sp>
      <p:graphicFrame>
        <p:nvGraphicFramePr>
          <p:cNvPr id="45060" name="Object 8"/>
          <p:cNvGraphicFramePr>
            <a:graphicFrameLocks noChangeAspect="1"/>
          </p:cNvGraphicFramePr>
          <p:nvPr/>
        </p:nvGraphicFramePr>
        <p:xfrm>
          <a:off x="1785918" y="5214950"/>
          <a:ext cx="3384550" cy="762000"/>
        </p:xfrm>
        <a:graphic>
          <a:graphicData uri="http://schemas.openxmlformats.org/presentationml/2006/ole">
            <mc:AlternateContent xmlns:mc="http://schemas.openxmlformats.org/markup-compatibility/2006">
              <mc:Choice xmlns:v="urn:schemas-microsoft-com:vml" Requires="v">
                <p:oleObj spid="_x0000_s3" name="公式" r:id="rId5" imgW="1054100" imgH="241300" progId="Equation.3">
                  <p:embed/>
                </p:oleObj>
              </mc:Choice>
              <mc:Fallback>
                <p:oleObj name="公式" r:id="rId5" imgW="1054100" imgH="2413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85918" y="5214950"/>
                        <a:ext cx="3384550" cy="762000"/>
                      </a:xfrm>
                      <a:prstGeom prst="rect">
                        <a:avLst/>
                      </a:prstGeom>
                      <a:solidFill>
                        <a:srgbClr val="00FF00"/>
                      </a:solidFill>
                    </p:spPr>
                  </p:pic>
                </p:oleObj>
              </mc:Fallback>
            </mc:AlternateContent>
          </a:graphicData>
        </a:graphic>
      </p:graphicFrame>
      <mc:AlternateContent xmlns:mc="http://schemas.openxmlformats.org/markup-compatibility/2006" xmlns:p14="http://schemas.microsoft.com/office/powerpoint/2010/main">
        <mc:Choice Requires="p14">
          <p:contentPart r:id="rId7" p14:bwMode="auto">
            <p14:nvContentPartPr>
              <p14:cNvPr id="4" name="墨迹 3"/>
              <p14:cNvContentPartPr/>
              <p14:nvPr/>
            </p14:nvContentPartPr>
            <p14:xfrm>
              <a:off x="7157525" y="3066328"/>
              <a:ext cx="14129" cy="164106"/>
            </p14:xfrm>
          </p:contentPart>
        </mc:Choice>
        <mc:Fallback xmlns="">
          <p:pic>
            <p:nvPicPr>
              <p:cNvPr id="4" name="墨迹 3"/>
            </p:nvPicPr>
            <p:blipFill>
              <a:blip r:embed="rId8"/>
            </p:blipFill>
            <p:spPr>
              <a:xfrm>
                <a:off x="7157525" y="3066328"/>
                <a:ext cx="14129" cy="164106"/>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5" name="墨迹 4"/>
              <p14:cNvContentPartPr/>
              <p14:nvPr/>
            </p14:nvContentPartPr>
            <p14:xfrm>
              <a:off x="7168265" y="3047897"/>
              <a:ext cx="128846" cy="178865"/>
            </p14:xfrm>
          </p:contentPart>
        </mc:Choice>
        <mc:Fallback xmlns="">
          <p:pic>
            <p:nvPicPr>
              <p:cNvPr id="5" name="墨迹 4"/>
            </p:nvPicPr>
            <p:blipFill>
              <a:blip r:embed="rId10"/>
            </p:blipFill>
            <p:spPr>
              <a:xfrm>
                <a:off x="7168265" y="3047897"/>
                <a:ext cx="128846" cy="178865"/>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6" name="墨迹 5"/>
              <p14:cNvContentPartPr/>
              <p14:nvPr/>
            </p14:nvContentPartPr>
            <p14:xfrm>
              <a:off x="7351373" y="2997408"/>
              <a:ext cx="79120" cy="96388"/>
            </p14:xfrm>
          </p:contentPart>
        </mc:Choice>
        <mc:Fallback xmlns="">
          <p:pic>
            <p:nvPicPr>
              <p:cNvPr id="6" name="墨迹 5"/>
            </p:nvPicPr>
            <p:blipFill>
              <a:blip r:embed="rId12"/>
            </p:blipFill>
            <p:spPr>
              <a:xfrm>
                <a:off x="7351373" y="2997408"/>
                <a:ext cx="79120" cy="96388"/>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7" name="墨迹 6"/>
              <p14:cNvContentPartPr/>
              <p14:nvPr/>
            </p14:nvContentPartPr>
            <p14:xfrm>
              <a:off x="7374542" y="3035823"/>
              <a:ext cx="19779" cy="44062"/>
            </p14:xfrm>
          </p:contentPart>
        </mc:Choice>
        <mc:Fallback xmlns="">
          <p:pic>
            <p:nvPicPr>
              <p:cNvPr id="7" name="墨迹 6"/>
            </p:nvPicPr>
            <p:blipFill>
              <a:blip r:embed="rId14"/>
            </p:blipFill>
            <p:spPr>
              <a:xfrm>
                <a:off x="7374542" y="3035823"/>
                <a:ext cx="19779" cy="44062"/>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8" name="墨迹 7"/>
              <p14:cNvContentPartPr/>
              <p14:nvPr/>
            </p14:nvContentPartPr>
            <p14:xfrm>
              <a:off x="7337807" y="3083275"/>
              <a:ext cx="80820" cy="106203"/>
            </p14:xfrm>
          </p:contentPart>
        </mc:Choice>
        <mc:Fallback xmlns="">
          <p:pic>
            <p:nvPicPr>
              <p:cNvPr id="8" name="墨迹 7"/>
            </p:nvPicPr>
            <p:blipFill>
              <a:blip r:embed="rId16"/>
            </p:blipFill>
            <p:spPr>
              <a:xfrm>
                <a:off x="7337807" y="3083275"/>
                <a:ext cx="80820" cy="106203"/>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9" name="墨迹 8"/>
              <p14:cNvContentPartPr/>
              <p14:nvPr/>
            </p14:nvContentPartPr>
            <p14:xfrm>
              <a:off x="7383019" y="3148805"/>
              <a:ext cx="123194" cy="51971"/>
            </p14:xfrm>
          </p:contentPart>
        </mc:Choice>
        <mc:Fallback xmlns="">
          <p:pic>
            <p:nvPicPr>
              <p:cNvPr id="9" name="墨迹 8"/>
            </p:nvPicPr>
            <p:blipFill>
              <a:blip r:embed="rId18"/>
            </p:blipFill>
            <p:spPr>
              <a:xfrm>
                <a:off x="7383019" y="3148805"/>
                <a:ext cx="123194" cy="51971"/>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0" name="墨迹 9"/>
              <p14:cNvContentPartPr/>
              <p14:nvPr/>
            </p14:nvContentPartPr>
            <p14:xfrm>
              <a:off x="7503674" y="3029820"/>
              <a:ext cx="68457" cy="164177"/>
            </p14:xfrm>
          </p:contentPart>
        </mc:Choice>
        <mc:Fallback xmlns="">
          <p:pic>
            <p:nvPicPr>
              <p:cNvPr id="10" name="墨迹 9"/>
            </p:nvPicPr>
            <p:blipFill>
              <a:blip r:embed="rId20"/>
            </p:blipFill>
            <p:spPr>
              <a:xfrm>
                <a:off x="7503674" y="3029820"/>
                <a:ext cx="68457" cy="164177"/>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1" name="墨迹 10"/>
              <p14:cNvContentPartPr/>
              <p14:nvPr/>
            </p14:nvContentPartPr>
            <p14:xfrm>
              <a:off x="7510176" y="3114910"/>
              <a:ext cx="42385" cy="22597"/>
            </p14:xfrm>
          </p:contentPart>
        </mc:Choice>
        <mc:Fallback xmlns="">
          <p:pic>
            <p:nvPicPr>
              <p:cNvPr id="11" name="墨迹 10"/>
            </p:nvPicPr>
            <p:blipFill>
              <a:blip r:embed="rId22"/>
            </p:blipFill>
            <p:spPr>
              <a:xfrm>
                <a:off x="7510176" y="3114910"/>
                <a:ext cx="42385" cy="22597"/>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2" name="墨迹 11"/>
              <p14:cNvContentPartPr/>
              <p14:nvPr/>
            </p14:nvContentPartPr>
            <p14:xfrm>
              <a:off x="7602277" y="3014003"/>
              <a:ext cx="61050" cy="56844"/>
            </p14:xfrm>
          </p:contentPart>
        </mc:Choice>
        <mc:Fallback xmlns="">
          <p:pic>
            <p:nvPicPr>
              <p:cNvPr id="12" name="墨迹 11"/>
            </p:nvPicPr>
            <p:blipFill>
              <a:blip r:embed="rId24"/>
            </p:blipFill>
            <p:spPr>
              <a:xfrm>
                <a:off x="7602277" y="3014003"/>
                <a:ext cx="61050" cy="56844"/>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3" name="墨迹 12"/>
              <p14:cNvContentPartPr/>
              <p14:nvPr/>
            </p14:nvContentPartPr>
            <p14:xfrm>
              <a:off x="7611338" y="3081015"/>
              <a:ext cx="58766" cy="92080"/>
            </p14:xfrm>
          </p:contentPart>
        </mc:Choice>
        <mc:Fallback xmlns="">
          <p:pic>
            <p:nvPicPr>
              <p:cNvPr id="13" name="墨迹 12"/>
            </p:nvPicPr>
            <p:blipFill>
              <a:blip r:embed="rId26"/>
            </p:blipFill>
            <p:spPr>
              <a:xfrm>
                <a:off x="7611338" y="3081015"/>
                <a:ext cx="58766" cy="9208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4" name="墨迹 13"/>
              <p14:cNvContentPartPr/>
              <p14:nvPr/>
            </p14:nvContentPartPr>
            <p14:xfrm>
              <a:off x="7624893" y="3123948"/>
              <a:ext cx="30520" cy="4519"/>
            </p14:xfrm>
          </p:contentPart>
        </mc:Choice>
        <mc:Fallback xmlns="">
          <p:pic>
            <p:nvPicPr>
              <p:cNvPr id="14" name="墨迹 13"/>
            </p:nvPicPr>
            <p:blipFill>
              <a:blip r:embed="rId28"/>
            </p:blipFill>
            <p:spPr>
              <a:xfrm>
                <a:off x="7624893" y="3123948"/>
                <a:ext cx="30520" cy="4519"/>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5" name="墨迹 14"/>
              <p14:cNvContentPartPr/>
              <p14:nvPr/>
            </p14:nvContentPartPr>
            <p14:xfrm>
              <a:off x="7627939" y="3160103"/>
              <a:ext cx="30862" cy="9038"/>
            </p14:xfrm>
          </p:contentPart>
        </mc:Choice>
        <mc:Fallback xmlns="">
          <p:pic>
            <p:nvPicPr>
              <p:cNvPr id="15" name="墨迹 14"/>
            </p:nvPicPr>
            <p:blipFill>
              <a:blip r:embed="rId30"/>
            </p:blipFill>
            <p:spPr>
              <a:xfrm>
                <a:off x="7627939" y="3160103"/>
                <a:ext cx="30862" cy="9038"/>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16" name="墨迹 15"/>
              <p14:cNvContentPartPr/>
              <p14:nvPr/>
            </p14:nvContentPartPr>
            <p14:xfrm>
              <a:off x="7733407" y="3031303"/>
              <a:ext cx="7914" cy="14688"/>
            </p14:xfrm>
          </p:contentPart>
        </mc:Choice>
        <mc:Fallback xmlns="">
          <p:pic>
            <p:nvPicPr>
              <p:cNvPr id="16" name="墨迹 15"/>
            </p:nvPicPr>
            <p:blipFill>
              <a:blip r:embed="rId32"/>
            </p:blipFill>
            <p:spPr>
              <a:xfrm>
                <a:off x="7733407" y="3031303"/>
                <a:ext cx="7914" cy="14688"/>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17" name="墨迹 16"/>
              <p14:cNvContentPartPr/>
              <p14:nvPr/>
            </p14:nvContentPartPr>
            <p14:xfrm>
              <a:off x="7733407" y="3085535"/>
              <a:ext cx="12429" cy="64117"/>
            </p14:xfrm>
          </p:contentPart>
        </mc:Choice>
        <mc:Fallback xmlns="">
          <p:pic>
            <p:nvPicPr>
              <p:cNvPr id="17" name="墨迹 16"/>
            </p:nvPicPr>
            <p:blipFill>
              <a:blip r:embed="rId34"/>
            </p:blipFill>
            <p:spPr>
              <a:xfrm>
                <a:off x="7733407" y="3085535"/>
                <a:ext cx="12429" cy="64117"/>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18" name="墨迹 17"/>
              <p14:cNvContentPartPr/>
              <p14:nvPr/>
            </p14:nvContentPartPr>
            <p14:xfrm>
              <a:off x="7765052" y="3053900"/>
              <a:ext cx="4526" cy="73438"/>
            </p14:xfrm>
          </p:contentPart>
        </mc:Choice>
        <mc:Fallback xmlns="">
          <p:pic>
            <p:nvPicPr>
              <p:cNvPr id="18" name="墨迹 17"/>
            </p:nvPicPr>
            <p:blipFill>
              <a:blip r:embed="rId36"/>
            </p:blipFill>
            <p:spPr>
              <a:xfrm>
                <a:off x="7765052" y="3053900"/>
                <a:ext cx="4526" cy="73438"/>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19" name="墨迹 18"/>
              <p14:cNvContentPartPr/>
              <p14:nvPr/>
            </p14:nvContentPartPr>
            <p14:xfrm>
              <a:off x="7785395" y="2999668"/>
              <a:ext cx="88160" cy="162129"/>
            </p14:xfrm>
          </p:contentPart>
        </mc:Choice>
        <mc:Fallback xmlns="">
          <p:pic>
            <p:nvPicPr>
              <p:cNvPr id="19" name="墨迹 18"/>
            </p:nvPicPr>
            <p:blipFill>
              <a:blip r:embed="rId38"/>
            </p:blipFill>
            <p:spPr>
              <a:xfrm>
                <a:off x="7785395" y="2999668"/>
                <a:ext cx="88160" cy="162129"/>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0" name="墨迹 19"/>
              <p14:cNvContentPartPr/>
              <p14:nvPr/>
            </p14:nvContentPartPr>
            <p14:xfrm>
              <a:off x="7794998" y="3022265"/>
              <a:ext cx="35609" cy="70049"/>
            </p14:xfrm>
          </p:contentPart>
        </mc:Choice>
        <mc:Fallback xmlns="">
          <p:pic>
            <p:nvPicPr>
              <p:cNvPr id="20" name="墨迹 19"/>
            </p:nvPicPr>
            <p:blipFill>
              <a:blip r:embed="rId40"/>
            </p:blipFill>
            <p:spPr>
              <a:xfrm>
                <a:off x="7794998" y="3022265"/>
                <a:ext cx="35609" cy="70049"/>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1" name="墨迹 20"/>
              <p14:cNvContentPartPr/>
              <p14:nvPr/>
            </p14:nvContentPartPr>
            <p14:xfrm>
              <a:off x="7805738" y="3090054"/>
              <a:ext cx="19217" cy="1130"/>
            </p14:xfrm>
          </p:contentPart>
        </mc:Choice>
        <mc:Fallback xmlns="">
          <p:pic>
            <p:nvPicPr>
              <p:cNvPr id="21" name="墨迹 20"/>
            </p:nvPicPr>
            <p:blipFill>
              <a:blip r:embed="rId42"/>
            </p:blipFill>
            <p:spPr>
              <a:xfrm>
                <a:off x="7805738" y="3090054"/>
                <a:ext cx="19217" cy="1130"/>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22" name="墨迹 21"/>
              <p14:cNvContentPartPr/>
              <p14:nvPr/>
            </p14:nvContentPartPr>
            <p14:xfrm>
              <a:off x="7817604" y="3101917"/>
              <a:ext cx="13003" cy="25421"/>
            </p14:xfrm>
          </p:contentPart>
        </mc:Choice>
        <mc:Fallback xmlns="">
          <p:pic>
            <p:nvPicPr>
              <p:cNvPr id="22" name="墨迹 21"/>
            </p:nvPicPr>
            <p:blipFill>
              <a:blip r:embed="rId44"/>
            </p:blipFill>
            <p:spPr>
              <a:xfrm>
                <a:off x="7817604" y="3101917"/>
                <a:ext cx="13003" cy="25421"/>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23" name="墨迹 22"/>
              <p14:cNvContentPartPr/>
              <p14:nvPr/>
            </p14:nvContentPartPr>
            <p14:xfrm>
              <a:off x="7939121" y="2988370"/>
              <a:ext cx="67045" cy="24856"/>
            </p14:xfrm>
          </p:contentPart>
        </mc:Choice>
        <mc:Fallback xmlns="">
          <p:pic>
            <p:nvPicPr>
              <p:cNvPr id="23" name="墨迹 22"/>
            </p:nvPicPr>
            <p:blipFill>
              <a:blip r:embed="rId46"/>
            </p:blipFill>
            <p:spPr>
              <a:xfrm>
                <a:off x="7939121" y="2988370"/>
                <a:ext cx="67045" cy="24856"/>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24" name="墨迹 23"/>
              <p14:cNvContentPartPr/>
              <p14:nvPr/>
            </p14:nvContentPartPr>
            <p14:xfrm>
              <a:off x="7941362" y="3020005"/>
              <a:ext cx="72353" cy="44628"/>
            </p14:xfrm>
          </p:contentPart>
        </mc:Choice>
        <mc:Fallback xmlns="">
          <p:pic>
            <p:nvPicPr>
              <p:cNvPr id="24" name="墨迹 23"/>
            </p:nvPicPr>
            <p:blipFill>
              <a:blip r:embed="rId48"/>
            </p:blipFill>
            <p:spPr>
              <a:xfrm>
                <a:off x="7941362" y="3020005"/>
                <a:ext cx="72353" cy="44628"/>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25" name="墨迹 24"/>
              <p14:cNvContentPartPr/>
              <p14:nvPr/>
            </p14:nvContentPartPr>
            <p14:xfrm>
              <a:off x="7957201" y="2955252"/>
              <a:ext cx="31646" cy="190728"/>
            </p14:xfrm>
          </p:contentPart>
        </mc:Choice>
        <mc:Fallback xmlns="">
          <p:pic>
            <p:nvPicPr>
              <p:cNvPr id="25" name="墨迹 24"/>
            </p:nvPicPr>
            <p:blipFill>
              <a:blip r:embed="rId50"/>
            </p:blipFill>
            <p:spPr>
              <a:xfrm>
                <a:off x="7957201" y="2955252"/>
                <a:ext cx="31646" cy="190728"/>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26" name="墨迹 25"/>
              <p14:cNvContentPartPr/>
              <p14:nvPr/>
            </p14:nvContentPartPr>
            <p14:xfrm>
              <a:off x="7945898" y="3083275"/>
              <a:ext cx="24869" cy="33118"/>
            </p14:xfrm>
          </p:contentPart>
        </mc:Choice>
        <mc:Fallback xmlns="">
          <p:pic>
            <p:nvPicPr>
              <p:cNvPr id="26" name="墨迹 25"/>
            </p:nvPicPr>
            <p:blipFill>
              <a:blip r:embed="rId52"/>
            </p:blipFill>
            <p:spPr>
              <a:xfrm>
                <a:off x="7945898" y="3083275"/>
                <a:ext cx="24869" cy="33118"/>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27" name="墨迹 26"/>
              <p14:cNvContentPartPr/>
              <p14:nvPr/>
            </p14:nvContentPartPr>
            <p14:xfrm>
              <a:off x="8000149" y="3074236"/>
              <a:ext cx="39284" cy="15818"/>
            </p14:xfrm>
          </p:contentPart>
        </mc:Choice>
        <mc:Fallback xmlns="">
          <p:pic>
            <p:nvPicPr>
              <p:cNvPr id="27" name="墨迹 26"/>
            </p:nvPicPr>
            <p:blipFill>
              <a:blip r:embed="rId54"/>
            </p:blipFill>
            <p:spPr>
              <a:xfrm>
                <a:off x="8000149" y="3074236"/>
                <a:ext cx="39284" cy="15818"/>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28" name="墨迹 27"/>
              <p14:cNvContentPartPr/>
              <p14:nvPr/>
            </p14:nvContentPartPr>
            <p14:xfrm>
              <a:off x="7902950" y="3004188"/>
              <a:ext cx="10166" cy="23726"/>
            </p14:xfrm>
          </p:contentPart>
        </mc:Choice>
        <mc:Fallback xmlns="">
          <p:pic>
            <p:nvPicPr>
              <p:cNvPr id="28" name="墨迹 27"/>
            </p:nvPicPr>
            <p:blipFill>
              <a:blip r:embed="rId56"/>
            </p:blipFill>
            <p:spPr>
              <a:xfrm>
                <a:off x="7902950" y="3004188"/>
                <a:ext cx="10166" cy="23726"/>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29" name="墨迹 28"/>
              <p14:cNvContentPartPr/>
              <p14:nvPr/>
            </p14:nvContentPartPr>
            <p14:xfrm>
              <a:off x="7894473" y="3044861"/>
              <a:ext cx="249225" cy="98859"/>
            </p14:xfrm>
          </p:contentPart>
        </mc:Choice>
        <mc:Fallback xmlns="">
          <p:pic>
            <p:nvPicPr>
              <p:cNvPr id="29" name="墨迹 28"/>
            </p:nvPicPr>
            <p:blipFill>
              <a:blip r:embed="rId58"/>
            </p:blipFill>
            <p:spPr>
              <a:xfrm>
                <a:off x="7894473" y="3044861"/>
                <a:ext cx="249225" cy="98859"/>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30" name="墨迹 29"/>
              <p14:cNvContentPartPr/>
              <p14:nvPr/>
            </p14:nvContentPartPr>
            <p14:xfrm>
              <a:off x="8106401" y="2958995"/>
              <a:ext cx="87387" cy="38413"/>
            </p14:xfrm>
          </p:contentPart>
        </mc:Choice>
        <mc:Fallback xmlns="">
          <p:pic>
            <p:nvPicPr>
              <p:cNvPr id="30" name="墨迹 29"/>
            </p:nvPicPr>
            <p:blipFill>
              <a:blip r:embed="rId60"/>
            </p:blipFill>
            <p:spPr>
              <a:xfrm>
                <a:off x="8106401" y="2958995"/>
                <a:ext cx="87387" cy="38413"/>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31" name="墨迹 30"/>
              <p14:cNvContentPartPr/>
              <p14:nvPr/>
            </p14:nvContentPartPr>
            <p14:xfrm>
              <a:off x="8126744" y="2956735"/>
              <a:ext cx="10177" cy="50842"/>
            </p14:xfrm>
          </p:contentPart>
        </mc:Choice>
        <mc:Fallback xmlns="">
          <p:pic>
            <p:nvPicPr>
              <p:cNvPr id="31" name="墨迹 30"/>
            </p:nvPicPr>
            <p:blipFill>
              <a:blip r:embed="rId62"/>
            </p:blipFill>
            <p:spPr>
              <a:xfrm>
                <a:off x="8126744" y="2956735"/>
                <a:ext cx="10177" cy="50842"/>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32" name="墨迹 31"/>
              <p14:cNvContentPartPr/>
              <p14:nvPr/>
            </p14:nvContentPartPr>
            <p14:xfrm>
              <a:off x="8152738" y="2945437"/>
              <a:ext cx="10177" cy="54231"/>
            </p14:xfrm>
          </p:contentPart>
        </mc:Choice>
        <mc:Fallback xmlns="">
          <p:pic>
            <p:nvPicPr>
              <p:cNvPr id="32" name="墨迹 31"/>
            </p:nvPicPr>
            <p:blipFill>
              <a:blip r:embed="rId64"/>
            </p:blipFill>
            <p:spPr>
              <a:xfrm>
                <a:off x="8152738" y="2945437"/>
                <a:ext cx="10177" cy="54231"/>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33" name="墨迹 32"/>
              <p14:cNvContentPartPr/>
              <p14:nvPr/>
            </p14:nvContentPartPr>
            <p14:xfrm>
              <a:off x="8113741" y="3026784"/>
              <a:ext cx="7352" cy="10168"/>
            </p14:xfrm>
          </p:contentPart>
        </mc:Choice>
        <mc:Fallback xmlns="">
          <p:pic>
            <p:nvPicPr>
              <p:cNvPr id="33" name="墨迹 32"/>
            </p:nvPicPr>
            <p:blipFill>
              <a:blip r:embed="rId66"/>
            </p:blipFill>
            <p:spPr>
              <a:xfrm>
                <a:off x="8113741" y="3026784"/>
                <a:ext cx="7352" cy="10168"/>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34" name="墨迹 33"/>
              <p14:cNvContentPartPr/>
              <p14:nvPr/>
            </p14:nvContentPartPr>
            <p14:xfrm>
              <a:off x="8124481" y="3070847"/>
              <a:ext cx="3389" cy="27115"/>
            </p14:xfrm>
          </p:contentPart>
        </mc:Choice>
        <mc:Fallback xmlns="">
          <p:pic>
            <p:nvPicPr>
              <p:cNvPr id="34" name="墨迹 33"/>
            </p:nvPicPr>
            <p:blipFill>
              <a:blip r:embed="rId68"/>
            </p:blipFill>
            <p:spPr>
              <a:xfrm>
                <a:off x="8124481" y="3070847"/>
                <a:ext cx="3389" cy="27115"/>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35" name="墨迹 34"/>
              <p14:cNvContentPartPr/>
              <p14:nvPr/>
            </p14:nvContentPartPr>
            <p14:xfrm>
              <a:off x="8140309" y="3010966"/>
              <a:ext cx="72332" cy="81347"/>
            </p14:xfrm>
          </p:contentPart>
        </mc:Choice>
        <mc:Fallback xmlns="">
          <p:pic>
            <p:nvPicPr>
              <p:cNvPr id="35" name="墨迹 34"/>
            </p:nvPicPr>
            <p:blipFill>
              <a:blip r:embed="rId70"/>
            </p:blipFill>
            <p:spPr>
              <a:xfrm>
                <a:off x="8140309" y="3010966"/>
                <a:ext cx="72332" cy="81347"/>
              </a:xfrm>
              <a:prstGeom prst="rect"/>
            </p:spPr>
          </p:pic>
        </mc:Fallback>
      </mc:AlternateContent>
      <mc:AlternateContent xmlns:mc="http://schemas.openxmlformats.org/markup-compatibility/2006" xmlns:p14="http://schemas.microsoft.com/office/powerpoint/2010/main">
        <mc:Choice Requires="p14">
          <p:contentPart r:id="rId71" p14:bwMode="auto">
            <p14:nvContentPartPr>
              <p14:cNvPr id="36" name="墨迹 35"/>
              <p14:cNvContentPartPr/>
              <p14:nvPr/>
            </p14:nvContentPartPr>
            <p14:xfrm>
              <a:off x="8264640" y="2988370"/>
              <a:ext cx="11303" cy="91869"/>
            </p14:xfrm>
          </p:contentPart>
        </mc:Choice>
        <mc:Fallback xmlns="">
          <p:pic>
            <p:nvPicPr>
              <p:cNvPr id="36" name="墨迹 35"/>
            </p:nvPicPr>
            <p:blipFill>
              <a:blip r:embed="rId72"/>
            </p:blipFill>
            <p:spPr>
              <a:xfrm>
                <a:off x="8264640" y="2988370"/>
                <a:ext cx="11303" cy="91869"/>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37" name="墨迹 36"/>
              <p14:cNvContentPartPr/>
              <p14:nvPr/>
            </p14:nvContentPartPr>
            <p14:xfrm>
              <a:off x="8269155" y="2931879"/>
              <a:ext cx="106251" cy="169473"/>
            </p14:xfrm>
          </p:contentPart>
        </mc:Choice>
        <mc:Fallback xmlns="">
          <p:pic>
            <p:nvPicPr>
              <p:cNvPr id="37" name="墨迹 36"/>
            </p:nvPicPr>
            <p:blipFill>
              <a:blip r:embed="rId74"/>
            </p:blipFill>
            <p:spPr>
              <a:xfrm>
                <a:off x="8269155" y="2931879"/>
                <a:ext cx="106251" cy="169473"/>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38" name="墨迹 37"/>
              <p14:cNvContentPartPr/>
              <p14:nvPr/>
            </p14:nvContentPartPr>
            <p14:xfrm>
              <a:off x="8298549" y="2990630"/>
              <a:ext cx="27120" cy="13558"/>
            </p14:xfrm>
          </p:contentPart>
        </mc:Choice>
        <mc:Fallback xmlns="">
          <p:pic>
            <p:nvPicPr>
              <p:cNvPr id="38" name="墨迹 37"/>
            </p:nvPicPr>
            <p:blipFill>
              <a:blip r:embed="rId76"/>
            </p:blipFill>
            <p:spPr>
              <a:xfrm>
                <a:off x="8298549" y="2990630"/>
                <a:ext cx="27120" cy="13558"/>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39" name="墨迹 38"/>
              <p14:cNvContentPartPr/>
              <p14:nvPr/>
            </p14:nvContentPartPr>
            <p14:xfrm>
              <a:off x="8316629" y="3026784"/>
              <a:ext cx="29406" cy="27116"/>
            </p14:xfrm>
          </p:contentPart>
        </mc:Choice>
        <mc:Fallback xmlns="">
          <p:pic>
            <p:nvPicPr>
              <p:cNvPr id="39" name="墨迹 38"/>
            </p:nvPicPr>
            <p:blipFill>
              <a:blip r:embed="rId78"/>
            </p:blipFill>
            <p:spPr>
              <a:xfrm>
                <a:off x="8316629" y="3026784"/>
                <a:ext cx="29406" cy="27116"/>
              </a:xfrm>
              <a:prstGeom prst="rect"/>
            </p:spPr>
          </p:pic>
        </mc:Fallback>
      </mc:AlternateContent>
      <mc:AlternateContent xmlns:mc="http://schemas.openxmlformats.org/markup-compatibility/2006" xmlns:p14="http://schemas.microsoft.com/office/powerpoint/2010/main">
        <mc:Choice Requires="p14">
          <p:contentPart r:id="rId79" p14:bwMode="auto">
            <p14:nvContentPartPr>
              <p14:cNvPr id="40" name="墨迹 39"/>
              <p14:cNvContentPartPr/>
              <p14:nvPr/>
            </p14:nvContentPartPr>
            <p14:xfrm>
              <a:off x="8308715" y="2981591"/>
              <a:ext cx="7914" cy="102814"/>
            </p14:xfrm>
          </p:contentPart>
        </mc:Choice>
        <mc:Fallback xmlns="">
          <p:pic>
            <p:nvPicPr>
              <p:cNvPr id="40" name="墨迹 39"/>
            </p:nvPicPr>
            <p:blipFill>
              <a:blip r:embed="rId80"/>
            </p:blipFill>
            <p:spPr>
              <a:xfrm>
                <a:off x="8308715" y="2981591"/>
                <a:ext cx="7914" cy="102814"/>
              </a:xfrm>
              <a:prstGeom prst="rect"/>
            </p:spPr>
          </p:pic>
        </mc:Fallback>
      </mc:AlternateContent>
      <mc:AlternateContent xmlns:mc="http://schemas.openxmlformats.org/markup-compatibility/2006" xmlns:p14="http://schemas.microsoft.com/office/powerpoint/2010/main">
        <mc:Choice Requires="p14">
          <p:contentPart r:id="rId81" p14:bwMode="auto">
            <p14:nvContentPartPr>
              <p14:cNvPr id="41" name="墨迹 40"/>
              <p14:cNvContentPartPr/>
              <p14:nvPr/>
            </p14:nvContentPartPr>
            <p14:xfrm>
              <a:off x="8279122" y="3076496"/>
              <a:ext cx="84981" cy="11298"/>
            </p14:xfrm>
          </p:contentPart>
        </mc:Choice>
        <mc:Fallback xmlns="">
          <p:pic>
            <p:nvPicPr>
              <p:cNvPr id="41" name="墨迹 40"/>
            </p:nvPicPr>
            <p:blipFill>
              <a:blip r:embed="rId82"/>
            </p:blipFill>
            <p:spPr>
              <a:xfrm>
                <a:off x="8279122" y="3076496"/>
                <a:ext cx="84981" cy="11298"/>
              </a:xfrm>
              <a:prstGeom prst="rect"/>
            </p:spPr>
          </p:pic>
        </mc:Fallback>
      </mc:AlternateContent>
      <mc:AlternateContent xmlns:mc="http://schemas.openxmlformats.org/markup-compatibility/2006" xmlns:p14="http://schemas.microsoft.com/office/powerpoint/2010/main">
        <mc:Choice Requires="p14">
          <p:contentPart r:id="rId83" p14:bwMode="auto">
            <p14:nvContentPartPr>
              <p14:cNvPr id="42" name="墨迹 41"/>
              <p14:cNvContentPartPr/>
              <p14:nvPr/>
            </p14:nvContentPartPr>
            <p14:xfrm>
              <a:off x="7629418" y="3304719"/>
              <a:ext cx="18081" cy="38414"/>
            </p14:xfrm>
          </p:contentPart>
        </mc:Choice>
        <mc:Fallback xmlns="">
          <p:pic>
            <p:nvPicPr>
              <p:cNvPr id="42" name="墨迹 41"/>
            </p:nvPicPr>
            <p:blipFill>
              <a:blip r:embed="rId84"/>
            </p:blipFill>
            <p:spPr>
              <a:xfrm>
                <a:off x="7629418" y="3304719"/>
                <a:ext cx="18081" cy="38414"/>
              </a:xfrm>
              <a:prstGeom prst="rect"/>
            </p:spPr>
          </p:pic>
        </mc:Fallback>
      </mc:AlternateContent>
      <mc:AlternateContent xmlns:mc="http://schemas.openxmlformats.org/markup-compatibility/2006" xmlns:p14="http://schemas.microsoft.com/office/powerpoint/2010/main">
        <mc:Choice Requires="p14">
          <p:contentPart r:id="rId85" p14:bwMode="auto">
            <p14:nvContentPartPr>
              <p14:cNvPr id="43" name="墨迹 42"/>
              <p14:cNvContentPartPr/>
              <p14:nvPr/>
            </p14:nvContentPartPr>
            <p14:xfrm>
              <a:off x="7647487" y="3275344"/>
              <a:ext cx="54285" cy="76828"/>
            </p14:xfrm>
          </p:contentPart>
        </mc:Choice>
        <mc:Fallback xmlns="">
          <p:pic>
            <p:nvPicPr>
              <p:cNvPr id="43" name="墨迹 42"/>
            </p:nvPicPr>
            <p:blipFill>
              <a:blip r:embed="rId86"/>
            </p:blipFill>
            <p:spPr>
              <a:xfrm>
                <a:off x="7647487" y="3275344"/>
                <a:ext cx="54285" cy="76828"/>
              </a:xfrm>
              <a:prstGeom prst="rect"/>
            </p:spPr>
          </p:pic>
        </mc:Fallback>
      </mc:AlternateContent>
      <mc:AlternateContent xmlns:mc="http://schemas.openxmlformats.org/markup-compatibility/2006" xmlns:p14="http://schemas.microsoft.com/office/powerpoint/2010/main">
        <mc:Choice Requires="p14">
          <p:contentPart r:id="rId87" p14:bwMode="auto">
            <p14:nvContentPartPr>
              <p14:cNvPr id="44" name="墨迹 43"/>
              <p14:cNvContentPartPr/>
              <p14:nvPr/>
            </p14:nvContentPartPr>
            <p14:xfrm>
              <a:off x="7649761" y="3309238"/>
              <a:ext cx="20343" cy="28246"/>
            </p14:xfrm>
          </p:contentPart>
        </mc:Choice>
        <mc:Fallback xmlns="">
          <p:pic>
            <p:nvPicPr>
              <p:cNvPr id="44" name="墨迹 43"/>
            </p:nvPicPr>
            <p:blipFill>
              <a:blip r:embed="rId88"/>
            </p:blipFill>
            <p:spPr>
              <a:xfrm>
                <a:off x="7649761" y="3309238"/>
                <a:ext cx="20343" cy="28246"/>
              </a:xfrm>
              <a:prstGeom prst="rect"/>
            </p:spPr>
          </p:pic>
        </mc:Fallback>
      </mc:AlternateContent>
      <mc:AlternateContent xmlns:mc="http://schemas.openxmlformats.org/markup-compatibility/2006" xmlns:p14="http://schemas.microsoft.com/office/powerpoint/2010/main">
        <mc:Choice Requires="p14">
          <p:contentPart r:id="rId89" p14:bwMode="auto">
            <p14:nvContentPartPr>
              <p14:cNvPr id="45" name="墨迹 44"/>
              <p14:cNvContentPartPr/>
              <p14:nvPr/>
            </p14:nvContentPartPr>
            <p14:xfrm>
              <a:off x="7607585" y="3336354"/>
              <a:ext cx="80611" cy="31636"/>
            </p14:xfrm>
          </p:contentPart>
        </mc:Choice>
        <mc:Fallback xmlns="">
          <p:pic>
            <p:nvPicPr>
              <p:cNvPr id="45" name="墨迹 44"/>
            </p:nvPicPr>
            <p:blipFill>
              <a:blip r:embed="rId90"/>
            </p:blipFill>
            <p:spPr>
              <a:xfrm>
                <a:off x="7607585" y="3336354"/>
                <a:ext cx="80611" cy="31636"/>
              </a:xfrm>
              <a:prstGeom prst="rect"/>
            </p:spPr>
          </p:pic>
        </mc:Fallback>
      </mc:AlternateContent>
      <mc:AlternateContent xmlns:mc="http://schemas.openxmlformats.org/markup-compatibility/2006" xmlns:p14="http://schemas.microsoft.com/office/powerpoint/2010/main">
        <mc:Choice Requires="p14">
          <p:contentPart r:id="rId91" p14:bwMode="auto">
            <p14:nvContentPartPr>
              <p14:cNvPr id="46" name="墨迹 45"/>
              <p14:cNvContentPartPr/>
              <p14:nvPr/>
            </p14:nvContentPartPr>
            <p14:xfrm>
              <a:off x="7629418" y="3367989"/>
              <a:ext cx="4537" cy="44416"/>
            </p14:xfrm>
          </p:contentPart>
        </mc:Choice>
        <mc:Fallback xmlns="">
          <p:pic>
            <p:nvPicPr>
              <p:cNvPr id="46" name="墨迹 45"/>
            </p:nvPicPr>
            <p:blipFill>
              <a:blip r:embed="rId92"/>
            </p:blipFill>
            <p:spPr>
              <a:xfrm>
                <a:off x="7629418" y="3367989"/>
                <a:ext cx="4537" cy="44416"/>
              </a:xfrm>
              <a:prstGeom prst="rect"/>
            </p:spPr>
          </p:pic>
        </mc:Fallback>
      </mc:AlternateContent>
      <mc:AlternateContent xmlns:mc="http://schemas.openxmlformats.org/markup-compatibility/2006" xmlns:p14="http://schemas.microsoft.com/office/powerpoint/2010/main">
        <mc:Choice Requires="p14">
          <p:contentPart r:id="rId93" p14:bwMode="auto">
            <p14:nvContentPartPr>
              <p14:cNvPr id="47" name="墨迹 46"/>
              <p14:cNvContentPartPr/>
              <p14:nvPr/>
            </p14:nvContentPartPr>
            <p14:xfrm>
              <a:off x="7659938" y="3358951"/>
              <a:ext cx="5651" cy="106203"/>
            </p14:xfrm>
          </p:contentPart>
        </mc:Choice>
        <mc:Fallback xmlns="">
          <p:pic>
            <p:nvPicPr>
              <p:cNvPr id="47" name="墨迹 46"/>
            </p:nvPicPr>
            <p:blipFill>
              <a:blip r:embed="rId94"/>
            </p:blipFill>
            <p:spPr>
              <a:xfrm>
                <a:off x="7659938" y="3358951"/>
                <a:ext cx="5651" cy="106203"/>
              </a:xfrm>
              <a:prstGeom prst="rect"/>
            </p:spPr>
          </p:pic>
        </mc:Fallback>
      </mc:AlternateContent>
      <mc:AlternateContent xmlns:mc="http://schemas.openxmlformats.org/markup-compatibility/2006" xmlns:p14="http://schemas.microsoft.com/office/powerpoint/2010/main">
        <mc:Choice Requires="p14">
          <p:contentPart r:id="rId95" p14:bwMode="auto">
            <p14:nvContentPartPr>
              <p14:cNvPr id="48" name="墨迹 47"/>
              <p14:cNvContentPartPr/>
              <p14:nvPr/>
            </p14:nvContentPartPr>
            <p14:xfrm>
              <a:off x="7633944" y="3386067"/>
              <a:ext cx="6777" cy="29375"/>
            </p14:xfrm>
          </p:contentPart>
        </mc:Choice>
        <mc:Fallback xmlns="">
          <p:pic>
            <p:nvPicPr>
              <p:cNvPr id="48" name="墨迹 47"/>
            </p:nvPicPr>
            <p:blipFill>
              <a:blip r:embed="rId96"/>
            </p:blipFill>
            <p:spPr>
              <a:xfrm>
                <a:off x="7633944" y="3386067"/>
                <a:ext cx="6777" cy="29375"/>
              </a:xfrm>
              <a:prstGeom prst="rect"/>
            </p:spPr>
          </p:pic>
        </mc:Fallback>
      </mc:AlternateContent>
      <mc:AlternateContent xmlns:mc="http://schemas.openxmlformats.org/markup-compatibility/2006" xmlns:p14="http://schemas.microsoft.com/office/powerpoint/2010/main">
        <mc:Choice Requires="p14">
          <p:contentPart r:id="rId97" p14:bwMode="auto">
            <p14:nvContentPartPr>
              <p14:cNvPr id="49" name="墨迹 48"/>
              <p14:cNvContentPartPr/>
              <p14:nvPr/>
            </p14:nvContentPartPr>
            <p14:xfrm>
              <a:off x="7633944" y="3381547"/>
              <a:ext cx="76857" cy="61010"/>
            </p14:xfrm>
          </p:contentPart>
        </mc:Choice>
        <mc:Fallback xmlns="">
          <p:pic>
            <p:nvPicPr>
              <p:cNvPr id="49" name="墨迹 48"/>
            </p:nvPicPr>
            <p:blipFill>
              <a:blip r:embed="rId98"/>
            </p:blipFill>
            <p:spPr>
              <a:xfrm>
                <a:off x="7633944" y="3381547"/>
                <a:ext cx="76857" cy="61010"/>
              </a:xfrm>
              <a:prstGeom prst="rect"/>
            </p:spPr>
          </p:pic>
        </mc:Fallback>
      </mc:AlternateContent>
      <mc:AlternateContent xmlns:mc="http://schemas.openxmlformats.org/markup-compatibility/2006" xmlns:p14="http://schemas.microsoft.com/office/powerpoint/2010/main">
        <mc:Choice Requires="p14">
          <p:contentPart r:id="rId99" p14:bwMode="auto">
            <p14:nvContentPartPr>
              <p14:cNvPr id="50" name="墨迹 49"/>
              <p14:cNvContentPartPr/>
              <p14:nvPr/>
            </p14:nvContentPartPr>
            <p14:xfrm>
              <a:off x="7681407" y="3415442"/>
              <a:ext cx="42960" cy="31635"/>
            </p14:xfrm>
          </p:contentPart>
        </mc:Choice>
        <mc:Fallback xmlns="">
          <p:pic>
            <p:nvPicPr>
              <p:cNvPr id="50" name="墨迹 49"/>
            </p:nvPicPr>
            <p:blipFill>
              <a:blip r:embed="rId100"/>
            </p:blipFill>
            <p:spPr>
              <a:xfrm>
                <a:off x="7681407" y="3415442"/>
                <a:ext cx="42960" cy="31635"/>
              </a:xfrm>
              <a:prstGeom prst="rect"/>
            </p:spPr>
          </p:pic>
        </mc:Fallback>
      </mc:AlternateContent>
      <mc:AlternateContent xmlns:mc="http://schemas.openxmlformats.org/markup-compatibility/2006" xmlns:p14="http://schemas.microsoft.com/office/powerpoint/2010/main">
        <mc:Choice Requires="p14">
          <p:contentPart r:id="rId101" p14:bwMode="auto">
            <p14:nvContentPartPr>
              <p14:cNvPr id="51" name="墨迹 50"/>
              <p14:cNvContentPartPr/>
              <p14:nvPr/>
            </p14:nvContentPartPr>
            <p14:xfrm>
              <a:off x="7518653" y="3279863"/>
              <a:ext cx="49726" cy="92645"/>
            </p14:xfrm>
          </p:contentPart>
        </mc:Choice>
        <mc:Fallback xmlns="">
          <p:pic>
            <p:nvPicPr>
              <p:cNvPr id="51" name="墨迹 50"/>
            </p:nvPicPr>
            <p:blipFill>
              <a:blip r:embed="rId102"/>
            </p:blipFill>
            <p:spPr>
              <a:xfrm>
                <a:off x="7518653" y="3279863"/>
                <a:ext cx="49726" cy="92645"/>
              </a:xfrm>
              <a:prstGeom prst="rect"/>
            </p:spPr>
          </p:pic>
        </mc:Fallback>
      </mc:AlternateContent>
      <mc:AlternateContent xmlns:mc="http://schemas.openxmlformats.org/markup-compatibility/2006" xmlns:p14="http://schemas.microsoft.com/office/powerpoint/2010/main">
        <mc:Choice Requires="p14">
          <p:contentPart r:id="rId103" p14:bwMode="auto">
            <p14:nvContentPartPr>
              <p14:cNvPr id="52" name="墨迹 51"/>
              <p14:cNvContentPartPr/>
              <p14:nvPr/>
            </p14:nvContentPartPr>
            <p14:xfrm>
              <a:off x="7740184" y="3284383"/>
              <a:ext cx="6789" cy="3389"/>
            </p14:xfrm>
          </p:contentPart>
        </mc:Choice>
        <mc:Fallback xmlns="">
          <p:pic>
            <p:nvPicPr>
              <p:cNvPr id="52" name="墨迹 51"/>
            </p:nvPicPr>
            <p:blipFill>
              <a:blip r:embed="rId104"/>
            </p:blipFill>
            <p:spPr>
              <a:xfrm>
                <a:off x="7740184" y="3284383"/>
                <a:ext cx="6789" cy="3389"/>
              </a:xfrm>
              <a:prstGeom prst="rect"/>
            </p:spPr>
          </p:pic>
        </mc:Fallback>
      </mc:AlternateContent>
      <mc:AlternateContent xmlns:mc="http://schemas.openxmlformats.org/markup-compatibility/2006" xmlns:p14="http://schemas.microsoft.com/office/powerpoint/2010/main">
        <mc:Choice Requires="p14">
          <p:contentPart r:id="rId105" p14:bwMode="auto">
            <p14:nvContentPartPr>
              <p14:cNvPr id="53" name="墨迹 52"/>
              <p14:cNvContentPartPr/>
              <p14:nvPr/>
            </p14:nvContentPartPr>
            <p14:xfrm>
              <a:off x="7722104" y="3302460"/>
              <a:ext cx="62166" cy="18077"/>
            </p14:xfrm>
          </p:contentPart>
        </mc:Choice>
        <mc:Fallback xmlns="">
          <p:pic>
            <p:nvPicPr>
              <p:cNvPr id="53" name="墨迹 52"/>
            </p:nvPicPr>
            <p:blipFill>
              <a:blip r:embed="rId106"/>
            </p:blipFill>
            <p:spPr>
              <a:xfrm>
                <a:off x="7722104" y="3302460"/>
                <a:ext cx="62166" cy="18077"/>
              </a:xfrm>
              <a:prstGeom prst="rect"/>
            </p:spPr>
          </p:pic>
        </mc:Fallback>
      </mc:AlternateContent>
      <mc:AlternateContent xmlns:mc="http://schemas.openxmlformats.org/markup-compatibility/2006" xmlns:p14="http://schemas.microsoft.com/office/powerpoint/2010/main">
        <mc:Choice Requires="p14">
          <p:contentPart r:id="rId107" p14:bwMode="auto">
            <p14:nvContentPartPr>
              <p14:cNvPr id="54" name="墨迹 53"/>
              <p14:cNvContentPartPr/>
              <p14:nvPr/>
            </p14:nvContentPartPr>
            <p14:xfrm>
              <a:off x="7737922" y="3327881"/>
              <a:ext cx="31667" cy="11863"/>
            </p14:xfrm>
          </p:contentPart>
        </mc:Choice>
        <mc:Fallback xmlns="">
          <p:pic>
            <p:nvPicPr>
              <p:cNvPr id="54" name="墨迹 53"/>
            </p:nvPicPr>
            <p:blipFill>
              <a:blip r:embed="rId108"/>
            </p:blipFill>
            <p:spPr>
              <a:xfrm>
                <a:off x="7737922" y="3327881"/>
                <a:ext cx="31667" cy="11863"/>
              </a:xfrm>
              <a:prstGeom prst="rect"/>
            </p:spPr>
          </p:pic>
        </mc:Fallback>
      </mc:AlternateContent>
      <mc:AlternateContent xmlns:mc="http://schemas.openxmlformats.org/markup-compatibility/2006" xmlns:p14="http://schemas.microsoft.com/office/powerpoint/2010/main">
        <mc:Choice Requires="p14">
          <p:contentPart r:id="rId109" p14:bwMode="auto">
            <p14:nvContentPartPr>
              <p14:cNvPr id="55" name="墨迹 54"/>
              <p14:cNvContentPartPr/>
              <p14:nvPr/>
            </p14:nvContentPartPr>
            <p14:xfrm>
              <a:off x="7710801" y="3345393"/>
              <a:ext cx="113029" cy="58750"/>
            </p14:xfrm>
          </p:contentPart>
        </mc:Choice>
        <mc:Fallback xmlns="">
          <p:pic>
            <p:nvPicPr>
              <p:cNvPr id="55" name="墨迹 54"/>
            </p:nvPicPr>
            <p:blipFill>
              <a:blip r:embed="rId110"/>
            </p:blipFill>
            <p:spPr>
              <a:xfrm>
                <a:off x="7710801" y="3345393"/>
                <a:ext cx="113029" cy="58750"/>
              </a:xfrm>
              <a:prstGeom prst="rect"/>
            </p:spPr>
          </p:pic>
        </mc:Fallback>
      </mc:AlternateContent>
      <mc:AlternateContent xmlns:mc="http://schemas.openxmlformats.org/markup-compatibility/2006" xmlns:p14="http://schemas.microsoft.com/office/powerpoint/2010/main">
        <mc:Choice Requires="p14">
          <p:contentPart r:id="rId111" p14:bwMode="auto">
            <p14:nvContentPartPr>
              <p14:cNvPr id="56" name="墨迹 55"/>
              <p14:cNvContentPartPr/>
              <p14:nvPr/>
            </p14:nvContentPartPr>
            <p14:xfrm>
              <a:off x="7765825" y="3374768"/>
              <a:ext cx="19570" cy="19207"/>
            </p14:xfrm>
          </p:contentPart>
        </mc:Choice>
        <mc:Fallback xmlns="">
          <p:pic>
            <p:nvPicPr>
              <p:cNvPr id="56" name="墨迹 55"/>
            </p:nvPicPr>
            <p:blipFill>
              <a:blip r:embed="rId112"/>
            </p:blipFill>
            <p:spPr>
              <a:xfrm>
                <a:off x="7765825" y="3374768"/>
                <a:ext cx="19570" cy="19207"/>
              </a:xfrm>
              <a:prstGeom prst="rect"/>
            </p:spPr>
          </p:pic>
        </mc:Fallback>
      </mc:AlternateContent>
      <mc:AlternateContent xmlns:mc="http://schemas.openxmlformats.org/markup-compatibility/2006" xmlns:p14="http://schemas.microsoft.com/office/powerpoint/2010/main">
        <mc:Choice Requires="p14">
          <p:contentPart r:id="rId113" p14:bwMode="auto">
            <p14:nvContentPartPr>
              <p14:cNvPr id="57" name="墨迹 56"/>
              <p14:cNvContentPartPr/>
              <p14:nvPr/>
            </p14:nvContentPartPr>
            <p14:xfrm>
              <a:off x="7450836" y="3461199"/>
              <a:ext cx="464542" cy="51407"/>
            </p14:xfrm>
          </p:contentPart>
        </mc:Choice>
        <mc:Fallback xmlns="">
          <p:pic>
            <p:nvPicPr>
              <p:cNvPr id="57" name="墨迹 56"/>
            </p:nvPicPr>
            <p:blipFill>
              <a:blip r:embed="rId114"/>
            </p:blipFill>
            <p:spPr>
              <a:xfrm>
                <a:off x="7450836" y="3461199"/>
                <a:ext cx="464542" cy="51407"/>
              </a:xfrm>
              <a:prstGeom prst="rect"/>
            </p:spPr>
          </p:pic>
        </mc:Fallback>
      </mc:AlternateContent>
      <mc:AlternateContent xmlns:mc="http://schemas.openxmlformats.org/markup-compatibility/2006" xmlns:p14="http://schemas.microsoft.com/office/powerpoint/2010/main">
        <mc:Choice Requires="p14">
          <p:contentPart r:id="rId115" p14:bwMode="auto">
            <p14:nvContentPartPr>
              <p14:cNvPr id="58" name="墨迹 57"/>
              <p14:cNvContentPartPr/>
              <p14:nvPr/>
            </p14:nvContentPartPr>
            <p14:xfrm>
              <a:off x="7593247" y="3535202"/>
              <a:ext cx="50863" cy="82689"/>
            </p14:xfrm>
          </p:contentPart>
        </mc:Choice>
        <mc:Fallback xmlns="">
          <p:pic>
            <p:nvPicPr>
              <p:cNvPr id="58" name="墨迹 57"/>
            </p:nvPicPr>
            <p:blipFill>
              <a:blip r:embed="rId116"/>
            </p:blipFill>
            <p:spPr>
              <a:xfrm>
                <a:off x="7593247" y="3535202"/>
                <a:ext cx="50863" cy="82689"/>
              </a:xfrm>
              <a:prstGeom prst="rect"/>
            </p:spPr>
          </p:pic>
        </mc:Fallback>
      </mc:AlternateContent>
      <mc:AlternateContent xmlns:mc="http://schemas.openxmlformats.org/markup-compatibility/2006" xmlns:p14="http://schemas.microsoft.com/office/powerpoint/2010/main">
        <mc:Choice Requires="p14">
          <p:contentPart r:id="rId117" p14:bwMode="auto">
            <p14:nvContentPartPr>
              <p14:cNvPr id="59" name="墨迹 58"/>
              <p14:cNvContentPartPr/>
              <p14:nvPr/>
            </p14:nvContentPartPr>
            <p14:xfrm>
              <a:off x="7685933" y="3519950"/>
              <a:ext cx="10177" cy="36719"/>
            </p14:xfrm>
          </p:contentPart>
        </mc:Choice>
        <mc:Fallback xmlns="">
          <p:pic>
            <p:nvPicPr>
              <p:cNvPr id="59" name="墨迹 58"/>
            </p:nvPicPr>
            <p:blipFill>
              <a:blip r:embed="rId118"/>
            </p:blipFill>
            <p:spPr>
              <a:xfrm>
                <a:off x="7685933" y="3519950"/>
                <a:ext cx="10177" cy="36719"/>
              </a:xfrm>
              <a:prstGeom prst="rect"/>
            </p:spPr>
          </p:pic>
        </mc:Fallback>
      </mc:AlternateContent>
      <mc:AlternateContent xmlns:mc="http://schemas.openxmlformats.org/markup-compatibility/2006" xmlns:p14="http://schemas.microsoft.com/office/powerpoint/2010/main">
        <mc:Choice Requires="p14">
          <p:contentPart r:id="rId119" p14:bwMode="auto">
            <p14:nvContentPartPr>
              <p14:cNvPr id="60" name="墨迹 59"/>
              <p14:cNvContentPartPr/>
              <p14:nvPr/>
            </p14:nvContentPartPr>
            <p14:xfrm>
              <a:off x="7699499" y="3505827"/>
              <a:ext cx="24879" cy="51972"/>
            </p14:xfrm>
          </p:contentPart>
        </mc:Choice>
        <mc:Fallback xmlns="">
          <p:pic>
            <p:nvPicPr>
              <p:cNvPr id="60" name="墨迹 59"/>
            </p:nvPicPr>
            <p:blipFill>
              <a:blip r:embed="rId120"/>
            </p:blipFill>
            <p:spPr>
              <a:xfrm>
                <a:off x="7699499" y="3505827"/>
                <a:ext cx="24879" cy="51972"/>
              </a:xfrm>
              <a:prstGeom prst="rect"/>
            </p:spPr>
          </p:pic>
        </mc:Fallback>
      </mc:AlternateContent>
      <mc:AlternateContent xmlns:mc="http://schemas.openxmlformats.org/markup-compatibility/2006" xmlns:p14="http://schemas.microsoft.com/office/powerpoint/2010/main">
        <mc:Choice Requires="p14">
          <p:contentPart r:id="rId121" p14:bwMode="auto">
            <p14:nvContentPartPr>
              <p14:cNvPr id="61" name="墨迹 60"/>
              <p14:cNvContentPartPr/>
              <p14:nvPr/>
            </p14:nvContentPartPr>
            <p14:xfrm>
              <a:off x="7699499" y="3533508"/>
              <a:ext cx="9040" cy="18642"/>
            </p14:xfrm>
          </p:contentPart>
        </mc:Choice>
        <mc:Fallback xmlns="">
          <p:pic>
            <p:nvPicPr>
              <p:cNvPr id="61" name="墨迹 60"/>
            </p:nvPicPr>
            <p:blipFill>
              <a:blip r:embed="rId122"/>
            </p:blipFill>
            <p:spPr>
              <a:xfrm>
                <a:off x="7699499" y="3533508"/>
                <a:ext cx="9040" cy="18642"/>
              </a:xfrm>
              <a:prstGeom prst="rect"/>
            </p:spPr>
          </p:pic>
        </mc:Fallback>
      </mc:AlternateContent>
      <mc:AlternateContent xmlns:mc="http://schemas.openxmlformats.org/markup-compatibility/2006" xmlns:p14="http://schemas.microsoft.com/office/powerpoint/2010/main">
        <mc:Choice Requires="p14">
          <p:contentPart r:id="rId123" p14:bwMode="auto">
            <p14:nvContentPartPr>
              <p14:cNvPr id="62" name="墨迹 61"/>
              <p14:cNvContentPartPr/>
              <p14:nvPr/>
            </p14:nvContentPartPr>
            <p14:xfrm>
              <a:off x="7661064" y="3553280"/>
              <a:ext cx="81383" cy="29375"/>
            </p14:xfrm>
          </p:contentPart>
        </mc:Choice>
        <mc:Fallback xmlns="">
          <p:pic>
            <p:nvPicPr>
              <p:cNvPr id="62" name="墨迹 61"/>
            </p:nvPicPr>
            <p:blipFill>
              <a:blip r:embed="rId124"/>
            </p:blipFill>
            <p:spPr>
              <a:xfrm>
                <a:off x="7661064" y="3553280"/>
                <a:ext cx="81383" cy="29375"/>
              </a:xfrm>
              <a:prstGeom prst="rect"/>
            </p:spPr>
          </p:pic>
        </mc:Fallback>
      </mc:AlternateContent>
      <mc:AlternateContent xmlns:mc="http://schemas.openxmlformats.org/markup-compatibility/2006" xmlns:p14="http://schemas.microsoft.com/office/powerpoint/2010/main">
        <mc:Choice Requires="p14">
          <p:contentPart r:id="rId125" p14:bwMode="auto">
            <p14:nvContentPartPr>
              <p14:cNvPr id="63" name="墨迹 62"/>
              <p14:cNvContentPartPr/>
              <p14:nvPr/>
            </p14:nvContentPartPr>
            <p14:xfrm>
              <a:off x="7670877" y="3594800"/>
              <a:ext cx="9404" cy="11581"/>
            </p14:xfrm>
          </p:contentPart>
        </mc:Choice>
        <mc:Fallback xmlns="">
          <p:pic>
            <p:nvPicPr>
              <p:cNvPr id="63" name="墨迹 62"/>
            </p:nvPicPr>
            <p:blipFill>
              <a:blip r:embed="rId126"/>
            </p:blipFill>
            <p:spPr>
              <a:xfrm>
                <a:off x="7670877" y="3594800"/>
                <a:ext cx="9404" cy="11581"/>
              </a:xfrm>
              <a:prstGeom prst="rect"/>
            </p:spPr>
          </p:pic>
        </mc:Fallback>
      </mc:AlternateContent>
      <mc:AlternateContent xmlns:mc="http://schemas.openxmlformats.org/markup-compatibility/2006" xmlns:p14="http://schemas.microsoft.com/office/powerpoint/2010/main">
        <mc:Choice Requires="p14">
          <p:contentPart r:id="rId127" p14:bwMode="auto">
            <p14:nvContentPartPr>
              <p14:cNvPr id="64" name="墨迹 63"/>
              <p14:cNvContentPartPr/>
              <p14:nvPr/>
            </p14:nvContentPartPr>
            <p14:xfrm>
              <a:off x="7701761" y="3562318"/>
              <a:ext cx="4515" cy="107333"/>
            </p14:xfrm>
          </p:contentPart>
        </mc:Choice>
        <mc:Fallback xmlns="">
          <p:pic>
            <p:nvPicPr>
              <p:cNvPr id="64" name="墨迹 63"/>
            </p:nvPicPr>
            <p:blipFill>
              <a:blip r:embed="rId128"/>
            </p:blipFill>
            <p:spPr>
              <a:xfrm>
                <a:off x="7701761" y="3562318"/>
                <a:ext cx="4515" cy="107333"/>
              </a:xfrm>
              <a:prstGeom prst="rect"/>
            </p:spPr>
          </p:pic>
        </mc:Fallback>
      </mc:AlternateContent>
      <mc:AlternateContent xmlns:mc="http://schemas.openxmlformats.org/markup-compatibility/2006" xmlns:p14="http://schemas.microsoft.com/office/powerpoint/2010/main">
        <mc:Choice Requires="p14">
          <p:contentPart r:id="rId129" p14:bwMode="auto">
            <p14:nvContentPartPr>
              <p14:cNvPr id="65" name="墨迹 64"/>
              <p14:cNvContentPartPr/>
              <p14:nvPr/>
            </p14:nvContentPartPr>
            <p14:xfrm>
              <a:off x="7672367" y="3584914"/>
              <a:ext cx="65555" cy="67789"/>
            </p14:xfrm>
          </p:contentPart>
        </mc:Choice>
        <mc:Fallback xmlns="">
          <p:pic>
            <p:nvPicPr>
              <p:cNvPr id="65" name="墨迹 64"/>
            </p:nvPicPr>
            <p:blipFill>
              <a:blip r:embed="rId130"/>
            </p:blipFill>
            <p:spPr>
              <a:xfrm>
                <a:off x="7672367" y="3584914"/>
                <a:ext cx="65555" cy="67789"/>
              </a:xfrm>
              <a:prstGeom prst="rect"/>
            </p:spPr>
          </p:pic>
        </mc:Fallback>
      </mc:AlternateContent>
      <mc:AlternateContent xmlns:mc="http://schemas.openxmlformats.org/markup-compatibility/2006" xmlns:p14="http://schemas.microsoft.com/office/powerpoint/2010/main">
        <mc:Choice Requires="p14">
          <p:contentPart r:id="rId131" p14:bwMode="auto">
            <p14:nvContentPartPr>
              <p14:cNvPr id="66" name="墨迹 65"/>
              <p14:cNvContentPartPr/>
              <p14:nvPr/>
            </p14:nvContentPartPr>
            <p14:xfrm>
              <a:off x="7719841" y="3612030"/>
              <a:ext cx="54252" cy="25986"/>
            </p14:xfrm>
          </p:contentPart>
        </mc:Choice>
        <mc:Fallback xmlns="">
          <p:pic>
            <p:nvPicPr>
              <p:cNvPr id="66" name="墨迹 65"/>
            </p:nvPicPr>
            <p:blipFill>
              <a:blip r:embed="rId132"/>
            </p:blipFill>
            <p:spPr>
              <a:xfrm>
                <a:off x="7719841" y="3612030"/>
                <a:ext cx="54252" cy="25986"/>
              </a:xfrm>
              <a:prstGeom prst="rect"/>
            </p:spPr>
          </p:pic>
        </mc:Fallback>
      </mc:AlternateContent>
      <mc:AlternateContent xmlns:mc="http://schemas.openxmlformats.org/markup-compatibility/2006" xmlns:p14="http://schemas.microsoft.com/office/powerpoint/2010/main">
        <mc:Choice Requires="p14">
          <p:contentPart r:id="rId133" p14:bwMode="auto">
            <p14:nvContentPartPr>
              <p14:cNvPr id="67" name="墨迹 66"/>
              <p14:cNvContentPartPr/>
              <p14:nvPr/>
            </p14:nvContentPartPr>
            <p14:xfrm>
              <a:off x="7761664" y="3506604"/>
              <a:ext cx="28257" cy="73791"/>
            </p14:xfrm>
          </p:contentPart>
        </mc:Choice>
        <mc:Fallback xmlns="">
          <p:pic>
            <p:nvPicPr>
              <p:cNvPr id="67" name="墨迹 66"/>
            </p:nvPicPr>
            <p:blipFill>
              <a:blip r:embed="rId134"/>
            </p:blipFill>
            <p:spPr>
              <a:xfrm>
                <a:off x="7761664" y="3506604"/>
                <a:ext cx="28257" cy="73791"/>
              </a:xfrm>
              <a:prstGeom prst="rect"/>
            </p:spPr>
          </p:pic>
        </mc:Fallback>
      </mc:AlternateContent>
      <mc:AlternateContent xmlns:mc="http://schemas.openxmlformats.org/markup-compatibility/2006" xmlns:p14="http://schemas.microsoft.com/office/powerpoint/2010/main">
        <mc:Choice Requires="p14">
          <p:contentPart r:id="rId135" p14:bwMode="auto">
            <p14:nvContentPartPr>
              <p14:cNvPr id="68" name="墨迹 67"/>
              <p14:cNvContentPartPr/>
              <p14:nvPr/>
            </p14:nvContentPartPr>
            <p14:xfrm>
              <a:off x="7771830" y="3562318"/>
              <a:ext cx="14703" cy="75698"/>
            </p14:xfrm>
          </p:contentPart>
        </mc:Choice>
        <mc:Fallback xmlns="">
          <p:pic>
            <p:nvPicPr>
              <p:cNvPr id="68" name="墨迹 67"/>
            </p:nvPicPr>
            <p:blipFill>
              <a:blip r:embed="rId136"/>
            </p:blipFill>
            <p:spPr>
              <a:xfrm>
                <a:off x="7771830" y="3562318"/>
                <a:ext cx="14703" cy="75698"/>
              </a:xfrm>
              <a:prstGeom prst="rect"/>
            </p:spPr>
          </p:pic>
        </mc:Fallback>
      </mc:AlternateContent>
      <mc:AlternateContent xmlns:mc="http://schemas.openxmlformats.org/markup-compatibility/2006" xmlns:p14="http://schemas.microsoft.com/office/powerpoint/2010/main">
        <mc:Choice Requires="p14">
          <p:contentPart r:id="rId137" p14:bwMode="auto">
            <p14:nvContentPartPr>
              <p14:cNvPr id="69" name="墨迹 68"/>
              <p14:cNvContentPartPr/>
              <p14:nvPr/>
            </p14:nvContentPartPr>
            <p14:xfrm>
              <a:off x="7791047" y="3519385"/>
              <a:ext cx="35045" cy="59880"/>
            </p14:xfrm>
          </p:contentPart>
        </mc:Choice>
        <mc:Fallback xmlns="">
          <p:pic>
            <p:nvPicPr>
              <p:cNvPr id="69" name="墨迹 68"/>
            </p:nvPicPr>
            <p:blipFill>
              <a:blip r:embed="rId138"/>
            </p:blipFill>
            <p:spPr>
              <a:xfrm>
                <a:off x="7791047" y="3519385"/>
                <a:ext cx="35045" cy="59880"/>
              </a:xfrm>
              <a:prstGeom prst="rect"/>
            </p:spPr>
          </p:pic>
        </mc:Fallback>
      </mc:AlternateContent>
      <mc:AlternateContent xmlns:mc="http://schemas.openxmlformats.org/markup-compatibility/2006" xmlns:p14="http://schemas.microsoft.com/office/powerpoint/2010/main">
        <mc:Choice Requires="p14">
          <p:contentPart r:id="rId139" p14:bwMode="auto">
            <p14:nvContentPartPr>
              <p14:cNvPr id="70" name="墨迹 69"/>
              <p14:cNvContentPartPr/>
              <p14:nvPr/>
            </p14:nvContentPartPr>
            <p14:xfrm>
              <a:off x="7798961" y="3569097"/>
              <a:ext cx="11303" cy="63270"/>
            </p14:xfrm>
          </p:contentPart>
        </mc:Choice>
        <mc:Fallback xmlns="">
          <p:pic>
            <p:nvPicPr>
              <p:cNvPr id="70" name="墨迹 69"/>
            </p:nvPicPr>
            <p:blipFill>
              <a:blip r:embed="rId140"/>
            </p:blipFill>
            <p:spPr>
              <a:xfrm>
                <a:off x="7798961" y="3569097"/>
                <a:ext cx="11303" cy="63270"/>
              </a:xfrm>
              <a:prstGeom prst="rect"/>
            </p:spPr>
          </p:pic>
        </mc:Fallback>
      </mc:AlternateContent>
      <mc:AlternateContent xmlns:mc="http://schemas.openxmlformats.org/markup-compatibility/2006" xmlns:p14="http://schemas.microsoft.com/office/powerpoint/2010/main">
        <mc:Choice Requires="p14">
          <p:contentPart r:id="rId141" p14:bwMode="auto">
            <p14:nvContentPartPr>
              <p14:cNvPr id="71" name="墨迹 70"/>
              <p14:cNvContentPartPr/>
              <p14:nvPr/>
            </p14:nvContentPartPr>
            <p14:xfrm>
              <a:off x="7812527" y="3546501"/>
              <a:ext cx="35034" cy="38413"/>
            </p14:xfrm>
          </p:contentPart>
        </mc:Choice>
        <mc:Fallback xmlns="">
          <p:pic>
            <p:nvPicPr>
              <p:cNvPr id="71" name="墨迹 70"/>
            </p:nvPicPr>
            <p:blipFill>
              <a:blip r:embed="rId142"/>
            </p:blipFill>
            <p:spPr>
              <a:xfrm>
                <a:off x="7812527" y="3546501"/>
                <a:ext cx="35034" cy="38413"/>
              </a:xfrm>
              <a:prstGeom prst="rect"/>
            </p:spPr>
          </p:pic>
        </mc:Fallback>
      </mc:AlternateContent>
      <mc:AlternateContent xmlns:mc="http://schemas.openxmlformats.org/markup-compatibility/2006" xmlns:p14="http://schemas.microsoft.com/office/powerpoint/2010/main">
        <mc:Choice Requires="p14">
          <p:contentPart r:id="rId143" p14:bwMode="auto">
            <p14:nvContentPartPr>
              <p14:cNvPr id="72" name="墨迹 71"/>
              <p14:cNvContentPartPr/>
              <p14:nvPr/>
            </p14:nvContentPartPr>
            <p14:xfrm>
              <a:off x="7832870" y="3546501"/>
              <a:ext cx="10176" cy="36154"/>
            </p14:xfrm>
          </p:contentPart>
        </mc:Choice>
        <mc:Fallback xmlns="">
          <p:pic>
            <p:nvPicPr>
              <p:cNvPr id="72" name="墨迹 71"/>
            </p:nvPicPr>
            <p:blipFill>
              <a:blip r:embed="rId144"/>
            </p:blipFill>
            <p:spPr>
              <a:xfrm>
                <a:off x="7832870" y="3546501"/>
                <a:ext cx="10176" cy="36154"/>
              </a:xfrm>
              <a:prstGeom prst="rect"/>
            </p:spPr>
          </p:pic>
        </mc:Fallback>
      </mc:AlternateContent>
      <mc:AlternateContent xmlns:mc="http://schemas.openxmlformats.org/markup-compatibility/2006" xmlns:p14="http://schemas.microsoft.com/office/powerpoint/2010/main">
        <mc:Choice Requires="p14">
          <p:contentPart r:id="rId145" p14:bwMode="auto">
            <p14:nvContentPartPr>
              <p14:cNvPr id="73" name="墨迹 72"/>
              <p14:cNvContentPartPr/>
              <p14:nvPr/>
            </p14:nvContentPartPr>
            <p14:xfrm>
              <a:off x="7831170" y="3605251"/>
              <a:ext cx="15265" cy="10169"/>
            </p14:xfrm>
          </p:contentPart>
        </mc:Choice>
        <mc:Fallback xmlns="">
          <p:pic>
            <p:nvPicPr>
              <p:cNvPr id="73" name="墨迹 72"/>
            </p:nvPicPr>
            <p:blipFill>
              <a:blip r:embed="rId146"/>
            </p:blipFill>
            <p:spPr>
              <a:xfrm>
                <a:off x="7831170" y="3605251"/>
                <a:ext cx="15265" cy="10169"/>
              </a:xfrm>
              <a:prstGeom prst="rect"/>
            </p:spPr>
          </p:pic>
        </mc:Fallback>
      </mc:AlternateContent>
      <mc:AlternateContent xmlns:mc="http://schemas.openxmlformats.org/markup-compatibility/2006" xmlns:p14="http://schemas.microsoft.com/office/powerpoint/2010/main">
        <mc:Choice Requires="p14">
          <p:contentPart r:id="rId147" p14:bwMode="auto">
            <p14:nvContentPartPr>
              <p14:cNvPr id="74" name="墨迹 73"/>
              <p14:cNvContentPartPr/>
              <p14:nvPr/>
            </p14:nvContentPartPr>
            <p14:xfrm>
              <a:off x="6514102" y="3537462"/>
              <a:ext cx="22330" cy="4519"/>
            </p14:xfrm>
          </p:contentPart>
        </mc:Choice>
        <mc:Fallback xmlns="">
          <p:pic>
            <p:nvPicPr>
              <p:cNvPr id="74" name="墨迹 73"/>
            </p:nvPicPr>
            <p:blipFill>
              <a:blip r:embed="rId148"/>
            </p:blipFill>
            <p:spPr>
              <a:xfrm>
                <a:off x="6514102" y="3537462"/>
                <a:ext cx="22330" cy="4519"/>
              </a:xfrm>
              <a:prstGeom prst="rect"/>
            </p:spPr>
          </p:pic>
        </mc:Fallback>
      </mc:AlternateContent>
      <mc:AlternateContent xmlns:mc="http://schemas.openxmlformats.org/markup-compatibility/2006" xmlns:p14="http://schemas.microsoft.com/office/powerpoint/2010/main">
        <mc:Choice Requires="p14">
          <p:contentPart r:id="rId149" p14:bwMode="auto">
            <p14:nvContentPartPr>
              <p14:cNvPr id="75" name="墨迹 74"/>
              <p14:cNvContentPartPr/>
              <p14:nvPr/>
            </p14:nvContentPartPr>
            <p14:xfrm>
              <a:off x="6505205" y="3579265"/>
              <a:ext cx="45918" cy="10169"/>
            </p14:xfrm>
          </p:contentPart>
        </mc:Choice>
        <mc:Fallback xmlns="">
          <p:pic>
            <p:nvPicPr>
              <p:cNvPr id="75" name="墨迹 74"/>
            </p:nvPicPr>
            <p:blipFill>
              <a:blip r:embed="rId150"/>
            </p:blipFill>
            <p:spPr>
              <a:xfrm>
                <a:off x="6505205" y="3579265"/>
                <a:ext cx="45918" cy="10169"/>
              </a:xfrm>
              <a:prstGeom prst="rect"/>
            </p:spPr>
          </p:pic>
        </mc:Fallback>
      </mc:AlternateContent>
      <mc:AlternateContent xmlns:mc="http://schemas.openxmlformats.org/markup-compatibility/2006" xmlns:p14="http://schemas.microsoft.com/office/powerpoint/2010/main">
        <mc:Choice Requires="p14">
          <p:contentPart r:id="rId151" p14:bwMode="auto">
            <p14:nvContentPartPr>
              <p14:cNvPr id="76" name="墨迹 75"/>
              <p14:cNvContentPartPr/>
              <p14:nvPr/>
            </p14:nvContentPartPr>
            <p14:xfrm>
              <a:off x="6752322" y="3361210"/>
              <a:ext cx="62166" cy="100131"/>
            </p14:xfrm>
          </p:contentPart>
        </mc:Choice>
        <mc:Fallback xmlns="">
          <p:pic>
            <p:nvPicPr>
              <p:cNvPr id="76" name="墨迹 75"/>
            </p:nvPicPr>
            <p:blipFill>
              <a:blip r:embed="rId152"/>
            </p:blipFill>
            <p:spPr>
              <a:xfrm>
                <a:off x="6752322" y="3361210"/>
                <a:ext cx="62166" cy="100131"/>
              </a:xfrm>
              <a:prstGeom prst="rect"/>
            </p:spPr>
          </p:pic>
        </mc:Fallback>
      </mc:AlternateContent>
      <mc:AlternateContent xmlns:mc="http://schemas.openxmlformats.org/markup-compatibility/2006" xmlns:p14="http://schemas.microsoft.com/office/powerpoint/2010/main">
        <mc:Choice Requires="p14">
          <p:contentPart r:id="rId153" p14:bwMode="auto">
            <p14:nvContentPartPr>
              <p14:cNvPr id="77" name="墨迹 76"/>
              <p14:cNvContentPartPr/>
              <p14:nvPr/>
            </p14:nvContentPartPr>
            <p14:xfrm>
              <a:off x="6835957" y="3395105"/>
              <a:ext cx="58777" cy="89255"/>
            </p14:xfrm>
          </p:contentPart>
        </mc:Choice>
        <mc:Fallback xmlns="">
          <p:pic>
            <p:nvPicPr>
              <p:cNvPr id="77" name="墨迹 76"/>
            </p:nvPicPr>
            <p:blipFill>
              <a:blip r:embed="rId154"/>
            </p:blipFill>
            <p:spPr>
              <a:xfrm>
                <a:off x="6835957" y="3395105"/>
                <a:ext cx="58777" cy="89255"/>
              </a:xfrm>
              <a:prstGeom prst="rect"/>
            </p:spPr>
          </p:pic>
        </mc:Fallback>
      </mc:AlternateContent>
      <mc:AlternateContent xmlns:mc="http://schemas.openxmlformats.org/markup-compatibility/2006" xmlns:p14="http://schemas.microsoft.com/office/powerpoint/2010/main">
        <mc:Choice Requires="p14">
          <p:contentPart r:id="rId155" p14:bwMode="auto">
            <p14:nvContentPartPr>
              <p14:cNvPr id="78" name="墨迹 77"/>
              <p14:cNvContentPartPr/>
              <p14:nvPr/>
            </p14:nvContentPartPr>
            <p14:xfrm>
              <a:off x="6890197" y="3387196"/>
              <a:ext cx="56526" cy="89256"/>
            </p14:xfrm>
          </p:contentPart>
        </mc:Choice>
        <mc:Fallback xmlns="">
          <p:pic>
            <p:nvPicPr>
              <p:cNvPr id="78" name="墨迹 77"/>
            </p:nvPicPr>
            <p:blipFill>
              <a:blip r:embed="rId156"/>
            </p:blipFill>
            <p:spPr>
              <a:xfrm>
                <a:off x="6890197" y="3387196"/>
                <a:ext cx="56526" cy="89256"/>
              </a:xfrm>
              <a:prstGeom prst="rect"/>
            </p:spPr>
          </p:pic>
        </mc:Fallback>
      </mc:AlternateContent>
      <mc:AlternateContent xmlns:mc="http://schemas.openxmlformats.org/markup-compatibility/2006" xmlns:p14="http://schemas.microsoft.com/office/powerpoint/2010/main">
        <mc:Choice Requires="p14">
          <p:contentPart r:id="rId157" p14:bwMode="auto">
            <p14:nvContentPartPr>
              <p14:cNvPr id="80" name="墨迹 79"/>
              <p14:cNvContentPartPr/>
              <p14:nvPr/>
            </p14:nvContentPartPr>
            <p14:xfrm>
              <a:off x="6652849" y="3532943"/>
              <a:ext cx="375256" cy="20337"/>
            </p14:xfrm>
          </p:contentPart>
        </mc:Choice>
        <mc:Fallback xmlns="">
          <p:pic>
            <p:nvPicPr>
              <p:cNvPr id="80" name="墨迹 79"/>
            </p:nvPicPr>
            <p:blipFill>
              <a:blip r:embed="rId158"/>
            </p:blipFill>
            <p:spPr>
              <a:xfrm>
                <a:off x="6652849" y="3532943"/>
                <a:ext cx="375256" cy="20337"/>
              </a:xfrm>
              <a:prstGeom prst="rect"/>
            </p:spPr>
          </p:pic>
        </mc:Fallback>
      </mc:AlternateContent>
      <mc:AlternateContent xmlns:mc="http://schemas.openxmlformats.org/markup-compatibility/2006" xmlns:p14="http://schemas.microsoft.com/office/powerpoint/2010/main">
        <mc:Choice Requires="p14">
          <p:contentPart r:id="rId159" p14:bwMode="auto">
            <p14:nvContentPartPr>
              <p14:cNvPr id="81" name="墨迹 80"/>
              <p14:cNvContentPartPr/>
              <p14:nvPr/>
            </p14:nvContentPartPr>
            <p14:xfrm>
              <a:off x="6756837" y="3600732"/>
              <a:ext cx="88160" cy="93775"/>
            </p14:xfrm>
          </p:contentPart>
        </mc:Choice>
        <mc:Fallback xmlns="">
          <p:pic>
            <p:nvPicPr>
              <p:cNvPr id="81" name="墨迹 80"/>
            </p:nvPicPr>
            <p:blipFill>
              <a:blip r:embed="rId160"/>
            </p:blipFill>
            <p:spPr>
              <a:xfrm>
                <a:off x="6756837" y="3600732"/>
                <a:ext cx="88160" cy="93775"/>
              </a:xfrm>
              <a:prstGeom prst="rect"/>
            </p:spPr>
          </p:pic>
        </mc:Fallback>
      </mc:AlternateContent>
      <mc:AlternateContent xmlns:mc="http://schemas.openxmlformats.org/markup-compatibility/2006" xmlns:p14="http://schemas.microsoft.com/office/powerpoint/2010/main">
        <mc:Choice Requires="p14">
          <p:contentPart r:id="rId161" p14:bwMode="auto">
            <p14:nvContentPartPr>
              <p14:cNvPr id="82" name="墨迹 81"/>
              <p14:cNvContentPartPr/>
              <p14:nvPr/>
            </p14:nvContentPartPr>
            <p14:xfrm>
              <a:off x="6491231" y="3912562"/>
              <a:ext cx="40686" cy="6779"/>
            </p14:xfrm>
          </p:contentPart>
        </mc:Choice>
        <mc:Fallback xmlns="">
          <p:pic>
            <p:nvPicPr>
              <p:cNvPr id="82" name="墨迹 81"/>
            </p:nvPicPr>
            <p:blipFill>
              <a:blip r:embed="rId162"/>
            </p:blipFill>
            <p:spPr>
              <a:xfrm>
                <a:off x="6491231" y="3912562"/>
                <a:ext cx="40686" cy="6779"/>
              </a:xfrm>
              <a:prstGeom prst="rect"/>
            </p:spPr>
          </p:pic>
        </mc:Fallback>
      </mc:AlternateContent>
      <mc:AlternateContent xmlns:mc="http://schemas.openxmlformats.org/markup-compatibility/2006" xmlns:p14="http://schemas.microsoft.com/office/powerpoint/2010/main">
        <mc:Choice Requires="p14">
          <p:contentPart r:id="rId163" p14:bwMode="auto">
            <p14:nvContentPartPr>
              <p14:cNvPr id="83" name="墨迹 82"/>
              <p14:cNvContentPartPr/>
              <p14:nvPr/>
            </p14:nvContentPartPr>
            <p14:xfrm>
              <a:off x="6474266" y="3967923"/>
              <a:ext cx="70080" cy="12428"/>
            </p14:xfrm>
          </p:contentPart>
        </mc:Choice>
        <mc:Fallback xmlns="">
          <p:pic>
            <p:nvPicPr>
              <p:cNvPr id="83" name="墨迹 82"/>
            </p:nvPicPr>
            <p:blipFill>
              <a:blip r:embed="rId164"/>
            </p:blipFill>
            <p:spPr>
              <a:xfrm>
                <a:off x="6474266" y="3967923"/>
                <a:ext cx="70080" cy="12428"/>
              </a:xfrm>
              <a:prstGeom prst="rect"/>
            </p:spPr>
          </p:pic>
        </mc:Fallback>
      </mc:AlternateContent>
      <mc:AlternateContent xmlns:mc="http://schemas.openxmlformats.org/markup-compatibility/2006" xmlns:p14="http://schemas.microsoft.com/office/powerpoint/2010/main">
        <mc:Choice Requires="p14">
          <p:contentPart r:id="rId165" p14:bwMode="auto">
            <p14:nvContentPartPr>
              <p14:cNvPr id="84" name="墨迹 83"/>
              <p14:cNvContentPartPr/>
              <p14:nvPr/>
            </p14:nvContentPartPr>
            <p14:xfrm>
              <a:off x="6804311" y="3807206"/>
              <a:ext cx="72343" cy="108745"/>
            </p14:xfrm>
          </p:contentPart>
        </mc:Choice>
        <mc:Fallback xmlns="">
          <p:pic>
            <p:nvPicPr>
              <p:cNvPr id="84" name="墨迹 83"/>
            </p:nvPicPr>
            <p:blipFill>
              <a:blip r:embed="rId166"/>
            </p:blipFill>
            <p:spPr>
              <a:xfrm>
                <a:off x="6804311" y="3807206"/>
                <a:ext cx="72343" cy="108745"/>
              </a:xfrm>
              <a:prstGeom prst="rect"/>
            </p:spPr>
          </p:pic>
        </mc:Fallback>
      </mc:AlternateContent>
      <mc:AlternateContent xmlns:mc="http://schemas.openxmlformats.org/markup-compatibility/2006" xmlns:p14="http://schemas.microsoft.com/office/powerpoint/2010/main">
        <mc:Choice Requires="p14">
          <p:contentPart r:id="rId167" p14:bwMode="auto">
            <p14:nvContentPartPr>
              <p14:cNvPr id="85" name="墨迹 84"/>
              <p14:cNvContentPartPr/>
              <p14:nvPr/>
            </p14:nvContentPartPr>
            <p14:xfrm>
              <a:off x="6877427" y="3844773"/>
              <a:ext cx="57993" cy="86572"/>
            </p14:xfrm>
          </p:contentPart>
        </mc:Choice>
        <mc:Fallback xmlns="">
          <p:pic>
            <p:nvPicPr>
              <p:cNvPr id="85" name="墨迹 84"/>
            </p:nvPicPr>
            <p:blipFill>
              <a:blip r:embed="rId168"/>
            </p:blipFill>
            <p:spPr>
              <a:xfrm>
                <a:off x="6877427" y="3844773"/>
                <a:ext cx="57993" cy="86572"/>
              </a:xfrm>
              <a:prstGeom prst="rect"/>
            </p:spPr>
          </p:pic>
        </mc:Fallback>
      </mc:AlternateContent>
      <mc:AlternateContent xmlns:mc="http://schemas.openxmlformats.org/markup-compatibility/2006" xmlns:p14="http://schemas.microsoft.com/office/powerpoint/2010/main">
        <mc:Choice Requires="p14">
          <p:contentPart r:id="rId169" p14:bwMode="auto">
            <p14:nvContentPartPr>
              <p14:cNvPr id="86" name="墨迹 85"/>
              <p14:cNvContentPartPr/>
              <p14:nvPr/>
            </p14:nvContentPartPr>
            <p14:xfrm>
              <a:off x="6928642" y="3869629"/>
              <a:ext cx="46337" cy="58185"/>
            </p14:xfrm>
          </p:contentPart>
        </mc:Choice>
        <mc:Fallback xmlns="">
          <p:pic>
            <p:nvPicPr>
              <p:cNvPr id="86" name="墨迹 85"/>
            </p:nvPicPr>
            <p:blipFill>
              <a:blip r:embed="rId170"/>
            </p:blipFill>
            <p:spPr>
              <a:xfrm>
                <a:off x="6928642" y="3869629"/>
                <a:ext cx="46337" cy="58185"/>
              </a:xfrm>
              <a:prstGeom prst="rect"/>
            </p:spPr>
          </p:pic>
        </mc:Fallback>
      </mc:AlternateContent>
      <mc:AlternateContent xmlns:mc="http://schemas.openxmlformats.org/markup-compatibility/2006" xmlns:p14="http://schemas.microsoft.com/office/powerpoint/2010/main">
        <mc:Choice Requires="p14">
          <p:contentPart r:id="rId171" p14:bwMode="auto">
            <p14:nvContentPartPr>
              <p14:cNvPr id="87" name="墨迹 86"/>
              <p14:cNvContentPartPr/>
              <p14:nvPr/>
            </p14:nvContentPartPr>
            <p14:xfrm>
              <a:off x="6650597" y="3967923"/>
              <a:ext cx="669119" cy="62140"/>
            </p14:xfrm>
          </p:contentPart>
        </mc:Choice>
        <mc:Fallback xmlns="">
          <p:pic>
            <p:nvPicPr>
              <p:cNvPr id="87" name="墨迹 86"/>
            </p:nvPicPr>
            <p:blipFill>
              <a:blip r:embed="rId172"/>
            </p:blipFill>
            <p:spPr>
              <a:xfrm>
                <a:off x="6650597" y="3967923"/>
                <a:ext cx="669119" cy="62140"/>
              </a:xfrm>
              <a:prstGeom prst="rect"/>
            </p:spPr>
          </p:pic>
        </mc:Fallback>
      </mc:AlternateContent>
      <mc:AlternateContent xmlns:mc="http://schemas.openxmlformats.org/markup-compatibility/2006" xmlns:p14="http://schemas.microsoft.com/office/powerpoint/2010/main">
        <mc:Choice Requires="p14">
          <p:contentPart r:id="rId173" p14:bwMode="auto">
            <p14:nvContentPartPr>
              <p14:cNvPr id="88" name="墨迹 87"/>
              <p14:cNvContentPartPr/>
              <p14:nvPr/>
            </p14:nvContentPartPr>
            <p14:xfrm>
              <a:off x="6695808" y="4069042"/>
              <a:ext cx="61029" cy="101119"/>
            </p14:xfrm>
          </p:contentPart>
        </mc:Choice>
        <mc:Fallback xmlns="">
          <p:pic>
            <p:nvPicPr>
              <p:cNvPr id="88" name="墨迹 87"/>
            </p:nvPicPr>
            <p:blipFill>
              <a:blip r:embed="rId174"/>
            </p:blipFill>
            <p:spPr>
              <a:xfrm>
                <a:off x="6695808" y="4069042"/>
                <a:ext cx="61029" cy="101119"/>
              </a:xfrm>
              <a:prstGeom prst="rect"/>
            </p:spPr>
          </p:pic>
        </mc:Fallback>
      </mc:AlternateContent>
      <mc:AlternateContent xmlns:mc="http://schemas.openxmlformats.org/markup-compatibility/2006" xmlns:p14="http://schemas.microsoft.com/office/powerpoint/2010/main">
        <mc:Choice Requires="p14">
          <p:contentPart r:id="rId175" p14:bwMode="auto">
            <p14:nvContentPartPr>
              <p14:cNvPr id="89" name="墨迹 88"/>
              <p14:cNvContentPartPr/>
              <p14:nvPr/>
            </p14:nvContentPartPr>
            <p14:xfrm>
              <a:off x="6788471" y="4100112"/>
              <a:ext cx="50874" cy="79087"/>
            </p14:xfrm>
          </p:contentPart>
        </mc:Choice>
        <mc:Fallback xmlns="">
          <p:pic>
            <p:nvPicPr>
              <p:cNvPr id="89" name="墨迹 88"/>
            </p:nvPicPr>
            <p:blipFill>
              <a:blip r:embed="rId176"/>
            </p:blipFill>
            <p:spPr>
              <a:xfrm>
                <a:off x="6788471" y="4100112"/>
                <a:ext cx="50874" cy="79087"/>
              </a:xfrm>
              <a:prstGeom prst="rect"/>
            </p:spPr>
          </p:pic>
        </mc:Fallback>
      </mc:AlternateContent>
      <mc:AlternateContent xmlns:mc="http://schemas.openxmlformats.org/markup-compatibility/2006" xmlns:p14="http://schemas.microsoft.com/office/powerpoint/2010/main">
        <mc:Choice Requires="p14">
          <p:contentPart r:id="rId177" p14:bwMode="auto">
            <p14:nvContentPartPr>
              <p14:cNvPr id="90" name="墨迹 89"/>
              <p14:cNvContentPartPr/>
              <p14:nvPr/>
            </p14:nvContentPartPr>
            <p14:xfrm>
              <a:off x="6844986" y="4100112"/>
              <a:ext cx="40707" cy="70048"/>
            </p14:xfrm>
          </p:contentPart>
        </mc:Choice>
        <mc:Fallback xmlns="">
          <p:pic>
            <p:nvPicPr>
              <p:cNvPr id="90" name="墨迹 89"/>
            </p:nvPicPr>
            <p:blipFill>
              <a:blip r:embed="rId178"/>
            </p:blipFill>
            <p:spPr>
              <a:xfrm>
                <a:off x="6844986" y="4100112"/>
                <a:ext cx="40707" cy="70048"/>
              </a:xfrm>
              <a:prstGeom prst="rect"/>
            </p:spPr>
          </p:pic>
        </mc:Fallback>
      </mc:AlternateContent>
      <mc:AlternateContent xmlns:mc="http://schemas.openxmlformats.org/markup-compatibility/2006" xmlns:p14="http://schemas.microsoft.com/office/powerpoint/2010/main">
        <mc:Choice Requires="p14">
          <p:contentPart r:id="rId179" p14:bwMode="auto">
            <p14:nvContentPartPr>
              <p14:cNvPr id="91" name="墨迹 90"/>
              <p14:cNvContentPartPr/>
              <p14:nvPr/>
            </p14:nvContentPartPr>
            <p14:xfrm>
              <a:off x="6894734" y="4131747"/>
              <a:ext cx="9040" cy="96246"/>
            </p14:xfrm>
          </p:contentPart>
        </mc:Choice>
        <mc:Fallback xmlns="">
          <p:pic>
            <p:nvPicPr>
              <p:cNvPr id="91" name="墨迹 90"/>
            </p:nvPicPr>
            <p:blipFill>
              <a:blip r:embed="rId180"/>
            </p:blipFill>
            <p:spPr>
              <a:xfrm>
                <a:off x="6894734" y="4131747"/>
                <a:ext cx="9040" cy="96246"/>
              </a:xfrm>
              <a:prstGeom prst="rect"/>
            </p:spPr>
          </p:pic>
        </mc:Fallback>
      </mc:AlternateContent>
      <mc:AlternateContent xmlns:mc="http://schemas.openxmlformats.org/markup-compatibility/2006" xmlns:p14="http://schemas.microsoft.com/office/powerpoint/2010/main">
        <mc:Choice Requires="p14">
          <p:contentPart r:id="rId181" p14:bwMode="auto">
            <p14:nvContentPartPr>
              <p14:cNvPr id="92" name="墨迹 91"/>
              <p14:cNvContentPartPr/>
              <p14:nvPr/>
            </p14:nvContentPartPr>
            <p14:xfrm>
              <a:off x="6890208" y="4111410"/>
              <a:ext cx="49738" cy="71179"/>
            </p14:xfrm>
          </p:contentPart>
        </mc:Choice>
        <mc:Fallback xmlns="">
          <p:pic>
            <p:nvPicPr>
              <p:cNvPr id="92" name="墨迹 91"/>
            </p:nvPicPr>
            <p:blipFill>
              <a:blip r:embed="rId182"/>
            </p:blipFill>
            <p:spPr>
              <a:xfrm>
                <a:off x="6890208" y="4111410"/>
                <a:ext cx="49738" cy="71179"/>
              </a:xfrm>
              <a:prstGeom prst="rect"/>
            </p:spPr>
          </p:pic>
        </mc:Fallback>
      </mc:AlternateContent>
      <mc:AlternateContent xmlns:mc="http://schemas.openxmlformats.org/markup-compatibility/2006" xmlns:p14="http://schemas.microsoft.com/office/powerpoint/2010/main">
        <mc:Choice Requires="p14">
          <p:contentPart r:id="rId183" p14:bwMode="auto">
            <p14:nvContentPartPr>
              <p14:cNvPr id="93" name="墨迹 92"/>
              <p14:cNvContentPartPr/>
              <p14:nvPr/>
            </p14:nvContentPartPr>
            <p14:xfrm>
              <a:off x="6648334" y="4206315"/>
              <a:ext cx="326646" cy="38414"/>
            </p14:xfrm>
          </p:contentPart>
        </mc:Choice>
        <mc:Fallback xmlns="">
          <p:pic>
            <p:nvPicPr>
              <p:cNvPr id="93" name="墨迹 92"/>
            </p:nvPicPr>
            <p:blipFill>
              <a:blip r:embed="rId184"/>
            </p:blipFill>
            <p:spPr>
              <a:xfrm>
                <a:off x="6648334" y="4206315"/>
                <a:ext cx="326646" cy="38414"/>
              </a:xfrm>
              <a:prstGeom prst="rect"/>
            </p:spPr>
          </p:pic>
        </mc:Fallback>
      </mc:AlternateContent>
      <mc:AlternateContent xmlns:mc="http://schemas.openxmlformats.org/markup-compatibility/2006" xmlns:p14="http://schemas.microsoft.com/office/powerpoint/2010/main">
        <mc:Choice Requires="p14">
          <p:contentPart r:id="rId185" p14:bwMode="auto">
            <p14:nvContentPartPr>
              <p14:cNvPr id="94" name="墨迹 93"/>
              <p14:cNvContentPartPr/>
              <p14:nvPr/>
            </p14:nvContentPartPr>
            <p14:xfrm>
              <a:off x="6781705" y="4274104"/>
              <a:ext cx="45212" cy="87561"/>
            </p14:xfrm>
          </p:contentPart>
        </mc:Choice>
        <mc:Fallback xmlns="">
          <p:pic>
            <p:nvPicPr>
              <p:cNvPr id="94" name="墨迹 93"/>
            </p:nvPicPr>
            <p:blipFill>
              <a:blip r:embed="rId186"/>
            </p:blipFill>
            <p:spPr>
              <a:xfrm>
                <a:off x="6781705" y="4274104"/>
                <a:ext cx="45212" cy="87561"/>
              </a:xfrm>
              <a:prstGeom prst="rect"/>
            </p:spPr>
          </p:pic>
        </mc:Fallback>
      </mc:AlternateContent>
      <mc:AlternateContent xmlns:mc="http://schemas.openxmlformats.org/markup-compatibility/2006" xmlns:p14="http://schemas.microsoft.com/office/powerpoint/2010/main">
        <mc:Choice Requires="p14">
          <p:contentPart r:id="rId187" p14:bwMode="auto">
            <p14:nvContentPartPr>
              <p14:cNvPr id="95" name="墨迹 94"/>
              <p14:cNvContentPartPr/>
              <p14:nvPr/>
            </p14:nvContentPartPr>
            <p14:xfrm>
              <a:off x="7016802" y="4191627"/>
              <a:ext cx="55388" cy="7909"/>
            </p14:xfrm>
          </p:contentPart>
        </mc:Choice>
        <mc:Fallback xmlns="">
          <p:pic>
            <p:nvPicPr>
              <p:cNvPr id="95" name="墨迹 94"/>
            </p:nvPicPr>
            <p:blipFill>
              <a:blip r:embed="rId188"/>
            </p:blipFill>
            <p:spPr>
              <a:xfrm>
                <a:off x="7016802" y="4191627"/>
                <a:ext cx="55388" cy="7909"/>
              </a:xfrm>
              <a:prstGeom prst="rect"/>
            </p:spPr>
          </p:pic>
        </mc:Fallback>
      </mc:AlternateContent>
      <mc:AlternateContent xmlns:mc="http://schemas.openxmlformats.org/markup-compatibility/2006" xmlns:p14="http://schemas.microsoft.com/office/powerpoint/2010/main">
        <mc:Choice Requires="p14">
          <p:contentPart r:id="rId189" p14:bwMode="auto">
            <p14:nvContentPartPr>
              <p14:cNvPr id="96" name="墨迹 95"/>
              <p14:cNvContentPartPr/>
              <p14:nvPr/>
            </p14:nvContentPartPr>
            <p14:xfrm>
              <a:off x="7114013" y="4110068"/>
              <a:ext cx="70069" cy="127882"/>
            </p14:xfrm>
          </p:contentPart>
        </mc:Choice>
        <mc:Fallback xmlns="">
          <p:pic>
            <p:nvPicPr>
              <p:cNvPr id="96" name="墨迹 95"/>
            </p:nvPicPr>
            <p:blipFill>
              <a:blip r:embed="rId190"/>
            </p:blipFill>
            <p:spPr>
              <a:xfrm>
                <a:off x="7114013" y="4110068"/>
                <a:ext cx="70069" cy="127882"/>
              </a:xfrm>
              <a:prstGeom prst="rect"/>
            </p:spPr>
          </p:pic>
        </mc:Fallback>
      </mc:AlternateContent>
      <mc:AlternateContent xmlns:mc="http://schemas.openxmlformats.org/markup-compatibility/2006" xmlns:p14="http://schemas.microsoft.com/office/powerpoint/2010/main">
        <mc:Choice Requires="p14">
          <p:contentPart r:id="rId191" p14:bwMode="auto">
            <p14:nvContentPartPr>
              <p14:cNvPr id="97" name="墨迹 96"/>
              <p14:cNvContentPartPr/>
              <p14:nvPr/>
            </p14:nvContentPartPr>
            <p14:xfrm>
              <a:off x="7208950" y="4154343"/>
              <a:ext cx="41823" cy="69201"/>
            </p14:xfrm>
          </p:contentPart>
        </mc:Choice>
        <mc:Fallback xmlns="">
          <p:pic>
            <p:nvPicPr>
              <p:cNvPr id="97" name="墨迹 96"/>
            </p:nvPicPr>
            <p:blipFill>
              <a:blip r:embed="rId192"/>
            </p:blipFill>
            <p:spPr>
              <a:xfrm>
                <a:off x="7208950" y="4154343"/>
                <a:ext cx="41823" cy="69201"/>
              </a:xfrm>
              <a:prstGeom prst="rect"/>
            </p:spPr>
          </p:pic>
        </mc:Fallback>
      </mc:AlternateContent>
      <mc:AlternateContent xmlns:mc="http://schemas.openxmlformats.org/markup-compatibility/2006" xmlns:p14="http://schemas.microsoft.com/office/powerpoint/2010/main">
        <mc:Choice Requires="p14">
          <p:contentPart r:id="rId193" p14:bwMode="auto">
            <p14:nvContentPartPr>
              <p14:cNvPr id="98" name="墨迹 97"/>
              <p14:cNvContentPartPr/>
              <p14:nvPr/>
            </p14:nvContentPartPr>
            <p14:xfrm>
              <a:off x="7267728" y="4163382"/>
              <a:ext cx="33908" cy="63270"/>
            </p14:xfrm>
          </p:contentPart>
        </mc:Choice>
        <mc:Fallback xmlns="">
          <p:pic>
            <p:nvPicPr>
              <p:cNvPr id="98" name="墨迹 97"/>
            </p:nvPicPr>
            <p:blipFill>
              <a:blip r:embed="rId194"/>
            </p:blipFill>
            <p:spPr>
              <a:xfrm>
                <a:off x="7267728" y="4163382"/>
                <a:ext cx="33908" cy="63270"/>
              </a:xfrm>
              <a:prstGeom prst="rect"/>
            </p:spPr>
          </p:pic>
        </mc:Fallback>
      </mc:AlternateContent>
      <mc:AlternateContent xmlns:mc="http://schemas.openxmlformats.org/markup-compatibility/2006" xmlns:p14="http://schemas.microsoft.com/office/powerpoint/2010/main">
        <mc:Choice Requires="p14">
          <p:contentPart r:id="rId195" p14:bwMode="auto">
            <p14:nvContentPartPr>
              <p14:cNvPr id="99" name="墨迹 98"/>
              <p14:cNvContentPartPr/>
              <p14:nvPr/>
            </p14:nvContentPartPr>
            <p14:xfrm>
              <a:off x="7321979" y="4158863"/>
              <a:ext cx="52011" cy="105426"/>
            </p14:xfrm>
          </p:contentPart>
        </mc:Choice>
        <mc:Fallback xmlns="">
          <p:pic>
            <p:nvPicPr>
              <p:cNvPr id="99" name="墨迹 98"/>
            </p:nvPicPr>
            <p:blipFill>
              <a:blip r:embed="rId196"/>
            </p:blipFill>
            <p:spPr>
              <a:xfrm>
                <a:off x="7321979" y="4158863"/>
                <a:ext cx="52011" cy="105426"/>
              </a:xfrm>
              <a:prstGeom prst="rect"/>
            </p:spPr>
          </p:pic>
        </mc:Fallback>
      </mc:AlternateContent>
      <mc:AlternateContent xmlns:mc="http://schemas.openxmlformats.org/markup-compatibility/2006" xmlns:p14="http://schemas.microsoft.com/office/powerpoint/2010/main">
        <mc:Choice Requires="p14">
          <p:contentPart r:id="rId197" p14:bwMode="auto">
            <p14:nvContentPartPr>
              <p14:cNvPr id="100" name="墨迹 99"/>
              <p14:cNvContentPartPr/>
              <p14:nvPr/>
            </p14:nvContentPartPr>
            <p14:xfrm>
              <a:off x="1605003" y="2255400"/>
              <a:ext cx="1969521" cy="168061"/>
            </p14:xfrm>
          </p:contentPart>
        </mc:Choice>
        <mc:Fallback xmlns="">
          <p:pic>
            <p:nvPicPr>
              <p:cNvPr id="100" name="墨迹 99"/>
            </p:nvPicPr>
            <p:blipFill>
              <a:blip r:embed="rId198"/>
            </p:blipFill>
            <p:spPr>
              <a:xfrm>
                <a:off x="1605003" y="2255400"/>
                <a:ext cx="1969521" cy="168061"/>
              </a:xfrm>
              <a:prstGeom prst="rect"/>
            </p:spPr>
          </p:pic>
        </mc:Fallback>
      </mc:AlternateContent>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标题 1"/>
          <p:cNvSpPr/>
          <p:nvPr>
            <p:ph type="title"/>
          </p:nvPr>
        </p:nvSpPr>
        <p:spPr/>
        <p:txBody>
          <a:bodyPr/>
          <a:lstStyle/>
          <a:p>
            <a:pPr eaLnBrk="1" hangingPunct="1"/>
            <a:r>
              <a:rPr lang="zh-CN" altLang="en-US" sz="3600" b="1" dirty="0"/>
              <a:t>静特性对比</a:t>
            </a:r>
            <a:endParaRPr lang="zh-CN" altLang="en-US" sz="3600" b="1" dirty="0"/>
          </a:p>
        </p:txBody>
      </p:sp>
      <p:sp>
        <p:nvSpPr>
          <p:cNvPr id="180227" name="内容占位符 2"/>
          <p:cNvSpPr/>
          <p:nvPr>
            <p:ph idx="1"/>
          </p:nvPr>
        </p:nvSpPr>
        <p:spPr/>
        <p:txBody>
          <a:bodyPr/>
          <a:lstStyle/>
          <a:p>
            <a:pPr eaLnBrk="1" hangingPunct="1"/>
            <a:r>
              <a:rPr lang="zh-CN" altLang="en-US" dirty="0">
                <a:solidFill>
                  <a:srgbClr val="C00000"/>
                </a:solidFill>
              </a:rPr>
              <a:t>结论</a:t>
            </a:r>
            <a:r>
              <a:rPr lang="en-US" altLang="zh-CN" dirty="0">
                <a:solidFill>
                  <a:srgbClr val="C00000"/>
                </a:solidFill>
              </a:rPr>
              <a:t>:</a:t>
            </a:r>
            <a:r>
              <a:rPr lang="zh-CN" altLang="en-US" dirty="0"/>
              <a:t>比例控制的直流调速系统可以获得比开环系统硬得多的稳态特性</a:t>
            </a:r>
            <a:r>
              <a:rPr lang="en-US" altLang="zh-CN" dirty="0"/>
              <a:t>,</a:t>
            </a:r>
            <a:r>
              <a:rPr lang="zh-CN" altLang="en-US" dirty="0">
                <a:solidFill>
                  <a:srgbClr val="FF0000"/>
                </a:solidFill>
              </a:rPr>
              <a:t>即负载引起的转速降落减小了</a:t>
            </a:r>
            <a:r>
              <a:rPr lang="en-US" altLang="zh-CN" dirty="0"/>
              <a:t>,</a:t>
            </a:r>
            <a:r>
              <a:rPr lang="zh-CN" altLang="en-US" dirty="0"/>
              <a:t>从而保证在一定静差率的要求下</a:t>
            </a:r>
            <a:r>
              <a:rPr lang="en-US" altLang="zh-CN" dirty="0"/>
              <a:t>,</a:t>
            </a:r>
            <a:r>
              <a:rPr lang="zh-CN" altLang="en-US" dirty="0"/>
              <a:t>能够获得更宽的调速范围</a:t>
            </a:r>
            <a:r>
              <a:rPr lang="en-US" altLang="zh-CN" dirty="0"/>
              <a:t>.</a:t>
            </a:r>
            <a:endParaRPr lang="en-US" altLang="zh-CN" dirty="0"/>
          </a:p>
          <a:p>
            <a:pPr eaLnBrk="1" hangingPunct="1"/>
            <a:r>
              <a:rPr lang="zh-CN" altLang="en-US" dirty="0"/>
              <a:t>问题</a:t>
            </a:r>
            <a:r>
              <a:rPr lang="en-US" altLang="zh-CN" dirty="0"/>
              <a:t>:</a:t>
            </a:r>
            <a:r>
              <a:rPr lang="zh-CN" altLang="en-US" dirty="0"/>
              <a:t>电枢回路的总电阻并没变化</a:t>
            </a:r>
            <a:r>
              <a:rPr lang="en-US" altLang="zh-CN" dirty="0"/>
              <a:t>,</a:t>
            </a:r>
            <a:r>
              <a:rPr lang="zh-CN" altLang="en-US" dirty="0"/>
              <a:t>但是转速降落为什么减小了呢</a:t>
            </a:r>
            <a:r>
              <a:rPr lang="en-US" altLang="zh-CN" dirty="0"/>
              <a:t>?</a:t>
            </a:r>
            <a:endParaRPr lang="en-US" altLang="zh-CN" dirty="0"/>
          </a:p>
          <a:p>
            <a:pPr eaLnBrk="1" hangingPunct="1"/>
            <a:endParaRPr lang="zh-CN" altLang="en-US" dirty="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4382495" y="827689"/>
              <a:ext cx="153111" cy="206354"/>
            </p14:xfrm>
          </p:contentPart>
        </mc:Choice>
        <mc:Fallback xmlns="">
          <p:pic>
            <p:nvPicPr>
              <p:cNvPr id="2" name="墨迹 1"/>
            </p:nvPicPr>
            <p:blipFill>
              <a:blip r:embed="rId2"/>
            </p:blipFill>
            <p:spPr>
              <a:xfrm>
                <a:off x="4382495" y="827689"/>
                <a:ext cx="153111" cy="206354"/>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4531056" y="895905"/>
              <a:ext cx="66675" cy="65943"/>
            </p14:xfrm>
          </p:contentPart>
        </mc:Choice>
        <mc:Fallback xmlns="">
          <p:pic>
            <p:nvPicPr>
              <p:cNvPr id="3" name="墨迹 2"/>
            </p:nvPicPr>
            <p:blipFill>
              <a:blip r:embed="rId4"/>
            </p:blipFill>
            <p:spPr>
              <a:xfrm>
                <a:off x="4531056" y="895905"/>
                <a:ext cx="66675" cy="65943"/>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4485564" y="982312"/>
              <a:ext cx="34119" cy="13644"/>
            </p14:xfrm>
          </p:contentPart>
        </mc:Choice>
        <mc:Fallback xmlns="">
          <p:pic>
            <p:nvPicPr>
              <p:cNvPr id="4" name="墨迹 3"/>
            </p:nvPicPr>
            <p:blipFill>
              <a:blip r:embed="rId6"/>
            </p:blipFill>
            <p:spPr>
              <a:xfrm>
                <a:off x="4485564" y="982312"/>
                <a:ext cx="34119" cy="13644"/>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4464381" y="1018694"/>
              <a:ext cx="82598" cy="44341"/>
            </p14:xfrm>
          </p:contentPart>
        </mc:Choice>
        <mc:Fallback xmlns="">
          <p:pic>
            <p:nvPicPr>
              <p:cNvPr id="5" name="墨迹 4"/>
            </p:nvPicPr>
            <p:blipFill>
              <a:blip r:embed="rId8"/>
            </p:blipFill>
            <p:spPr>
              <a:xfrm>
                <a:off x="4464381" y="1018694"/>
                <a:ext cx="82598" cy="44341"/>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4487838" y="1023242"/>
              <a:ext cx="38669" cy="122789"/>
            </p14:xfrm>
          </p:contentPart>
        </mc:Choice>
        <mc:Fallback xmlns="">
          <p:pic>
            <p:nvPicPr>
              <p:cNvPr id="6" name="墨迹 5"/>
            </p:nvPicPr>
            <p:blipFill>
              <a:blip r:embed="rId10"/>
            </p:blipFill>
            <p:spPr>
              <a:xfrm>
                <a:off x="4487838" y="1023242"/>
                <a:ext cx="38669" cy="122789"/>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4455283" y="1042996"/>
              <a:ext cx="132639" cy="87829"/>
            </p14:xfrm>
          </p:contentPart>
        </mc:Choice>
        <mc:Fallback xmlns="">
          <p:pic>
            <p:nvPicPr>
              <p:cNvPr id="7" name="墨迹 6"/>
            </p:nvPicPr>
            <p:blipFill>
              <a:blip r:embed="rId12"/>
            </p:blipFill>
            <p:spPr>
              <a:xfrm>
                <a:off x="4455283" y="1042996"/>
                <a:ext cx="132639" cy="87829"/>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4560058" y="882262"/>
              <a:ext cx="177136" cy="175799"/>
            </p14:xfrm>
          </p:contentPart>
        </mc:Choice>
        <mc:Fallback xmlns="">
          <p:pic>
            <p:nvPicPr>
              <p:cNvPr id="8" name="墨迹 7"/>
            </p:nvPicPr>
            <p:blipFill>
              <a:blip r:embed="rId14"/>
            </p:blipFill>
            <p:spPr>
              <a:xfrm>
                <a:off x="4560058" y="882262"/>
                <a:ext cx="177136" cy="175799"/>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9" name="墨迹 8"/>
              <p14:cNvContentPartPr/>
              <p14:nvPr/>
            </p14:nvContentPartPr>
            <p14:xfrm>
              <a:off x="4667534" y="888373"/>
              <a:ext cx="45492" cy="308963"/>
            </p14:xfrm>
          </p:contentPart>
        </mc:Choice>
        <mc:Fallback xmlns="">
          <p:pic>
            <p:nvPicPr>
              <p:cNvPr id="9" name="墨迹 8"/>
            </p:nvPicPr>
            <p:blipFill>
              <a:blip r:embed="rId16"/>
            </p:blipFill>
            <p:spPr>
              <a:xfrm>
                <a:off x="4667534" y="888373"/>
                <a:ext cx="45492" cy="308963"/>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0" name="墨迹 9"/>
              <p14:cNvContentPartPr/>
              <p14:nvPr/>
            </p14:nvContentPartPr>
            <p14:xfrm>
              <a:off x="4876800" y="823141"/>
              <a:ext cx="13647" cy="38656"/>
            </p14:xfrm>
          </p:contentPart>
        </mc:Choice>
        <mc:Fallback xmlns="">
          <p:pic>
            <p:nvPicPr>
              <p:cNvPr id="10" name="墨迹 9"/>
            </p:nvPicPr>
            <p:blipFill>
              <a:blip r:embed="rId18"/>
            </p:blipFill>
            <p:spPr>
              <a:xfrm>
                <a:off x="4876800" y="823141"/>
                <a:ext cx="13647" cy="38656"/>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1" name="墨迹 10"/>
              <p14:cNvContentPartPr/>
              <p14:nvPr/>
            </p14:nvContentPartPr>
            <p14:xfrm>
              <a:off x="4799462" y="873167"/>
              <a:ext cx="127379" cy="31834"/>
            </p14:xfrm>
          </p:contentPart>
        </mc:Choice>
        <mc:Fallback xmlns="">
          <p:pic>
            <p:nvPicPr>
              <p:cNvPr id="11" name="墨迹 10"/>
            </p:nvPicPr>
            <p:blipFill>
              <a:blip r:embed="rId20"/>
            </p:blipFill>
            <p:spPr>
              <a:xfrm>
                <a:off x="4799462" y="873167"/>
                <a:ext cx="127379" cy="31834"/>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2" name="墨迹 11"/>
              <p14:cNvContentPartPr/>
              <p14:nvPr/>
            </p14:nvContentPartPr>
            <p14:xfrm>
              <a:off x="4799462" y="955026"/>
              <a:ext cx="27296" cy="34108"/>
            </p14:xfrm>
          </p:contentPart>
        </mc:Choice>
        <mc:Fallback xmlns="">
          <p:pic>
            <p:nvPicPr>
              <p:cNvPr id="12" name="墨迹 11"/>
            </p:nvPicPr>
            <p:blipFill>
              <a:blip r:embed="rId22"/>
            </p:blipFill>
            <p:spPr>
              <a:xfrm>
                <a:off x="4799462" y="955026"/>
                <a:ext cx="27296" cy="34108"/>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3" name="墨迹 12"/>
              <p14:cNvContentPartPr/>
              <p14:nvPr/>
            </p14:nvContentPartPr>
            <p14:xfrm>
              <a:off x="4782829" y="900453"/>
              <a:ext cx="162209" cy="194416"/>
            </p14:xfrm>
          </p:contentPart>
        </mc:Choice>
        <mc:Fallback xmlns="">
          <p:pic>
            <p:nvPicPr>
              <p:cNvPr id="13" name="墨迹 12"/>
            </p:nvPicPr>
            <p:blipFill>
              <a:blip r:embed="rId24"/>
            </p:blipFill>
            <p:spPr>
              <a:xfrm>
                <a:off x="4782829" y="900453"/>
                <a:ext cx="162209" cy="194416"/>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4" name="墨迹 13"/>
              <p14:cNvContentPartPr/>
              <p14:nvPr/>
            </p14:nvContentPartPr>
            <p14:xfrm>
              <a:off x="4863152" y="1005051"/>
              <a:ext cx="43217" cy="138138"/>
            </p14:xfrm>
          </p:contentPart>
        </mc:Choice>
        <mc:Fallback xmlns="">
          <p:pic>
            <p:nvPicPr>
              <p:cNvPr id="14" name="墨迹 13"/>
            </p:nvPicPr>
            <p:blipFill>
              <a:blip r:embed="rId26"/>
            </p:blipFill>
            <p:spPr>
              <a:xfrm>
                <a:off x="4863152" y="1005051"/>
                <a:ext cx="43217" cy="138138"/>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5" name="墨迹 14"/>
              <p14:cNvContentPartPr/>
              <p14:nvPr/>
            </p14:nvContentPartPr>
            <p14:xfrm>
              <a:off x="5009865" y="868619"/>
              <a:ext cx="89848" cy="31834"/>
            </p14:xfrm>
          </p:contentPart>
        </mc:Choice>
        <mc:Fallback xmlns="">
          <p:pic>
            <p:nvPicPr>
              <p:cNvPr id="15" name="墨迹 14"/>
            </p:nvPicPr>
            <p:blipFill>
              <a:blip r:embed="rId28"/>
            </p:blipFill>
            <p:spPr>
              <a:xfrm>
                <a:off x="5009865" y="868619"/>
                <a:ext cx="89848" cy="31834"/>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6" name="墨迹 15"/>
              <p14:cNvContentPartPr/>
              <p14:nvPr/>
            </p14:nvContentPartPr>
            <p14:xfrm>
              <a:off x="5004179" y="950478"/>
              <a:ext cx="22746" cy="26150"/>
            </p14:xfrm>
          </p:contentPart>
        </mc:Choice>
        <mc:Fallback xmlns="">
          <p:pic>
            <p:nvPicPr>
              <p:cNvPr id="16" name="墨迹 15"/>
            </p:nvPicPr>
            <p:blipFill>
              <a:blip r:embed="rId30"/>
            </p:blipFill>
            <p:spPr>
              <a:xfrm>
                <a:off x="5004179" y="950478"/>
                <a:ext cx="22746" cy="26150"/>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17" name="墨迹 16"/>
              <p14:cNvContentPartPr/>
              <p14:nvPr/>
            </p14:nvContentPartPr>
            <p14:xfrm>
              <a:off x="5036023" y="900453"/>
              <a:ext cx="90985" cy="104598"/>
            </p14:xfrm>
          </p:contentPart>
        </mc:Choice>
        <mc:Fallback xmlns="">
          <p:pic>
            <p:nvPicPr>
              <p:cNvPr id="17" name="墨迹 16"/>
            </p:nvPicPr>
            <p:blipFill>
              <a:blip r:embed="rId32"/>
            </p:blipFill>
            <p:spPr>
              <a:xfrm>
                <a:off x="5036023" y="900453"/>
                <a:ext cx="90985" cy="104598"/>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18" name="墨迹 17"/>
              <p14:cNvContentPartPr/>
              <p14:nvPr/>
            </p14:nvContentPartPr>
            <p14:xfrm>
              <a:off x="5024082" y="950478"/>
              <a:ext cx="89279" cy="62105"/>
            </p14:xfrm>
          </p:contentPart>
        </mc:Choice>
        <mc:Fallback xmlns="">
          <p:pic>
            <p:nvPicPr>
              <p:cNvPr id="18" name="墨迹 17"/>
            </p:nvPicPr>
            <p:blipFill>
              <a:blip r:embed="rId34"/>
            </p:blipFill>
            <p:spPr>
              <a:xfrm>
                <a:off x="5024082" y="950478"/>
                <a:ext cx="89279" cy="62105"/>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19" name="墨迹 18"/>
              <p14:cNvContentPartPr/>
              <p14:nvPr/>
            </p14:nvContentPartPr>
            <p14:xfrm>
              <a:off x="4990531" y="911822"/>
              <a:ext cx="81886" cy="184184"/>
            </p14:xfrm>
          </p:contentPart>
        </mc:Choice>
        <mc:Fallback xmlns="">
          <p:pic>
            <p:nvPicPr>
              <p:cNvPr id="19" name="墨迹 18"/>
            </p:nvPicPr>
            <p:blipFill>
              <a:blip r:embed="rId36"/>
            </p:blipFill>
            <p:spPr>
              <a:xfrm>
                <a:off x="4990531" y="911822"/>
                <a:ext cx="81886" cy="184184"/>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0" name="墨迹 19"/>
              <p14:cNvContentPartPr/>
              <p14:nvPr/>
            </p14:nvContentPartPr>
            <p14:xfrm>
              <a:off x="5013277" y="1036885"/>
              <a:ext cx="136478" cy="40930"/>
            </p14:xfrm>
          </p:contentPart>
        </mc:Choice>
        <mc:Fallback xmlns="">
          <p:pic>
            <p:nvPicPr>
              <p:cNvPr id="20" name="墨迹 19"/>
            </p:nvPicPr>
            <p:blipFill>
              <a:blip r:embed="rId38"/>
            </p:blipFill>
            <p:spPr>
              <a:xfrm>
                <a:off x="5013277" y="1036885"/>
                <a:ext cx="136478" cy="40930"/>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1" name="墨迹 20"/>
              <p14:cNvContentPartPr/>
              <p14:nvPr/>
            </p14:nvContentPartPr>
            <p14:xfrm>
              <a:off x="5171364" y="845880"/>
              <a:ext cx="46630" cy="104598"/>
            </p14:xfrm>
          </p:contentPart>
        </mc:Choice>
        <mc:Fallback xmlns="">
          <p:pic>
            <p:nvPicPr>
              <p:cNvPr id="21" name="墨迹 20"/>
            </p:nvPicPr>
            <p:blipFill>
              <a:blip r:embed="rId40"/>
            </p:blipFill>
            <p:spPr>
              <a:xfrm>
                <a:off x="5171364" y="845880"/>
                <a:ext cx="46630" cy="104598"/>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2" name="墨迹 21"/>
              <p14:cNvContentPartPr/>
              <p14:nvPr/>
            </p14:nvContentPartPr>
            <p14:xfrm>
              <a:off x="5121038" y="902727"/>
              <a:ext cx="139605" cy="123500"/>
            </p14:xfrm>
          </p:contentPart>
        </mc:Choice>
        <mc:Fallback xmlns="">
          <p:pic>
            <p:nvPicPr>
              <p:cNvPr id="22" name="墨迹 21"/>
            </p:nvPicPr>
            <p:blipFill>
              <a:blip r:embed="rId42"/>
            </p:blipFill>
            <p:spPr>
              <a:xfrm>
                <a:off x="5121038" y="902727"/>
                <a:ext cx="139605" cy="123500"/>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23" name="墨迹 22"/>
              <p14:cNvContentPartPr/>
              <p14:nvPr/>
            </p14:nvContentPartPr>
            <p14:xfrm>
              <a:off x="5204346" y="892921"/>
              <a:ext cx="38669" cy="236625"/>
            </p14:xfrm>
          </p:contentPart>
        </mc:Choice>
        <mc:Fallback xmlns="">
          <p:pic>
            <p:nvPicPr>
              <p:cNvPr id="23" name="墨迹 22"/>
            </p:nvPicPr>
            <p:blipFill>
              <a:blip r:embed="rId44"/>
            </p:blipFill>
            <p:spPr>
              <a:xfrm>
                <a:off x="5204346" y="892921"/>
                <a:ext cx="38669" cy="236625"/>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24" name="墨迹 23"/>
              <p14:cNvContentPartPr/>
              <p14:nvPr/>
            </p14:nvContentPartPr>
            <p14:xfrm>
              <a:off x="5269599" y="832237"/>
              <a:ext cx="115579" cy="130748"/>
            </p14:xfrm>
          </p:contentPart>
        </mc:Choice>
        <mc:Fallback xmlns="">
          <p:pic>
            <p:nvPicPr>
              <p:cNvPr id="24" name="墨迹 23"/>
            </p:nvPicPr>
            <p:blipFill>
              <a:blip r:embed="rId46"/>
            </p:blipFill>
            <p:spPr>
              <a:xfrm>
                <a:off x="5269599" y="832237"/>
                <a:ext cx="115579" cy="130748"/>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25" name="墨迹 24"/>
              <p14:cNvContentPartPr/>
              <p14:nvPr/>
            </p14:nvContentPartPr>
            <p14:xfrm>
              <a:off x="5340823" y="883399"/>
              <a:ext cx="22747" cy="208059"/>
            </p14:xfrm>
          </p:contentPart>
        </mc:Choice>
        <mc:Fallback xmlns="">
          <p:pic>
            <p:nvPicPr>
              <p:cNvPr id="25" name="墨迹 24"/>
            </p:nvPicPr>
            <p:blipFill>
              <a:blip r:embed="rId48"/>
            </p:blipFill>
            <p:spPr>
              <a:xfrm>
                <a:off x="5340823" y="883399"/>
                <a:ext cx="22747" cy="208059"/>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26" name="墨迹 25"/>
              <p14:cNvContentPartPr/>
              <p14:nvPr/>
            </p14:nvContentPartPr>
            <p14:xfrm>
              <a:off x="5288507" y="980891"/>
              <a:ext cx="43218" cy="99198"/>
            </p14:xfrm>
          </p:contentPart>
        </mc:Choice>
        <mc:Fallback xmlns="">
          <p:pic>
            <p:nvPicPr>
              <p:cNvPr id="26" name="墨迹 25"/>
            </p:nvPicPr>
            <p:blipFill>
              <a:blip r:embed="rId50"/>
            </p:blipFill>
            <p:spPr>
              <a:xfrm>
                <a:off x="5288507" y="980891"/>
                <a:ext cx="43218" cy="99198"/>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27" name="墨迹 26"/>
              <p14:cNvContentPartPr/>
              <p14:nvPr/>
            </p14:nvContentPartPr>
            <p14:xfrm>
              <a:off x="5368119" y="1000503"/>
              <a:ext cx="31845" cy="4548"/>
            </p14:xfrm>
          </p:contentPart>
        </mc:Choice>
        <mc:Fallback xmlns="">
          <p:pic>
            <p:nvPicPr>
              <p:cNvPr id="27" name="墨迹 26"/>
            </p:nvPicPr>
            <p:blipFill>
              <a:blip r:embed="rId52"/>
            </p:blipFill>
            <p:spPr>
              <a:xfrm>
                <a:off x="5368119" y="1000503"/>
                <a:ext cx="31845" cy="4548"/>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28" name="墨迹 27"/>
              <p14:cNvContentPartPr/>
              <p14:nvPr/>
            </p14:nvContentPartPr>
            <p14:xfrm>
              <a:off x="5388590" y="848012"/>
              <a:ext cx="20472" cy="75180"/>
            </p14:xfrm>
          </p:contentPart>
        </mc:Choice>
        <mc:Fallback xmlns="">
          <p:pic>
            <p:nvPicPr>
              <p:cNvPr id="28" name="墨迹 27"/>
            </p:nvPicPr>
            <p:blipFill>
              <a:blip r:embed="rId54"/>
            </p:blipFill>
            <p:spPr>
              <a:xfrm>
                <a:off x="5388590" y="848012"/>
                <a:ext cx="20472" cy="75180"/>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29" name="墨迹 28"/>
              <p14:cNvContentPartPr/>
              <p14:nvPr/>
            </p14:nvContentPartPr>
            <p14:xfrm>
              <a:off x="5392003" y="864071"/>
              <a:ext cx="89847" cy="98914"/>
            </p14:xfrm>
          </p:contentPart>
        </mc:Choice>
        <mc:Fallback xmlns="">
          <p:pic>
            <p:nvPicPr>
              <p:cNvPr id="29" name="墨迹 28"/>
            </p:nvPicPr>
            <p:blipFill>
              <a:blip r:embed="rId56"/>
            </p:blipFill>
            <p:spPr>
              <a:xfrm>
                <a:off x="5392003" y="864071"/>
                <a:ext cx="89847" cy="98914"/>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30" name="墨迹 29"/>
              <p14:cNvContentPartPr/>
              <p14:nvPr/>
            </p14:nvContentPartPr>
            <p14:xfrm>
              <a:off x="5365844" y="950478"/>
              <a:ext cx="84161" cy="131885"/>
            </p14:xfrm>
          </p:contentPart>
        </mc:Choice>
        <mc:Fallback xmlns="">
          <p:pic>
            <p:nvPicPr>
              <p:cNvPr id="30" name="墨迹 29"/>
            </p:nvPicPr>
            <p:blipFill>
              <a:blip r:embed="rId58"/>
            </p:blipFill>
            <p:spPr>
              <a:xfrm>
                <a:off x="5365844" y="950478"/>
                <a:ext cx="84161" cy="131885"/>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31" name="墨迹 30"/>
              <p14:cNvContentPartPr/>
              <p14:nvPr/>
            </p14:nvContentPartPr>
            <p14:xfrm>
              <a:off x="5436358" y="1009599"/>
              <a:ext cx="77337" cy="31834"/>
            </p14:xfrm>
          </p:contentPart>
        </mc:Choice>
        <mc:Fallback xmlns="">
          <p:pic>
            <p:nvPicPr>
              <p:cNvPr id="31" name="墨迹 30"/>
            </p:nvPicPr>
            <p:blipFill>
              <a:blip r:embed="rId60"/>
            </p:blipFill>
            <p:spPr>
              <a:xfrm>
                <a:off x="5436358" y="1009599"/>
                <a:ext cx="77337" cy="31834"/>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32" name="墨迹 31"/>
              <p14:cNvContentPartPr/>
              <p14:nvPr/>
            </p14:nvContentPartPr>
            <p14:xfrm>
              <a:off x="5472752" y="982312"/>
              <a:ext cx="18197" cy="360"/>
            </p14:xfrm>
          </p:contentPart>
        </mc:Choice>
        <mc:Fallback xmlns="">
          <p:pic>
            <p:nvPicPr>
              <p:cNvPr id="32" name="墨迹 31"/>
            </p:nvPicPr>
            <p:blipFill>
              <a:blip r:embed="rId62"/>
            </p:blipFill>
            <p:spPr>
              <a:xfrm>
                <a:off x="5472752" y="982312"/>
                <a:ext cx="18197" cy="360"/>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33" name="墨迹 32"/>
              <p14:cNvContentPartPr/>
              <p14:nvPr/>
            </p14:nvContentPartPr>
            <p14:xfrm>
              <a:off x="5547103" y="959574"/>
              <a:ext cx="5260" cy="25012"/>
            </p14:xfrm>
          </p:contentPart>
        </mc:Choice>
        <mc:Fallback xmlns="">
          <p:pic>
            <p:nvPicPr>
              <p:cNvPr id="33" name="墨迹 32"/>
            </p:nvPicPr>
            <p:blipFill>
              <a:blip r:embed="rId64"/>
            </p:blipFill>
            <p:spPr>
              <a:xfrm>
                <a:off x="5547103" y="959574"/>
                <a:ext cx="5260" cy="25012"/>
              </a:xfrm>
              <a:prstGeom prst="rect"/>
            </p:spPr>
          </p:pic>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022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5"/>
          <p:cNvSpPr/>
          <p:nvPr/>
        </p:nvSpPr>
        <p:spPr bwMode="auto">
          <a:xfrm>
            <a:off x="0" y="1671638"/>
            <a:ext cx="9144000" cy="0"/>
          </a:xfrm>
          <a:prstGeom prst="rect">
            <a:avLst/>
          </a:prstGeom>
          <a:noFill/>
          <a:ln w="9525">
            <a:noFill/>
            <a:miter lim="800000"/>
          </a:ln>
        </p:spPr>
        <p:txBody>
          <a:bodyPr wrap="none" anchor="ctr">
            <a:spAutoFit/>
          </a:bodyPr>
          <a:lstStyle/>
          <a:p>
            <a:endParaRPr lang="zh-CN" altLang="en-US"/>
          </a:p>
        </p:txBody>
      </p:sp>
      <p:sp>
        <p:nvSpPr>
          <p:cNvPr id="182275" name="Text Box 6"/>
          <p:cNvSpPr txBox="1"/>
          <p:nvPr/>
        </p:nvSpPr>
        <p:spPr bwMode="auto">
          <a:xfrm>
            <a:off x="611561" y="5373216"/>
            <a:ext cx="4392488" cy="707886"/>
          </a:xfrm>
          <a:prstGeom prst="rect">
            <a:avLst/>
          </a:prstGeom>
          <a:noFill/>
          <a:ln w="9525">
            <a:noFill/>
            <a:miter lim="800000"/>
          </a:ln>
        </p:spPr>
        <p:txBody>
          <a:bodyPr wrap="square">
            <a:spAutoFit/>
          </a:bodyPr>
          <a:lstStyle/>
          <a:p>
            <a:pPr algn="ctr">
              <a:spcBef>
                <a:spcPct val="50000"/>
              </a:spcBef>
            </a:pPr>
            <a:r>
              <a:rPr lang="zh-CN" altLang="en-US" sz="2000" dirty="0">
                <a:solidFill>
                  <a:schemeClr val="tx1"/>
                </a:solidFill>
              </a:rPr>
              <a:t>图</a:t>
            </a:r>
            <a:r>
              <a:rPr lang="en-US" altLang="zh-CN" sz="2000" dirty="0">
                <a:solidFill>
                  <a:schemeClr val="tx1"/>
                </a:solidFill>
              </a:rPr>
              <a:t>3-3   </a:t>
            </a:r>
            <a:r>
              <a:rPr lang="zh-CN" altLang="en-US" sz="2000" dirty="0">
                <a:solidFill>
                  <a:schemeClr val="tx1"/>
                </a:solidFill>
              </a:rPr>
              <a:t>闭环系统静特性和开环系统机械特性的关系</a:t>
            </a:r>
            <a:endParaRPr lang="zh-CN" altLang="en-US" sz="2000" dirty="0">
              <a:solidFill>
                <a:schemeClr val="tx1"/>
              </a:solidFill>
            </a:endParaRPr>
          </a:p>
        </p:txBody>
      </p:sp>
      <p:pic>
        <p:nvPicPr>
          <p:cNvPr id="182276" name="Picture 7" descr="0224"/>
          <p:cNvPicPr>
            <a:picLocks noChangeAspect="1" noChangeArrowheads="1"/>
          </p:cNvPicPr>
          <p:nvPr/>
        </p:nvPicPr>
        <p:blipFill>
          <a:blip r:embed="rId1"/>
          <a:srcRect/>
          <a:stretch>
            <a:fillRect/>
          </a:stretch>
        </p:blipFill>
        <p:spPr bwMode="auto">
          <a:xfrm>
            <a:off x="107690" y="1628802"/>
            <a:ext cx="4927378" cy="3699626"/>
          </a:xfrm>
          <a:prstGeom prst="rect">
            <a:avLst/>
          </a:prstGeom>
          <a:noFill/>
          <a:ln w="9525">
            <a:noFill/>
            <a:miter lim="800000"/>
            <a:headEnd/>
            <a:tailEnd/>
          </a:ln>
        </p:spPr>
      </p:pic>
      <p:sp>
        <p:nvSpPr>
          <p:cNvPr id="7" name="Rectangle 2"/>
          <p:cNvSpPr txBox="1"/>
          <p:nvPr/>
        </p:nvSpPr>
        <p:spPr>
          <a:xfrm>
            <a:off x="683568" y="645078"/>
            <a:ext cx="8162925" cy="1190625"/>
          </a:xfrm>
          <a:prstGeom prst="rect">
            <a:avLst/>
          </a:prstGeom>
        </p:spPr>
        <p:txBody>
          <a:bodyPr/>
          <a:lstStyle/>
          <a:p>
            <a:pPr algn="l">
              <a:defRPr/>
            </a:pPr>
            <a:r>
              <a:rPr lang="zh-CN" altLang="en-US" sz="3600" kern="0" dirty="0">
                <a:solidFill>
                  <a:srgbClr val="FF0000"/>
                </a:solidFill>
                <a:ea typeface="+mj-ea"/>
                <a:cs typeface="+mj-cs"/>
              </a:rPr>
              <a:t>闭环系统如何减小加载引起的转速降落</a:t>
            </a:r>
            <a:r>
              <a:rPr lang="en-US" altLang="zh-CN" sz="3600" kern="0" dirty="0">
                <a:solidFill>
                  <a:srgbClr val="FF0000"/>
                </a:solidFill>
                <a:ea typeface="+mj-ea"/>
                <a:cs typeface="+mj-cs"/>
              </a:rPr>
              <a:t>?</a:t>
            </a:r>
            <a:endParaRPr lang="zh-CN" altLang="en-US" sz="3600" kern="0" dirty="0">
              <a:solidFill>
                <a:srgbClr val="FF0000"/>
              </a:solidFill>
              <a:ea typeface="+mj-ea"/>
              <a:cs typeface="+mj-cs"/>
            </a:endParaRPr>
          </a:p>
        </p:txBody>
      </p:sp>
      <p:sp>
        <p:nvSpPr>
          <p:cNvPr id="6" name="Rectangle 4"/>
          <p:cNvSpPr txBox="1"/>
          <p:nvPr/>
        </p:nvSpPr>
        <p:spPr>
          <a:xfrm>
            <a:off x="4718931" y="1529572"/>
            <a:ext cx="4392488" cy="1872204"/>
          </a:xfrm>
          <a:prstGeom prst="rect">
            <a:avLst/>
          </a:prstGeom>
          <a:noFill/>
        </p:spPr>
        <p:txBody>
          <a:bodyPr>
            <a:normAutofit/>
          </a:bodyPr>
          <a:lstStyle>
            <a:lvl1pPr marL="342900" indent="-342900" algn="l" rtl="0" eaLnBrk="1" fontAlgn="base" hangingPunct="1">
              <a:spcBef>
                <a:spcPct val="20000"/>
              </a:spcBef>
              <a:spcAft>
                <a:spcPct val="0"/>
              </a:spcAft>
              <a:buClr>
                <a:schemeClr val="accent1"/>
              </a:buClr>
              <a:buSzPct val="65000"/>
              <a:buFont typeface="Wingdings" panose="05000000000000000000" pitchFamily="2" charset="2"/>
              <a:buChar char="n"/>
              <a:defRPr sz="2800" b="1" kern="1200">
                <a:solidFill>
                  <a:srgbClr val="006699"/>
                </a:solidFill>
                <a:latin typeface="+mn-lt"/>
                <a:ea typeface="+mn-ea"/>
                <a:cs typeface="+mn-cs"/>
              </a:defRPr>
            </a:lvl1pPr>
            <a:lvl2pPr marL="669925" indent="-325755" algn="l" rtl="0" eaLnBrk="1" fontAlgn="base" hangingPunct="1">
              <a:spcBef>
                <a:spcPct val="20000"/>
              </a:spcBef>
              <a:spcAft>
                <a:spcPct val="0"/>
              </a:spcAft>
              <a:buClr>
                <a:schemeClr val="accent2"/>
              </a:buClr>
              <a:buSzPct val="60000"/>
              <a:buFont typeface="Wingdings" panose="05000000000000000000" pitchFamily="2" charset="2"/>
              <a:buChar char="q"/>
              <a:defRPr sz="2400" kern="1200">
                <a:solidFill>
                  <a:schemeClr val="tx1"/>
                </a:solidFill>
                <a:latin typeface="+mn-lt"/>
                <a:ea typeface="+mn-ea"/>
                <a:cs typeface="+mn-cs"/>
              </a:defRPr>
            </a:lvl2pPr>
            <a:lvl3pPr marL="1022350" indent="-351155" algn="l" rtl="0" eaLnBrk="1" fontAlgn="base" hangingPunct="1">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Arial" panose="020B0604020202090204" pitchFamily="34" charset="0"/>
                <a:ea typeface="+mn-ea"/>
                <a:cs typeface="+mn-cs"/>
              </a:defRPr>
            </a:lvl3pPr>
            <a:lvl4pPr marL="1339850" indent="-316230" algn="l" rtl="0" eaLnBrk="1" fontAlgn="base" hangingPunct="1">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Arial" panose="020B0604020202090204" pitchFamily="34" charset="0"/>
                <a:ea typeface="+mn-ea"/>
                <a:cs typeface="+mn-cs"/>
              </a:defRPr>
            </a:lvl4pPr>
            <a:lvl5pPr marL="1681480" indent="-339725" algn="l" rtl="0" eaLnBrk="1" fontAlgn="base" hangingPunct="1">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Arial" panose="020B0604020202090204" pitchFamily="34" charset="0"/>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1"/>
            <a:r>
              <a:rPr lang="zh-CN" altLang="en-US" sz="2800" b="1" dirty="0">
                <a:solidFill>
                  <a:srgbClr val="0070C0"/>
                </a:solidFill>
                <a:latin typeface="Times New Roman" panose="02020503050405090304" pitchFamily="18" charset="0"/>
              </a:rPr>
              <a:t>开环系统：</a:t>
            </a:r>
            <a:r>
              <a:rPr lang="en-US" altLang="zh-CN" sz="2800" i="1" dirty="0">
                <a:latin typeface="Times New Roman" panose="02020503050405090304" pitchFamily="18" charset="0"/>
              </a:rPr>
              <a:t>I</a:t>
            </a:r>
            <a:r>
              <a:rPr lang="en-US" altLang="zh-CN" sz="2800" baseline="-25000" dirty="0">
                <a:latin typeface="Times New Roman" panose="02020503050405090304" pitchFamily="18" charset="0"/>
                <a:sym typeface="Symbol" pitchFamily="18" charset="2"/>
              </a:rPr>
              <a:t>d</a:t>
            </a:r>
            <a:r>
              <a:rPr lang="en-US" altLang="zh-CN" sz="2800" dirty="0">
                <a:latin typeface="Times New Roman" panose="02020503050405090304" pitchFamily="18" charset="0"/>
                <a:sym typeface="Symbol" pitchFamily="18" charset="2"/>
              </a:rPr>
              <a:t>    </a:t>
            </a:r>
            <a:r>
              <a:rPr lang="en-US" altLang="zh-CN" sz="2800" i="1" dirty="0">
                <a:latin typeface="Times New Roman" panose="02020503050405090304" pitchFamily="18" charset="0"/>
                <a:sym typeface="Symbol" pitchFamily="18" charset="2"/>
              </a:rPr>
              <a:t>n</a:t>
            </a:r>
            <a:r>
              <a:rPr lang="en-US" altLang="zh-CN" sz="2800" dirty="0">
                <a:latin typeface="Times New Roman" panose="02020503050405090304" pitchFamily="18" charset="0"/>
                <a:sym typeface="Symbol" pitchFamily="18" charset="2"/>
              </a:rPr>
              <a:t> </a:t>
            </a:r>
            <a:endParaRPr lang="en-US" altLang="zh-CN" sz="2800" dirty="0">
              <a:latin typeface="Times New Roman" panose="02020503050405090304" pitchFamily="18" charset="0"/>
              <a:sym typeface="Symbol" pitchFamily="18" charset="2"/>
            </a:endParaRPr>
          </a:p>
          <a:p>
            <a:pPr lvl="1">
              <a:buFont typeface="Wingdings" panose="05000000000000000000" pitchFamily="2" charset="2"/>
              <a:buNone/>
            </a:pPr>
            <a:r>
              <a:rPr lang="en-US" altLang="zh-CN" sz="2800" dirty="0">
                <a:latin typeface="Times New Roman" panose="02020503050405090304" pitchFamily="18" charset="0"/>
                <a:sym typeface="Symbol" pitchFamily="18" charset="2"/>
              </a:rPr>
              <a:t>    </a:t>
            </a:r>
            <a:r>
              <a:rPr lang="zh-CN" altLang="en-US" sz="2800" dirty="0">
                <a:latin typeface="Times New Roman" panose="02020503050405090304" pitchFamily="18" charset="0"/>
                <a:sym typeface="Symbol" pitchFamily="18" charset="2"/>
              </a:rPr>
              <a:t>例如：在图</a:t>
            </a:r>
            <a:r>
              <a:rPr lang="en-US" altLang="zh-CN" sz="2800" dirty="0">
                <a:latin typeface="Times New Roman" panose="02020503050405090304" pitchFamily="18" charset="0"/>
                <a:sym typeface="Symbol" pitchFamily="18" charset="2"/>
              </a:rPr>
              <a:t>3-3</a:t>
            </a:r>
            <a:r>
              <a:rPr lang="zh-CN" altLang="en-US" sz="2800" dirty="0">
                <a:latin typeface="Times New Roman" panose="02020503050405090304" pitchFamily="18" charset="0"/>
                <a:sym typeface="Symbol" pitchFamily="18" charset="2"/>
              </a:rPr>
              <a:t>中工作点从</a:t>
            </a:r>
            <a:r>
              <a:rPr lang="en-US" altLang="zh-CN" sz="2800" i="1" dirty="0">
                <a:latin typeface="Times New Roman" panose="02020503050405090304" pitchFamily="18" charset="0"/>
                <a:sym typeface="Symbol" pitchFamily="18" charset="2"/>
              </a:rPr>
              <a:t>A</a:t>
            </a:r>
            <a:r>
              <a:rPr lang="en-US" altLang="zh-CN" sz="2800" dirty="0">
                <a:latin typeface="Times New Roman" panose="02020503050405090304" pitchFamily="18" charset="0"/>
                <a:sym typeface="Symbol" pitchFamily="18" charset="2"/>
              </a:rPr>
              <a:t>  </a:t>
            </a:r>
            <a:r>
              <a:rPr lang="en-US" altLang="zh-CN" sz="2800" i="1" dirty="0">
                <a:latin typeface="Times New Roman" panose="02020503050405090304" pitchFamily="18" charset="0"/>
                <a:sym typeface="Symbol" pitchFamily="18" charset="2"/>
              </a:rPr>
              <a:t>A</a:t>
            </a:r>
            <a:r>
              <a:rPr lang="en-US" altLang="zh-CN" sz="2800" dirty="0">
                <a:latin typeface="Times New Roman" panose="02020503050405090304" pitchFamily="18" charset="0"/>
                <a:sym typeface="Symbol" pitchFamily="18" charset="2"/>
              </a:rPr>
              <a:t>′</a:t>
            </a:r>
            <a:endParaRPr lang="en-US" altLang="zh-CN" sz="2800" dirty="0">
              <a:latin typeface="Times New Roman" panose="02020503050405090304" pitchFamily="18" charset="0"/>
              <a:sym typeface="Symbol" pitchFamily="18" charset="2"/>
            </a:endParaRPr>
          </a:p>
          <a:p>
            <a:pPr marL="344170" lvl="1" indent="0">
              <a:buNone/>
            </a:pPr>
            <a:endParaRPr lang="en-US" altLang="zh-CN" dirty="0">
              <a:latin typeface="Times New Roman" panose="02020503050405090304" pitchFamily="18" charset="0"/>
              <a:sym typeface="Symbol" pitchFamily="18" charset="2"/>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5"/>
          <p:cNvSpPr/>
          <p:nvPr/>
        </p:nvSpPr>
        <p:spPr bwMode="auto">
          <a:xfrm>
            <a:off x="0" y="1671638"/>
            <a:ext cx="9144000" cy="0"/>
          </a:xfrm>
          <a:prstGeom prst="rect">
            <a:avLst/>
          </a:prstGeom>
          <a:noFill/>
          <a:ln w="9525">
            <a:noFill/>
            <a:miter lim="800000"/>
          </a:ln>
        </p:spPr>
        <p:txBody>
          <a:bodyPr wrap="none" anchor="ctr">
            <a:spAutoFit/>
          </a:bodyPr>
          <a:lstStyle/>
          <a:p>
            <a:endParaRPr lang="zh-CN" altLang="en-US"/>
          </a:p>
        </p:txBody>
      </p:sp>
      <p:sp>
        <p:nvSpPr>
          <p:cNvPr id="182275" name="Text Box 6"/>
          <p:cNvSpPr txBox="1"/>
          <p:nvPr/>
        </p:nvSpPr>
        <p:spPr bwMode="auto">
          <a:xfrm>
            <a:off x="611561" y="5373216"/>
            <a:ext cx="4392488" cy="707886"/>
          </a:xfrm>
          <a:prstGeom prst="rect">
            <a:avLst/>
          </a:prstGeom>
          <a:noFill/>
          <a:ln w="9525">
            <a:noFill/>
            <a:miter lim="800000"/>
          </a:ln>
        </p:spPr>
        <p:txBody>
          <a:bodyPr wrap="square">
            <a:spAutoFit/>
          </a:bodyPr>
          <a:lstStyle/>
          <a:p>
            <a:pPr algn="ctr">
              <a:spcBef>
                <a:spcPct val="50000"/>
              </a:spcBef>
            </a:pPr>
            <a:r>
              <a:rPr lang="zh-CN" altLang="en-US" sz="2000" dirty="0">
                <a:solidFill>
                  <a:schemeClr val="tx1"/>
                </a:solidFill>
              </a:rPr>
              <a:t>图</a:t>
            </a:r>
            <a:r>
              <a:rPr lang="en-US" altLang="zh-CN" sz="2000" dirty="0">
                <a:solidFill>
                  <a:schemeClr val="tx1"/>
                </a:solidFill>
              </a:rPr>
              <a:t>3-3   </a:t>
            </a:r>
            <a:r>
              <a:rPr lang="zh-CN" altLang="en-US" sz="2000" dirty="0">
                <a:solidFill>
                  <a:schemeClr val="tx1"/>
                </a:solidFill>
              </a:rPr>
              <a:t>闭环系统静特性和开环系统机械特性的关系</a:t>
            </a:r>
            <a:endParaRPr lang="zh-CN" altLang="en-US" sz="2000" dirty="0">
              <a:solidFill>
                <a:schemeClr val="tx1"/>
              </a:solidFill>
            </a:endParaRPr>
          </a:p>
        </p:txBody>
      </p:sp>
      <p:pic>
        <p:nvPicPr>
          <p:cNvPr id="182276" name="Picture 7" descr="0224"/>
          <p:cNvPicPr>
            <a:picLocks noChangeAspect="1" noChangeArrowheads="1"/>
          </p:cNvPicPr>
          <p:nvPr/>
        </p:nvPicPr>
        <p:blipFill>
          <a:blip r:embed="rId1"/>
          <a:srcRect/>
          <a:stretch>
            <a:fillRect/>
          </a:stretch>
        </p:blipFill>
        <p:spPr bwMode="auto">
          <a:xfrm>
            <a:off x="107691" y="2138684"/>
            <a:ext cx="4248286" cy="3189743"/>
          </a:xfrm>
          <a:prstGeom prst="rect">
            <a:avLst/>
          </a:prstGeom>
          <a:noFill/>
          <a:ln w="9525">
            <a:noFill/>
            <a:miter lim="800000"/>
            <a:headEnd/>
            <a:tailEnd/>
          </a:ln>
        </p:spPr>
      </p:pic>
      <p:sp>
        <p:nvSpPr>
          <p:cNvPr id="7" name="Rectangle 2"/>
          <p:cNvSpPr txBox="1"/>
          <p:nvPr/>
        </p:nvSpPr>
        <p:spPr>
          <a:xfrm>
            <a:off x="683568" y="645078"/>
            <a:ext cx="8162925" cy="1190625"/>
          </a:xfrm>
          <a:prstGeom prst="rect">
            <a:avLst/>
          </a:prstGeom>
        </p:spPr>
        <p:txBody>
          <a:bodyPr/>
          <a:lstStyle/>
          <a:p>
            <a:pPr algn="l">
              <a:defRPr/>
            </a:pPr>
            <a:r>
              <a:rPr lang="zh-CN" altLang="en-US" sz="3600" kern="0" dirty="0">
                <a:solidFill>
                  <a:srgbClr val="FF0000"/>
                </a:solidFill>
                <a:ea typeface="+mj-ea"/>
                <a:cs typeface="+mj-cs"/>
              </a:rPr>
              <a:t>闭环系统如何减小加载引起的转速降落</a:t>
            </a:r>
            <a:r>
              <a:rPr lang="en-US" altLang="zh-CN" sz="3600" kern="0" dirty="0">
                <a:solidFill>
                  <a:srgbClr val="FF0000"/>
                </a:solidFill>
                <a:ea typeface="+mj-ea"/>
                <a:cs typeface="+mj-cs"/>
              </a:rPr>
              <a:t>?</a:t>
            </a:r>
            <a:endParaRPr lang="zh-CN" altLang="en-US" sz="3600" kern="0" dirty="0">
              <a:solidFill>
                <a:srgbClr val="FF0000"/>
              </a:solidFill>
              <a:ea typeface="+mj-ea"/>
              <a:cs typeface="+mj-cs"/>
            </a:endParaRPr>
          </a:p>
        </p:txBody>
      </p:sp>
      <p:sp>
        <p:nvSpPr>
          <p:cNvPr id="6" name="Rectangle 4"/>
          <p:cNvSpPr txBox="1"/>
          <p:nvPr/>
        </p:nvSpPr>
        <p:spPr>
          <a:xfrm>
            <a:off x="4713649" y="3373730"/>
            <a:ext cx="4392488" cy="2808312"/>
          </a:xfrm>
          <a:prstGeom prst="rect">
            <a:avLst/>
          </a:prstGeom>
          <a:noFill/>
        </p:spPr>
        <p:txBody>
          <a:bodyPr>
            <a:normAutofit/>
          </a:bodyPr>
          <a:lstStyle>
            <a:lvl1pPr marL="342900" indent="-342900" algn="l" rtl="0" eaLnBrk="1" fontAlgn="base" hangingPunct="1">
              <a:spcBef>
                <a:spcPct val="20000"/>
              </a:spcBef>
              <a:spcAft>
                <a:spcPct val="0"/>
              </a:spcAft>
              <a:buClr>
                <a:schemeClr val="accent1"/>
              </a:buClr>
              <a:buSzPct val="65000"/>
              <a:buFont typeface="Wingdings" panose="05000000000000000000" pitchFamily="2" charset="2"/>
              <a:buChar char="n"/>
              <a:defRPr sz="2800" b="1" kern="1200">
                <a:solidFill>
                  <a:srgbClr val="006699"/>
                </a:solidFill>
                <a:latin typeface="+mn-lt"/>
                <a:ea typeface="+mn-ea"/>
                <a:cs typeface="+mn-cs"/>
              </a:defRPr>
            </a:lvl1pPr>
            <a:lvl2pPr marL="669925" indent="-325755" algn="l" rtl="0" eaLnBrk="1" fontAlgn="base" hangingPunct="1">
              <a:spcBef>
                <a:spcPct val="20000"/>
              </a:spcBef>
              <a:spcAft>
                <a:spcPct val="0"/>
              </a:spcAft>
              <a:buClr>
                <a:schemeClr val="accent2"/>
              </a:buClr>
              <a:buSzPct val="60000"/>
              <a:buFont typeface="Wingdings" panose="05000000000000000000" pitchFamily="2" charset="2"/>
              <a:buChar char="q"/>
              <a:defRPr sz="2400" kern="1200">
                <a:solidFill>
                  <a:schemeClr val="tx1"/>
                </a:solidFill>
                <a:latin typeface="+mn-lt"/>
                <a:ea typeface="+mn-ea"/>
                <a:cs typeface="+mn-cs"/>
              </a:defRPr>
            </a:lvl2pPr>
            <a:lvl3pPr marL="1022350" indent="-351155" algn="l" rtl="0" eaLnBrk="1" fontAlgn="base" hangingPunct="1">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Arial" panose="020B0604020202090204" pitchFamily="34" charset="0"/>
                <a:ea typeface="+mn-ea"/>
                <a:cs typeface="+mn-cs"/>
              </a:defRPr>
            </a:lvl3pPr>
            <a:lvl4pPr marL="1339850" indent="-316230" algn="l" rtl="0" eaLnBrk="1" fontAlgn="base" hangingPunct="1">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Arial" panose="020B0604020202090204" pitchFamily="34" charset="0"/>
                <a:ea typeface="+mn-ea"/>
                <a:cs typeface="+mn-cs"/>
              </a:defRPr>
            </a:lvl4pPr>
            <a:lvl5pPr marL="1681480" indent="-339725" algn="l" rtl="0" eaLnBrk="1" fontAlgn="base" hangingPunct="1">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Arial" panose="020B0604020202090204" pitchFamily="34" charset="0"/>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44170" lvl="1" indent="0">
              <a:buNone/>
            </a:pPr>
            <a:endParaRPr lang="en-US" altLang="zh-CN" dirty="0">
              <a:latin typeface="Times New Roman" panose="02020503050405090304" pitchFamily="18" charset="0"/>
              <a:sym typeface="Symbol" pitchFamily="18" charset="2"/>
            </a:endParaRPr>
          </a:p>
          <a:p>
            <a:pPr lvl="1"/>
            <a:r>
              <a:rPr lang="zh-CN" altLang="en-US" sz="2800" b="1" dirty="0">
                <a:solidFill>
                  <a:srgbClr val="0070C0"/>
                </a:solidFill>
                <a:latin typeface="Times New Roman" panose="02020503050405090304" pitchFamily="18" charset="0"/>
                <a:sym typeface="Symbol" pitchFamily="18" charset="2"/>
              </a:rPr>
              <a:t>闭环系统：</a:t>
            </a:r>
            <a:r>
              <a:rPr lang="zh-CN" altLang="en-US" sz="2800" dirty="0">
                <a:latin typeface="Times New Roman" panose="02020503050405090304" pitchFamily="18" charset="0"/>
                <a:sym typeface="Symbol" pitchFamily="18" charset="2"/>
              </a:rPr>
              <a:t> </a:t>
            </a:r>
            <a:r>
              <a:rPr lang="en-US" altLang="zh-CN" sz="2800" i="1" dirty="0">
                <a:latin typeface="Times New Roman" panose="02020503050405090304" pitchFamily="18" charset="0"/>
              </a:rPr>
              <a:t>I</a:t>
            </a:r>
            <a:r>
              <a:rPr lang="en-US" altLang="zh-CN" sz="2800" baseline="-25000" dirty="0">
                <a:latin typeface="Times New Roman" panose="02020503050405090304" pitchFamily="18" charset="0"/>
                <a:sym typeface="Symbol" pitchFamily="18" charset="2"/>
              </a:rPr>
              <a:t>d</a:t>
            </a:r>
            <a:r>
              <a:rPr lang="en-US" altLang="zh-CN" sz="2800" dirty="0">
                <a:latin typeface="Times New Roman" panose="02020503050405090304" pitchFamily="18" charset="0"/>
                <a:sym typeface="Symbol" pitchFamily="18" charset="2"/>
              </a:rPr>
              <a:t>    </a:t>
            </a:r>
            <a:r>
              <a:rPr lang="en-US" altLang="zh-CN" sz="2800" i="1" dirty="0">
                <a:latin typeface="Times New Roman" panose="02020503050405090304" pitchFamily="18" charset="0"/>
                <a:sym typeface="Symbol" pitchFamily="18" charset="2"/>
              </a:rPr>
              <a:t>n</a:t>
            </a:r>
            <a:r>
              <a:rPr lang="en-US" altLang="zh-CN" sz="2800" dirty="0">
                <a:latin typeface="Times New Roman" panose="02020503050405090304" pitchFamily="18" charset="0"/>
                <a:sym typeface="Symbol" pitchFamily="18" charset="2"/>
              </a:rPr>
              <a:t>  </a:t>
            </a:r>
            <a:r>
              <a:rPr lang="en-US" altLang="zh-CN" sz="2800" i="1" dirty="0">
                <a:latin typeface="Times New Roman" panose="02020503050405090304" pitchFamily="18" charset="0"/>
                <a:sym typeface="Symbol" pitchFamily="18" charset="2"/>
              </a:rPr>
              <a:t>U</a:t>
            </a:r>
            <a:r>
              <a:rPr lang="en-US" altLang="zh-CN" sz="2800" baseline="-25000" dirty="0">
                <a:latin typeface="Times New Roman" panose="02020503050405090304" pitchFamily="18" charset="0"/>
                <a:sym typeface="Symbol" pitchFamily="18" charset="2"/>
              </a:rPr>
              <a:t>n</a:t>
            </a:r>
            <a:r>
              <a:rPr lang="en-US" altLang="zh-CN" sz="2800" dirty="0">
                <a:latin typeface="Times New Roman" panose="02020503050405090304" pitchFamily="18" charset="0"/>
                <a:sym typeface="Symbol" pitchFamily="18" charset="2"/>
              </a:rPr>
              <a:t>  </a:t>
            </a:r>
            <a:r>
              <a:rPr lang="en-US" altLang="zh-CN" sz="2800" i="1" dirty="0">
                <a:latin typeface="Times New Roman" panose="02020503050405090304" pitchFamily="18" charset="0"/>
                <a:sym typeface="Symbol" pitchFamily="18" charset="2"/>
              </a:rPr>
              <a:t>U</a:t>
            </a:r>
            <a:r>
              <a:rPr lang="en-US" altLang="zh-CN" sz="2800" baseline="-25000" dirty="0">
                <a:latin typeface="Times New Roman" panose="02020503050405090304" pitchFamily="18" charset="0"/>
                <a:sym typeface="Symbol" pitchFamily="18" charset="2"/>
              </a:rPr>
              <a:t>n</a:t>
            </a:r>
            <a:r>
              <a:rPr lang="en-US" altLang="zh-CN" sz="2800" dirty="0">
                <a:latin typeface="Times New Roman" panose="02020503050405090304" pitchFamily="18" charset="0"/>
                <a:sym typeface="Symbol" pitchFamily="18" charset="2"/>
              </a:rPr>
              <a:t>  </a:t>
            </a:r>
            <a:r>
              <a:rPr lang="en-US" altLang="zh-CN" sz="2800" i="1" dirty="0" err="1">
                <a:latin typeface="Times New Roman" panose="02020503050405090304" pitchFamily="18" charset="0"/>
                <a:sym typeface="Symbol" pitchFamily="18" charset="2"/>
              </a:rPr>
              <a:t>U</a:t>
            </a:r>
            <a:r>
              <a:rPr lang="en-US" altLang="zh-CN" sz="2800" baseline="-25000" dirty="0" err="1">
                <a:latin typeface="Times New Roman" panose="02020503050405090304" pitchFamily="18" charset="0"/>
                <a:sym typeface="Symbol" pitchFamily="18" charset="2"/>
              </a:rPr>
              <a:t>c</a:t>
            </a:r>
            <a:r>
              <a:rPr lang="en-US" altLang="zh-CN" sz="2800" dirty="0">
                <a:latin typeface="Times New Roman" panose="02020503050405090304" pitchFamily="18" charset="0"/>
                <a:sym typeface="Symbol" pitchFamily="18" charset="2"/>
              </a:rPr>
              <a:t> </a:t>
            </a:r>
            <a:r>
              <a:rPr lang="en-US" altLang="zh-CN" sz="2800" i="1" dirty="0">
                <a:latin typeface="Times New Roman" panose="02020503050405090304" pitchFamily="18" charset="0"/>
                <a:sym typeface="Symbol" pitchFamily="18" charset="2"/>
              </a:rPr>
              <a:t>U</a:t>
            </a:r>
            <a:r>
              <a:rPr lang="en-US" altLang="zh-CN" sz="2800" baseline="-25000" dirty="0">
                <a:latin typeface="Times New Roman" panose="02020503050405090304" pitchFamily="18" charset="0"/>
                <a:sym typeface="Symbol" pitchFamily="18" charset="2"/>
              </a:rPr>
              <a:t>d0</a:t>
            </a:r>
            <a:r>
              <a:rPr lang="en-US" altLang="zh-CN" sz="2800" dirty="0">
                <a:latin typeface="Times New Roman" panose="02020503050405090304" pitchFamily="18" charset="0"/>
                <a:sym typeface="Symbol" pitchFamily="18" charset="2"/>
              </a:rPr>
              <a:t> </a:t>
            </a:r>
            <a:r>
              <a:rPr lang="en-US" altLang="zh-CN" sz="2800" i="1" dirty="0">
                <a:latin typeface="Times New Roman" panose="02020503050405090304" pitchFamily="18" charset="0"/>
                <a:sym typeface="Symbol" pitchFamily="18" charset="2"/>
              </a:rPr>
              <a:t> n</a:t>
            </a:r>
            <a:r>
              <a:rPr lang="en-US" altLang="zh-CN" sz="2800" dirty="0">
                <a:latin typeface="Times New Roman" panose="02020503050405090304" pitchFamily="18" charset="0"/>
                <a:sym typeface="Symbol" pitchFamily="18" charset="2"/>
              </a:rPr>
              <a:t>                                                                      </a:t>
            </a:r>
            <a:r>
              <a:rPr lang="zh-CN" altLang="en-US" sz="2800" dirty="0">
                <a:latin typeface="Times New Roman" panose="02020503050405090304" pitchFamily="18" charset="0"/>
                <a:sym typeface="Symbol" pitchFamily="18" charset="2"/>
              </a:rPr>
              <a:t>例如：在图</a:t>
            </a:r>
            <a:r>
              <a:rPr lang="en-US" altLang="zh-CN" sz="2800" dirty="0">
                <a:latin typeface="Times New Roman" panose="02020503050405090304" pitchFamily="18" charset="0"/>
                <a:sym typeface="Symbol" pitchFamily="18" charset="2"/>
              </a:rPr>
              <a:t>3-3</a:t>
            </a:r>
            <a:r>
              <a:rPr lang="zh-CN" altLang="en-US" sz="2800" dirty="0">
                <a:latin typeface="Times New Roman" panose="02020503050405090304" pitchFamily="18" charset="0"/>
                <a:sym typeface="Symbol" pitchFamily="18" charset="2"/>
              </a:rPr>
              <a:t>中工作点从</a:t>
            </a:r>
            <a:r>
              <a:rPr lang="en-US" altLang="zh-CN" sz="2800" i="1" dirty="0">
                <a:latin typeface="Times New Roman" panose="02020503050405090304" pitchFamily="18" charset="0"/>
                <a:sym typeface="Symbol" pitchFamily="18" charset="2"/>
              </a:rPr>
              <a:t>A</a:t>
            </a:r>
            <a:r>
              <a:rPr lang="en-US" altLang="zh-CN" sz="2800" dirty="0">
                <a:latin typeface="Times New Roman" panose="02020503050405090304" pitchFamily="18" charset="0"/>
                <a:sym typeface="Symbol" pitchFamily="18" charset="2"/>
              </a:rPr>
              <a:t>  </a:t>
            </a:r>
            <a:r>
              <a:rPr lang="en-US" altLang="zh-CN" sz="2800" i="1" dirty="0">
                <a:latin typeface="Times New Roman" panose="02020503050405090304" pitchFamily="18" charset="0"/>
                <a:sym typeface="Symbol" pitchFamily="18" charset="2"/>
              </a:rPr>
              <a:t>B</a:t>
            </a:r>
            <a:endParaRPr lang="en-US" altLang="zh-CN" sz="2800" i="1" dirty="0">
              <a:latin typeface="Times New Roman" panose="02020503050405090304" pitchFamily="18" charset="0"/>
              <a:sym typeface="Symbol" pitchFamily="18" charset="2"/>
            </a:endParaRPr>
          </a:p>
        </p:txBody>
      </p:sp>
      <p:pic>
        <p:nvPicPr>
          <p:cNvPr id="3" name="图片 2"/>
          <p:cNvPicPr>
            <a:picLocks noChangeAspect="1"/>
          </p:cNvPicPr>
          <p:nvPr/>
        </p:nvPicPr>
        <p:blipFill>
          <a:blip r:embed="rId2"/>
          <a:stretch>
            <a:fillRect/>
          </a:stretch>
        </p:blipFill>
        <p:spPr>
          <a:xfrm>
            <a:off x="3293737" y="600050"/>
            <a:ext cx="5701509" cy="2610223"/>
          </a:xfrm>
          <a:prstGeom prst="rect">
            <a:avLst/>
          </a:prstGeom>
        </p:spPr>
      </p:pic>
      <p:sp>
        <p:nvSpPr>
          <p:cNvPr id="9" name="椭圆 8"/>
          <p:cNvSpPr/>
          <p:nvPr/>
        </p:nvSpPr>
        <p:spPr>
          <a:xfrm>
            <a:off x="4138769" y="1880492"/>
            <a:ext cx="721263" cy="68441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endParaRPr lang="zh-CN" altLang="en-US" dirty="0"/>
          </a:p>
        </p:txBody>
      </p:sp>
      <p:sp>
        <p:nvSpPr>
          <p:cNvPr id="3" name="内容占位符 2"/>
          <p:cNvSpPr/>
          <p:nvPr>
            <p:ph idx="1"/>
          </p:nvPr>
        </p:nvSpPr>
        <p:spPr/>
        <p:txBody>
          <a:bodyPr/>
          <a:lstStyle/>
          <a:p>
            <a:pPr marL="342900" lvl="1" indent="-342900">
              <a:buClr>
                <a:schemeClr val="accent1"/>
              </a:buClr>
              <a:buSzPct val="65000"/>
              <a:buFont typeface="Wingdings" panose="05000000000000000000" pitchFamily="2" charset="2"/>
              <a:buChar char="n"/>
            </a:pPr>
            <a:r>
              <a:rPr lang="zh-CN" altLang="en-US" sz="2800" dirty="0">
                <a:latin typeface="Times New Roman" panose="02020503050405090304" pitchFamily="18" charset="0"/>
                <a:sym typeface="Symbol" pitchFamily="18" charset="2"/>
              </a:rPr>
              <a:t>比例控制直流调速系统能够减少稳态速降的实质在于它的自动调节作用，在于它能随着负载的变化而相应地改变电枢电压，以补偿电枢回路电阻压降的变化。</a:t>
            </a:r>
            <a:endParaRPr lang="zh-CN" altLang="en-US" sz="2800" dirty="0">
              <a:latin typeface="Times New Roman" panose="02020503050405090304" pitchFamily="18" charset="0"/>
              <a:sym typeface="Symbol" pitchFamily="18" charset="2"/>
            </a:endParaRPr>
          </a:p>
          <a:p>
            <a:endParaRPr lang="zh-CN" altLang="en-US" dirty="0"/>
          </a:p>
        </p:txBody>
      </p:sp>
      <p:pic>
        <p:nvPicPr>
          <p:cNvPr id="4" name="Picture 3" descr="0219a"/>
          <p:cNvPicPr>
            <a:picLocks noChangeAspect="1" noChangeArrowheads="1"/>
          </p:cNvPicPr>
          <p:nvPr/>
        </p:nvPicPr>
        <p:blipFill>
          <a:blip r:embed="rId1"/>
          <a:srcRect/>
          <a:stretch>
            <a:fillRect/>
          </a:stretch>
        </p:blipFill>
        <p:spPr bwMode="auto">
          <a:xfrm>
            <a:off x="899592" y="3861048"/>
            <a:ext cx="6192838" cy="2420937"/>
          </a:xfrm>
          <a:prstGeom prst="rect">
            <a:avLst/>
          </a:prstGeom>
          <a:noFill/>
          <a:ln w="9525">
            <a:noFill/>
            <a:miter lim="800000"/>
            <a:headEnd/>
            <a:tailEnd/>
          </a:ln>
        </p:spPr>
      </p:pic>
      <p:sp>
        <p:nvSpPr>
          <p:cNvPr id="6" name="矩形标注 5"/>
          <p:cNvSpPr/>
          <p:nvPr/>
        </p:nvSpPr>
        <p:spPr>
          <a:xfrm>
            <a:off x="4021328" y="2924944"/>
            <a:ext cx="1584176" cy="720080"/>
          </a:xfrm>
          <a:prstGeom prst="wedgeRectCallout">
            <a:avLst>
              <a:gd name="adj1" fmla="val -95300"/>
              <a:gd name="adj2" fmla="val 15499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动态调整！</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p:nvPr>
            <p:ph type="title"/>
          </p:nvPr>
        </p:nvSpPr>
        <p:spPr/>
        <p:txBody>
          <a:bodyPr/>
          <a:lstStyle/>
          <a:p>
            <a:pPr eaLnBrk="1" hangingPunct="1"/>
            <a:r>
              <a:rPr lang="zh-CN" altLang="en-US" dirty="0">
                <a:latin typeface="Times New Roman" panose="02020503050405090304" pitchFamily="18" charset="0"/>
              </a:rPr>
              <a:t>例题</a:t>
            </a:r>
            <a:r>
              <a:rPr lang="en-US" altLang="zh-CN" dirty="0">
                <a:latin typeface="Times New Roman" panose="02020503050405090304" pitchFamily="18" charset="0"/>
              </a:rPr>
              <a:t>3-1</a:t>
            </a:r>
            <a:endParaRPr lang="en-US" altLang="zh-CN" dirty="0">
              <a:latin typeface="Times New Roman" panose="02020503050405090304" pitchFamily="18" charset="0"/>
            </a:endParaRPr>
          </a:p>
        </p:txBody>
      </p:sp>
      <p:sp>
        <p:nvSpPr>
          <p:cNvPr id="184323" name="Rectangle 3"/>
          <p:cNvSpPr/>
          <p:nvPr>
            <p:ph idx="1"/>
          </p:nvPr>
        </p:nvSpPr>
        <p:spPr>
          <a:xfrm>
            <a:off x="900113" y="1905000"/>
            <a:ext cx="7416800" cy="4191000"/>
          </a:xfrm>
        </p:spPr>
        <p:txBody>
          <a:bodyPr/>
          <a:lstStyle/>
          <a:p>
            <a:pPr eaLnBrk="1" hangingPunct="1">
              <a:buFont typeface="Wingdings" panose="05000000000000000000" pitchFamily="2" charset="2"/>
              <a:buNone/>
            </a:pPr>
            <a:r>
              <a:rPr lang="en-US" altLang="zh-CN" dirty="0">
                <a:latin typeface="Times New Roman" panose="02020503050405090304" pitchFamily="18" charset="0"/>
              </a:rPr>
              <a:t>        </a:t>
            </a:r>
            <a:r>
              <a:rPr lang="zh-CN" altLang="en-US" dirty="0">
                <a:latin typeface="Times New Roman" panose="02020503050405090304" pitchFamily="18" charset="0"/>
              </a:rPr>
              <a:t>在例题</a:t>
            </a:r>
            <a:r>
              <a:rPr lang="en-US" altLang="zh-CN" dirty="0">
                <a:latin typeface="Times New Roman" panose="02020503050405090304" pitchFamily="18" charset="0"/>
              </a:rPr>
              <a:t>2-2</a:t>
            </a:r>
            <a:r>
              <a:rPr lang="zh-CN" altLang="en-US" dirty="0">
                <a:latin typeface="Times New Roman" panose="02020503050405090304" pitchFamily="18" charset="0"/>
              </a:rPr>
              <a:t>中，龙门刨床要求</a:t>
            </a:r>
            <a:r>
              <a:rPr lang="en-US" altLang="zh-CN" i="1" dirty="0">
                <a:latin typeface="Times New Roman" panose="02020503050405090304" pitchFamily="18" charset="0"/>
              </a:rPr>
              <a:t>D</a:t>
            </a:r>
            <a:r>
              <a:rPr lang="en-US" altLang="zh-CN" dirty="0">
                <a:latin typeface="Times New Roman" panose="02020503050405090304" pitchFamily="18" charset="0"/>
              </a:rPr>
              <a:t>=20</a:t>
            </a:r>
            <a:r>
              <a:rPr lang="zh-CN" altLang="en-US" dirty="0">
                <a:latin typeface="Times New Roman" panose="02020503050405090304" pitchFamily="18" charset="0"/>
              </a:rPr>
              <a:t>，</a:t>
            </a:r>
            <a:r>
              <a:rPr lang="en-US" altLang="zh-CN" i="1" dirty="0">
                <a:latin typeface="Times New Roman" panose="02020503050405090304" pitchFamily="18" charset="0"/>
              </a:rPr>
              <a:t>s</a:t>
            </a:r>
            <a:r>
              <a:rPr lang="en-US" altLang="zh-CN" dirty="0">
                <a:latin typeface="Times New Roman" panose="02020503050405090304" pitchFamily="18" charset="0"/>
              </a:rPr>
              <a:t>≤5%</a:t>
            </a:r>
            <a:r>
              <a:rPr lang="zh-CN" altLang="en-US" dirty="0">
                <a:latin typeface="Times New Roman" panose="02020503050405090304" pitchFamily="18" charset="0"/>
              </a:rPr>
              <a:t>，已知 </a:t>
            </a:r>
            <a:r>
              <a:rPr lang="en-US" altLang="zh-CN" i="1" dirty="0">
                <a:latin typeface="Times New Roman" panose="02020503050405090304" pitchFamily="18" charset="0"/>
              </a:rPr>
              <a:t>K</a:t>
            </a:r>
            <a:r>
              <a:rPr lang="en-US" altLang="zh-CN" i="1" baseline="-25000" dirty="0">
                <a:latin typeface="Times New Roman" panose="02020503050405090304" pitchFamily="18" charset="0"/>
              </a:rPr>
              <a:t>s</a:t>
            </a:r>
            <a:r>
              <a:rPr lang="en-US" altLang="zh-CN" dirty="0">
                <a:latin typeface="Times New Roman" panose="02020503050405090304" pitchFamily="18" charset="0"/>
              </a:rPr>
              <a:t>=30,</a:t>
            </a:r>
            <a:r>
              <a:rPr lang="en-US" altLang="zh-CN" i="1" dirty="0">
                <a:latin typeface="Times New Roman" panose="02020503050405090304" pitchFamily="18" charset="0"/>
              </a:rPr>
              <a:t>α</a:t>
            </a:r>
            <a:r>
              <a:rPr lang="en-US" altLang="zh-CN" dirty="0">
                <a:latin typeface="Times New Roman" panose="02020503050405090304" pitchFamily="18" charset="0"/>
              </a:rPr>
              <a:t>= 0.015Vmin/r</a:t>
            </a:r>
            <a:r>
              <a:rPr lang="zh-CN" altLang="en-US" dirty="0">
                <a:latin typeface="Times New Roman" panose="02020503050405090304" pitchFamily="18" charset="0"/>
              </a:rPr>
              <a:t>，</a:t>
            </a:r>
            <a:r>
              <a:rPr lang="en-US" altLang="zh-CN" i="1" dirty="0" err="1">
                <a:latin typeface="Times New Roman" panose="02020503050405090304" pitchFamily="18" charset="0"/>
              </a:rPr>
              <a:t>C</a:t>
            </a:r>
            <a:r>
              <a:rPr lang="en-US" altLang="zh-CN" i="1" baseline="-25000" dirty="0" err="1">
                <a:latin typeface="Times New Roman" panose="02020503050405090304" pitchFamily="18" charset="0"/>
              </a:rPr>
              <a:t>e</a:t>
            </a:r>
            <a:r>
              <a:rPr lang="en-US" altLang="zh-CN" dirty="0">
                <a:latin typeface="Times New Roman" panose="02020503050405090304" pitchFamily="18" charset="0"/>
              </a:rPr>
              <a:t>=0.2Vmin/r</a:t>
            </a:r>
            <a:r>
              <a:rPr lang="zh-CN" altLang="en-US" dirty="0">
                <a:latin typeface="Times New Roman" panose="02020503050405090304" pitchFamily="18" charset="0"/>
              </a:rPr>
              <a:t>，采用比例控制闭环调速系统满足上述要求时，比例放大器的放大系数应该有多少？ </a:t>
            </a:r>
            <a:endParaRPr lang="zh-CN" altLang="en-US" dirty="0">
              <a:latin typeface="Times New Roman" panose="02020503050405090304" pitchFamily="18" charset="0"/>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6" name="Rectangle 2"/>
          <p:cNvSpPr/>
          <p:nvPr>
            <p:ph type="title"/>
          </p:nvPr>
        </p:nvSpPr>
        <p:spPr/>
        <p:txBody>
          <a:bodyPr/>
          <a:lstStyle/>
          <a:p>
            <a:pPr eaLnBrk="1" hangingPunct="1"/>
            <a:r>
              <a:rPr lang="zh-CN" altLang="en-US" dirty="0">
                <a:latin typeface="Times New Roman" panose="02020503050405090304" pitchFamily="18" charset="0"/>
              </a:rPr>
              <a:t>解</a:t>
            </a:r>
            <a:r>
              <a:rPr lang="en-US" altLang="zh-CN" dirty="0">
                <a:latin typeface="Times New Roman" panose="02020503050405090304" pitchFamily="18" charset="0"/>
              </a:rPr>
              <a:t>: </a:t>
            </a:r>
            <a:endParaRPr lang="en-US" altLang="zh-CN" dirty="0">
              <a:latin typeface="Times New Roman" panose="02020503050405090304" pitchFamily="18" charset="0"/>
            </a:endParaRPr>
          </a:p>
        </p:txBody>
      </p:sp>
      <p:sp>
        <p:nvSpPr>
          <p:cNvPr id="46087" name="Rectangle 3"/>
          <p:cNvSpPr/>
          <p:nvPr>
            <p:ph idx="1"/>
          </p:nvPr>
        </p:nvSpPr>
        <p:spPr/>
        <p:txBody>
          <a:bodyPr/>
          <a:lstStyle/>
          <a:p>
            <a:pPr eaLnBrk="1" hangingPunct="1"/>
            <a:r>
              <a:rPr lang="zh-CN" altLang="en-US" dirty="0">
                <a:latin typeface="Times New Roman" panose="02020503050405090304" pitchFamily="18" charset="0"/>
              </a:rPr>
              <a:t>开环系统额定速降为          </a:t>
            </a:r>
            <a:r>
              <a:rPr lang="en-US" altLang="zh-CN" dirty="0">
                <a:latin typeface="Times New Roman" panose="02020503050405090304" pitchFamily="18" charset="0"/>
              </a:rPr>
              <a:t>=275 r/min</a:t>
            </a:r>
            <a:r>
              <a:rPr lang="zh-CN" altLang="en-US" dirty="0">
                <a:latin typeface="Times New Roman" panose="02020503050405090304" pitchFamily="18" charset="0"/>
              </a:rPr>
              <a:t>，</a:t>
            </a:r>
            <a:endParaRPr lang="zh-CN" altLang="en-US" dirty="0">
              <a:latin typeface="Times New Roman" panose="02020503050405090304" pitchFamily="18" charset="0"/>
            </a:endParaRPr>
          </a:p>
          <a:p>
            <a:pPr eaLnBrk="1" hangingPunct="1"/>
            <a:r>
              <a:rPr lang="zh-CN" altLang="en-US" dirty="0">
                <a:latin typeface="Times New Roman" panose="02020503050405090304" pitchFamily="18" charset="0"/>
              </a:rPr>
              <a:t>闭环系统额定速降须为           </a:t>
            </a:r>
            <a:r>
              <a:rPr lang="en-US" altLang="zh-CN" dirty="0">
                <a:latin typeface="Times New Roman" panose="02020503050405090304" pitchFamily="18" charset="0"/>
              </a:rPr>
              <a:t>2.63 r/min</a:t>
            </a:r>
            <a:r>
              <a:rPr lang="zh-CN" altLang="en-US" dirty="0">
                <a:latin typeface="Times New Roman" panose="02020503050405090304" pitchFamily="18" charset="0"/>
              </a:rPr>
              <a:t>，由式（</a:t>
            </a:r>
            <a:r>
              <a:rPr lang="en-US" altLang="zh-CN" dirty="0">
                <a:latin typeface="Times New Roman" panose="02020503050405090304" pitchFamily="18" charset="0"/>
              </a:rPr>
              <a:t>3-4</a:t>
            </a:r>
            <a:r>
              <a:rPr lang="zh-CN" altLang="en-US" dirty="0">
                <a:latin typeface="Times New Roman" panose="02020503050405090304" pitchFamily="18" charset="0"/>
              </a:rPr>
              <a:t>）可得</a:t>
            </a:r>
            <a:endParaRPr lang="zh-CN" altLang="en-US" dirty="0">
              <a:latin typeface="Times New Roman" panose="02020503050405090304" pitchFamily="18" charset="0"/>
            </a:endParaRPr>
          </a:p>
          <a:p>
            <a:pPr eaLnBrk="1" hangingPunct="1">
              <a:buFont typeface="Wingdings" panose="05000000000000000000" pitchFamily="2" charset="2"/>
              <a:buNone/>
            </a:pPr>
            <a:endParaRPr lang="zh-CN" altLang="en-US" dirty="0">
              <a:latin typeface="Times New Roman" panose="02020503050405090304" pitchFamily="18" charset="0"/>
            </a:endParaRPr>
          </a:p>
          <a:p>
            <a:pPr eaLnBrk="1" hangingPunct="1"/>
            <a:r>
              <a:rPr lang="zh-CN" altLang="en-US" dirty="0">
                <a:latin typeface="Times New Roman" panose="02020503050405090304" pitchFamily="18" charset="0"/>
              </a:rPr>
              <a:t>则得</a:t>
            </a:r>
            <a:endParaRPr lang="zh-CN" altLang="en-US" dirty="0">
              <a:latin typeface="Times New Roman" panose="02020503050405090304" pitchFamily="18" charset="0"/>
            </a:endParaRPr>
          </a:p>
          <a:p>
            <a:pPr eaLnBrk="1" hangingPunct="1">
              <a:buFont typeface="Wingdings" panose="05000000000000000000" pitchFamily="2" charset="2"/>
              <a:buNone/>
            </a:pPr>
            <a:endParaRPr lang="zh-CN" altLang="en-US" dirty="0">
              <a:latin typeface="Times New Roman" panose="02020503050405090304" pitchFamily="18" charset="0"/>
            </a:endParaRPr>
          </a:p>
          <a:p>
            <a:pPr eaLnBrk="1" hangingPunct="1"/>
            <a:r>
              <a:rPr lang="zh-CN" altLang="en-US" dirty="0">
                <a:latin typeface="Times New Roman" panose="02020503050405090304" pitchFamily="18" charset="0"/>
              </a:rPr>
              <a:t>即只要放大器的放大系数等于或大于</a:t>
            </a:r>
            <a:r>
              <a:rPr lang="en-US" altLang="zh-CN" dirty="0">
                <a:latin typeface="Times New Roman" panose="02020503050405090304" pitchFamily="18" charset="0"/>
              </a:rPr>
              <a:t>46</a:t>
            </a:r>
            <a:r>
              <a:rPr lang="zh-CN" altLang="en-US" dirty="0">
                <a:latin typeface="Times New Roman" panose="02020503050405090304" pitchFamily="18" charset="0"/>
              </a:rPr>
              <a:t>。</a:t>
            </a:r>
            <a:endParaRPr lang="zh-CN" altLang="en-US" dirty="0">
              <a:latin typeface="Times New Roman" panose="02020503050405090304" pitchFamily="18" charset="0"/>
            </a:endParaRPr>
          </a:p>
        </p:txBody>
      </p:sp>
      <p:sp>
        <p:nvSpPr>
          <p:cNvPr id="46088" name="Rectangle 5"/>
          <p:cNvSpPr/>
          <p:nvPr/>
        </p:nvSpPr>
        <p:spPr bwMode="auto">
          <a:xfrm>
            <a:off x="0" y="3309938"/>
            <a:ext cx="9144000" cy="0"/>
          </a:xfrm>
          <a:prstGeom prst="rect">
            <a:avLst/>
          </a:prstGeom>
          <a:noFill/>
          <a:ln w="9525">
            <a:noFill/>
            <a:miter lim="800000"/>
          </a:ln>
        </p:spPr>
        <p:txBody>
          <a:bodyPr wrap="none" anchor="ctr">
            <a:spAutoFit/>
          </a:bodyPr>
          <a:lstStyle/>
          <a:p>
            <a:endParaRPr lang="zh-CN" altLang="en-US"/>
          </a:p>
        </p:txBody>
      </p:sp>
      <p:graphicFrame>
        <p:nvGraphicFramePr>
          <p:cNvPr id="46082" name="Object 4"/>
          <p:cNvGraphicFramePr>
            <a:graphicFrameLocks noChangeAspect="1"/>
          </p:cNvGraphicFramePr>
          <p:nvPr/>
        </p:nvGraphicFramePr>
        <p:xfrm>
          <a:off x="4356100" y="1360882"/>
          <a:ext cx="719137" cy="544512"/>
        </p:xfrm>
        <a:graphic>
          <a:graphicData uri="http://schemas.openxmlformats.org/presentationml/2006/ole">
            <mc:AlternateContent xmlns:mc="http://schemas.openxmlformats.org/markup-compatibility/2006">
              <mc:Choice xmlns:v="urn:schemas-microsoft-com:vml" Requires="v">
                <p:oleObj spid="_x0000_s38404" name="公式" r:id="rId1" imgW="317500" imgH="241300" progId="Equation.3">
                  <p:embed/>
                </p:oleObj>
              </mc:Choice>
              <mc:Fallback>
                <p:oleObj name="公式" r:id="rId1" imgW="317500" imgH="2413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6100" y="1360882"/>
                        <a:ext cx="719137" cy="544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89" name="Rectangle 7"/>
          <p:cNvSpPr/>
          <p:nvPr/>
        </p:nvSpPr>
        <p:spPr bwMode="auto">
          <a:xfrm>
            <a:off x="0" y="3314700"/>
            <a:ext cx="9144000" cy="0"/>
          </a:xfrm>
          <a:prstGeom prst="rect">
            <a:avLst/>
          </a:prstGeom>
          <a:noFill/>
          <a:ln w="9525">
            <a:noFill/>
            <a:miter lim="800000"/>
          </a:ln>
        </p:spPr>
        <p:txBody>
          <a:bodyPr wrap="none" anchor="ctr">
            <a:spAutoFit/>
          </a:bodyPr>
          <a:lstStyle/>
          <a:p>
            <a:endParaRPr lang="zh-CN" altLang="en-US"/>
          </a:p>
        </p:txBody>
      </p:sp>
      <p:graphicFrame>
        <p:nvGraphicFramePr>
          <p:cNvPr id="46083" name="Object 6"/>
          <p:cNvGraphicFramePr>
            <a:graphicFrameLocks noChangeAspect="1"/>
          </p:cNvGraphicFramePr>
          <p:nvPr/>
        </p:nvGraphicFramePr>
        <p:xfrm>
          <a:off x="4571205" y="1846188"/>
          <a:ext cx="1008063" cy="536575"/>
        </p:xfrm>
        <a:graphic>
          <a:graphicData uri="http://schemas.openxmlformats.org/presentationml/2006/ole">
            <mc:AlternateContent xmlns:mc="http://schemas.openxmlformats.org/markup-compatibility/2006">
              <mc:Choice xmlns:v="urn:schemas-microsoft-com:vml" Requires="v">
                <p:oleObj spid="_x0000_s2" name="公式" r:id="rId3" imgW="431800" imgH="228600" progId="Equation.3">
                  <p:embed/>
                </p:oleObj>
              </mc:Choice>
              <mc:Fallback>
                <p:oleObj name="公式" r:id="rId3" imgW="431800" imgH="2286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1205" y="1846188"/>
                        <a:ext cx="1008063" cy="53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90" name="Rectangle 9"/>
          <p:cNvSpPr/>
          <p:nvPr/>
        </p:nvSpPr>
        <p:spPr bwMode="auto">
          <a:xfrm>
            <a:off x="0" y="3200400"/>
            <a:ext cx="9144000" cy="0"/>
          </a:xfrm>
          <a:prstGeom prst="rect">
            <a:avLst/>
          </a:prstGeom>
          <a:noFill/>
          <a:ln w="9525">
            <a:noFill/>
            <a:miter lim="800000"/>
          </a:ln>
        </p:spPr>
        <p:txBody>
          <a:bodyPr wrap="none" anchor="ctr">
            <a:spAutoFit/>
          </a:bodyPr>
          <a:lstStyle/>
          <a:p>
            <a:endParaRPr lang="zh-CN" altLang="en-US"/>
          </a:p>
        </p:txBody>
      </p:sp>
      <p:graphicFrame>
        <p:nvGraphicFramePr>
          <p:cNvPr id="46084" name="Object 8"/>
          <p:cNvGraphicFramePr>
            <a:graphicFrameLocks noChangeAspect="1"/>
          </p:cNvGraphicFramePr>
          <p:nvPr/>
        </p:nvGraphicFramePr>
        <p:xfrm>
          <a:off x="3714744" y="2928934"/>
          <a:ext cx="4248150" cy="995363"/>
        </p:xfrm>
        <a:graphic>
          <a:graphicData uri="http://schemas.openxmlformats.org/presentationml/2006/ole">
            <mc:AlternateContent xmlns:mc="http://schemas.openxmlformats.org/markup-compatibility/2006">
              <mc:Choice xmlns:v="urn:schemas-microsoft-com:vml" Requires="v">
                <p:oleObj spid="_x0000_s3" name="公式" r:id="rId5" imgW="1955800" imgH="457200" progId="Equation.3">
                  <p:embed/>
                </p:oleObj>
              </mc:Choice>
              <mc:Fallback>
                <p:oleObj name="公式" r:id="rId5" imgW="1955800" imgH="4572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14744" y="2928934"/>
                        <a:ext cx="4248150" cy="995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91" name="Rectangle 11"/>
          <p:cNvSpPr/>
          <p:nvPr/>
        </p:nvSpPr>
        <p:spPr bwMode="auto">
          <a:xfrm>
            <a:off x="0" y="3214688"/>
            <a:ext cx="9144000" cy="0"/>
          </a:xfrm>
          <a:prstGeom prst="rect">
            <a:avLst/>
          </a:prstGeom>
          <a:noFill/>
          <a:ln w="9525">
            <a:noFill/>
            <a:miter lim="800000"/>
          </a:ln>
        </p:spPr>
        <p:txBody>
          <a:bodyPr wrap="none" anchor="ctr">
            <a:spAutoFit/>
          </a:bodyPr>
          <a:lstStyle/>
          <a:p>
            <a:endParaRPr lang="zh-CN" altLang="en-US"/>
          </a:p>
        </p:txBody>
      </p:sp>
      <p:graphicFrame>
        <p:nvGraphicFramePr>
          <p:cNvPr id="46085" name="Object 10"/>
          <p:cNvGraphicFramePr>
            <a:graphicFrameLocks noChangeAspect="1"/>
          </p:cNvGraphicFramePr>
          <p:nvPr/>
        </p:nvGraphicFramePr>
        <p:xfrm>
          <a:off x="2267744" y="5157192"/>
          <a:ext cx="4895850" cy="892175"/>
        </p:xfrm>
        <a:graphic>
          <a:graphicData uri="http://schemas.openxmlformats.org/presentationml/2006/ole">
            <mc:AlternateContent xmlns:mc="http://schemas.openxmlformats.org/markup-compatibility/2006">
              <mc:Choice xmlns:v="urn:schemas-microsoft-com:vml" Requires="v">
                <p:oleObj spid="_x0000_s4" name="公式" r:id="rId7" imgW="2349500" imgH="431800" progId="Equation.3">
                  <p:embed/>
                </p:oleObj>
              </mc:Choice>
              <mc:Fallback>
                <p:oleObj name="公式" r:id="rId7" imgW="2349500" imgH="4318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67744" y="5157192"/>
                        <a:ext cx="4895850" cy="892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p:nvPr>
            <p:ph type="title"/>
          </p:nvPr>
        </p:nvSpPr>
        <p:spPr/>
        <p:txBody>
          <a:bodyPr/>
          <a:lstStyle/>
          <a:p>
            <a:r>
              <a:rPr lang="zh-CN" altLang="en-US" b="1"/>
              <a:t>反馈控制规律 </a:t>
            </a:r>
            <a:endParaRPr lang="zh-CN" altLang="en-US" b="1"/>
          </a:p>
        </p:txBody>
      </p:sp>
      <p:sp>
        <p:nvSpPr>
          <p:cNvPr id="47108" name="Rectangle 3"/>
          <p:cNvSpPr/>
          <p:nvPr>
            <p:ph idx="1"/>
          </p:nvPr>
        </p:nvSpPr>
        <p:spPr>
          <a:xfrm>
            <a:off x="912813" y="1905000"/>
            <a:ext cx="8110537" cy="4692650"/>
          </a:xfrm>
        </p:spPr>
        <p:txBody>
          <a:bodyPr>
            <a:normAutofit/>
          </a:bodyPr>
          <a:lstStyle/>
          <a:p>
            <a:pPr>
              <a:lnSpc>
                <a:spcPct val="90000"/>
              </a:lnSpc>
              <a:buFont typeface="Wingdings" panose="05000000000000000000" pitchFamily="2" charset="2"/>
              <a:buChar char="p"/>
            </a:pPr>
            <a:r>
              <a:rPr lang="zh-CN" altLang="en-US" sz="3600" dirty="0">
                <a:solidFill>
                  <a:srgbClr val="C00000"/>
                </a:solidFill>
                <a:latin typeface="Times New Roman" panose="02020503050405090304" pitchFamily="18" charset="0"/>
              </a:rPr>
              <a:t>只有比例放大器的反馈控制系统，其被调量仍是有静差的。</a:t>
            </a:r>
            <a:endParaRPr lang="zh-CN" altLang="en-US" sz="3600" dirty="0">
              <a:solidFill>
                <a:srgbClr val="C00000"/>
              </a:solidFill>
              <a:latin typeface="Times New Roman" panose="02020503050405090304" pitchFamily="18" charset="0"/>
            </a:endParaRPr>
          </a:p>
          <a:p>
            <a:pPr marL="609600" indent="-609600">
              <a:lnSpc>
                <a:spcPct val="90000"/>
              </a:lnSpc>
              <a:buFont typeface="Wingdings" panose="05000000000000000000" pitchFamily="2" charset="2"/>
              <a:buNone/>
            </a:pPr>
            <a:endParaRPr lang="zh-CN" altLang="en-US" sz="3600" b="1" dirty="0">
              <a:solidFill>
                <a:schemeClr val="tx2"/>
              </a:solidFill>
              <a:latin typeface="Times New Roman" panose="02020503050405090304" pitchFamily="18" charset="0"/>
            </a:endParaRPr>
          </a:p>
          <a:p>
            <a:pPr marL="609600" indent="-609600">
              <a:lnSpc>
                <a:spcPct val="90000"/>
              </a:lnSpc>
              <a:buFont typeface="Wingdings" panose="05000000000000000000" pitchFamily="2" charset="2"/>
              <a:buNone/>
            </a:pPr>
            <a:endParaRPr lang="zh-CN" altLang="en-US" sz="3600" b="1" dirty="0">
              <a:solidFill>
                <a:schemeClr val="tx2"/>
              </a:solidFill>
              <a:latin typeface="Times New Roman" panose="02020503050405090304" pitchFamily="18" charset="0"/>
            </a:endParaRPr>
          </a:p>
          <a:p>
            <a:pPr marL="609600" indent="-609600">
              <a:lnSpc>
                <a:spcPct val="90000"/>
              </a:lnSpc>
              <a:buFont typeface="Wingdings" panose="05000000000000000000" pitchFamily="2" charset="2"/>
              <a:buNone/>
            </a:pPr>
            <a:r>
              <a:rPr lang="zh-CN" altLang="en-US" b="1" dirty="0">
                <a:latin typeface="Times New Roman" panose="02020503050405090304" pitchFamily="18" charset="0"/>
              </a:rPr>
              <a:t>          </a:t>
            </a:r>
            <a:r>
              <a:rPr lang="zh-CN" altLang="en-US" sz="3600" b="1" dirty="0">
                <a:latin typeface="Times New Roman" panose="02020503050405090304" pitchFamily="18" charset="0"/>
              </a:rPr>
              <a:t>只有 </a:t>
            </a:r>
            <a:r>
              <a:rPr lang="en-US" altLang="zh-CN" sz="3600" b="1" i="1" dirty="0">
                <a:latin typeface="Times New Roman" panose="02020503050405090304" pitchFamily="18" charset="0"/>
              </a:rPr>
              <a:t>K </a:t>
            </a:r>
            <a:r>
              <a:rPr lang="en-US" altLang="zh-CN" sz="3600" b="1" dirty="0">
                <a:latin typeface="Times New Roman" panose="02020503050405090304" pitchFamily="18" charset="0"/>
              </a:rPr>
              <a:t>= </a:t>
            </a:r>
            <a:r>
              <a:rPr lang="en-US" altLang="zh-CN" sz="3600" b="1" dirty="0">
                <a:latin typeface="Times New Roman" panose="02020503050405090304" pitchFamily="18" charset="0"/>
                <a:sym typeface="Symbol" pitchFamily="18" charset="2"/>
              </a:rPr>
              <a:t></a:t>
            </a:r>
            <a:r>
              <a:rPr lang="zh-CN" altLang="en-US" sz="3600" b="1" dirty="0">
                <a:latin typeface="Times New Roman" panose="02020503050405090304" pitchFamily="18" charset="0"/>
              </a:rPr>
              <a:t>，才能使 </a:t>
            </a:r>
            <a:r>
              <a:rPr lang="zh-CN" altLang="en-US" sz="3600" b="1" dirty="0">
                <a:latin typeface="Times New Roman" panose="02020503050405090304" pitchFamily="18" charset="0"/>
                <a:sym typeface="Symbol" pitchFamily="18" charset="2"/>
              </a:rPr>
              <a:t></a:t>
            </a:r>
            <a:r>
              <a:rPr lang="en-US" altLang="zh-CN" sz="3600" b="1" i="1" dirty="0" err="1">
                <a:latin typeface="Times New Roman" panose="02020503050405090304" pitchFamily="18" charset="0"/>
                <a:sym typeface="Symbol" pitchFamily="18" charset="2"/>
              </a:rPr>
              <a:t>n</a:t>
            </a:r>
            <a:r>
              <a:rPr lang="en-US" altLang="zh-CN" sz="3600" b="1" baseline="-25000" dirty="0" err="1">
                <a:latin typeface="Times New Roman" panose="02020503050405090304" pitchFamily="18" charset="0"/>
                <a:sym typeface="Symbol" pitchFamily="18" charset="2"/>
              </a:rPr>
              <a:t>cl</a:t>
            </a:r>
            <a:r>
              <a:rPr lang="en-US" altLang="zh-CN" sz="3600" b="1" baseline="-25000" dirty="0">
                <a:latin typeface="Times New Roman" panose="02020503050405090304" pitchFamily="18" charset="0"/>
                <a:sym typeface="Symbol" pitchFamily="18" charset="2"/>
              </a:rPr>
              <a:t> </a:t>
            </a:r>
            <a:r>
              <a:rPr lang="en-US" altLang="zh-CN" sz="3600" b="1" dirty="0">
                <a:latin typeface="Times New Roman" panose="02020503050405090304" pitchFamily="18" charset="0"/>
              </a:rPr>
              <a:t>= 0</a:t>
            </a:r>
            <a:r>
              <a:rPr lang="zh-CN" altLang="en-US" sz="3600" b="1" dirty="0">
                <a:latin typeface="Times New Roman" panose="02020503050405090304" pitchFamily="18" charset="0"/>
              </a:rPr>
              <a:t>，而这是不可能的。过大的</a:t>
            </a:r>
            <a:r>
              <a:rPr lang="en-US" altLang="zh-CN" sz="3600" b="1" i="1" dirty="0">
                <a:latin typeface="Times New Roman" panose="02020503050405090304" pitchFamily="18" charset="0"/>
              </a:rPr>
              <a:t>K</a:t>
            </a:r>
            <a:r>
              <a:rPr lang="zh-CN" altLang="en-US" sz="3600" b="1" dirty="0">
                <a:latin typeface="Times New Roman" panose="02020503050405090304" pitchFamily="18" charset="0"/>
              </a:rPr>
              <a:t>值也会导致系统的不稳定。</a:t>
            </a:r>
            <a:r>
              <a:rPr lang="zh-CN" altLang="en-US" b="1" dirty="0">
                <a:latin typeface="Times New Roman" panose="02020503050405090304" pitchFamily="18" charset="0"/>
              </a:rPr>
              <a:t> </a:t>
            </a:r>
            <a:endParaRPr lang="zh-CN" altLang="en-US" sz="3600" b="1" dirty="0">
              <a:solidFill>
                <a:schemeClr val="tx2"/>
              </a:solidFill>
              <a:latin typeface="Times New Roman" panose="02020503050405090304" pitchFamily="18" charset="0"/>
            </a:endParaRPr>
          </a:p>
          <a:p>
            <a:pPr marL="609600" indent="-609600">
              <a:lnSpc>
                <a:spcPct val="90000"/>
              </a:lnSpc>
              <a:buFont typeface="Wingdings" panose="05000000000000000000" pitchFamily="2" charset="2"/>
              <a:buNone/>
            </a:pPr>
            <a:r>
              <a:rPr lang="zh-CN" altLang="en-US" sz="3600" b="1" dirty="0">
                <a:latin typeface="Times New Roman" panose="02020503050405090304" pitchFamily="18" charset="0"/>
              </a:rPr>
              <a:t> </a:t>
            </a:r>
            <a:endParaRPr lang="zh-CN" altLang="en-US" sz="3600" b="1" dirty="0">
              <a:latin typeface="Times New Roman" panose="02020503050405090304" pitchFamily="18" charset="0"/>
            </a:endParaRPr>
          </a:p>
        </p:txBody>
      </p:sp>
      <p:sp>
        <p:nvSpPr>
          <p:cNvPr id="47109" name="Rectangle 4"/>
          <p:cNvSpPr/>
          <p:nvPr/>
        </p:nvSpPr>
        <p:spPr bwMode="auto">
          <a:xfrm>
            <a:off x="0" y="3219450"/>
            <a:ext cx="9144000" cy="0"/>
          </a:xfrm>
          <a:prstGeom prst="rect">
            <a:avLst/>
          </a:prstGeom>
          <a:noFill/>
          <a:ln w="9525">
            <a:noFill/>
            <a:miter lim="800000"/>
          </a:ln>
        </p:spPr>
        <p:txBody>
          <a:bodyPr wrap="none" anchor="ctr">
            <a:spAutoFit/>
          </a:bodyPr>
          <a:lstStyle/>
          <a:p>
            <a:endParaRPr lang="zh-CN" altLang="en-US"/>
          </a:p>
        </p:txBody>
      </p:sp>
      <p:sp>
        <p:nvSpPr>
          <p:cNvPr id="47110" name="Rectangle 5"/>
          <p:cNvSpPr/>
          <p:nvPr/>
        </p:nvSpPr>
        <p:spPr bwMode="auto">
          <a:xfrm>
            <a:off x="0" y="3205163"/>
            <a:ext cx="9144000" cy="0"/>
          </a:xfrm>
          <a:prstGeom prst="rect">
            <a:avLst/>
          </a:prstGeom>
          <a:noFill/>
          <a:ln w="9525">
            <a:noFill/>
            <a:miter lim="800000"/>
          </a:ln>
        </p:spPr>
        <p:txBody>
          <a:bodyPr wrap="none" anchor="ctr">
            <a:spAutoFit/>
          </a:bodyPr>
          <a:lstStyle/>
          <a:p>
            <a:endParaRPr lang="zh-CN" altLang="en-US"/>
          </a:p>
        </p:txBody>
      </p:sp>
      <p:graphicFrame>
        <p:nvGraphicFramePr>
          <p:cNvPr id="47106" name="Object 2"/>
          <p:cNvGraphicFramePr>
            <a:graphicFrameLocks noChangeAspect="1"/>
          </p:cNvGraphicFramePr>
          <p:nvPr/>
        </p:nvGraphicFramePr>
        <p:xfrm>
          <a:off x="2627313" y="2981325"/>
          <a:ext cx="2808287" cy="1109663"/>
        </p:xfrm>
        <a:graphic>
          <a:graphicData uri="http://schemas.openxmlformats.org/presentationml/2006/ole">
            <mc:AlternateContent xmlns:mc="http://schemas.openxmlformats.org/markup-compatibility/2006">
              <mc:Choice xmlns:v="urn:schemas-microsoft-com:vml" Requires="v">
                <p:oleObj spid="_x0000_s38404" name="公式" r:id="rId1" imgW="1129665" imgH="444500" progId="Equation.3">
                  <p:embed/>
                </p:oleObj>
              </mc:Choice>
              <mc:Fallback>
                <p:oleObj name="公式" r:id="rId1" imgW="1129665" imgH="4445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313" y="2981325"/>
                        <a:ext cx="2808287" cy="1109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7" name="Rectangle 3"/>
          <p:cNvSpPr/>
          <p:nvPr>
            <p:ph type="title"/>
          </p:nvPr>
        </p:nvSpPr>
        <p:spPr>
          <a:xfrm>
            <a:off x="1150938" y="914400"/>
            <a:ext cx="7793037" cy="762000"/>
          </a:xfrm>
          <a:noFill/>
        </p:spPr>
        <p:txBody>
          <a:bodyPr/>
          <a:lstStyle/>
          <a:p>
            <a:r>
              <a:rPr lang="zh-CN" altLang="en-US" b="1"/>
              <a:t>反馈控制规律 </a:t>
            </a:r>
            <a:endParaRPr lang="zh-CN" altLang="en-US" b="1"/>
          </a:p>
        </p:txBody>
      </p:sp>
      <p:sp>
        <p:nvSpPr>
          <p:cNvPr id="185346" name="Rectangle 2"/>
          <p:cNvSpPr/>
          <p:nvPr>
            <p:ph idx="1"/>
          </p:nvPr>
        </p:nvSpPr>
        <p:spPr>
          <a:xfrm>
            <a:off x="395288" y="1905000"/>
            <a:ext cx="8628062" cy="4191000"/>
          </a:xfrm>
        </p:spPr>
        <p:txBody>
          <a:bodyPr/>
          <a:lstStyle/>
          <a:p>
            <a:pPr>
              <a:buFont typeface="Wingdings" panose="05000000000000000000" pitchFamily="2" charset="2"/>
              <a:buChar char="p"/>
            </a:pPr>
            <a:r>
              <a:rPr lang="zh-CN" altLang="en-US" sz="3600" b="1" dirty="0">
                <a:solidFill>
                  <a:srgbClr val="C00000"/>
                </a:solidFill>
              </a:rPr>
              <a:t>反馈控制系统的作用是：抵抗扰动，服从给定 。</a:t>
            </a:r>
            <a:endParaRPr lang="zh-CN" altLang="en-US" sz="3600" b="1" dirty="0">
              <a:solidFill>
                <a:srgbClr val="C00000"/>
              </a:solidFill>
            </a:endParaRPr>
          </a:p>
          <a:p>
            <a:pPr algn="just">
              <a:spcBef>
                <a:spcPts val="0"/>
              </a:spcBef>
              <a:buFont typeface="Wingdings" panose="05000000000000000000" pitchFamily="2" charset="2"/>
              <a:buChar char="Ø"/>
            </a:pPr>
            <a:r>
              <a:rPr lang="zh-CN" altLang="en-US" sz="3600" b="1" dirty="0"/>
              <a:t>一方面能够有效地抑制一切被包含在负反馈环内前向通道上的扰动作用；</a:t>
            </a:r>
            <a:endParaRPr lang="zh-CN" altLang="en-US" sz="3600" b="1" dirty="0"/>
          </a:p>
          <a:p>
            <a:pPr algn="just">
              <a:spcBef>
                <a:spcPts val="0"/>
              </a:spcBef>
              <a:buFont typeface="Wingdings" panose="05000000000000000000" pitchFamily="2" charset="2"/>
              <a:buChar char="Ø"/>
            </a:pPr>
            <a:r>
              <a:rPr lang="zh-CN" altLang="en-US" sz="3600" b="1" dirty="0"/>
              <a:t>另一方面则能紧紧跟随着给定作用，对给定信号的任何变化都是唯命是从。 </a:t>
            </a:r>
            <a:endParaRPr lang="zh-CN" altLang="en-US" sz="3600" b="1" dirty="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5967901" y="2406514"/>
              <a:ext cx="2322734" cy="84736"/>
            </p14:xfrm>
          </p:contentPart>
        </mc:Choice>
        <mc:Fallback xmlns="">
          <p:pic>
            <p:nvPicPr>
              <p:cNvPr id="2" name="墨迹 1"/>
            </p:nvPicPr>
            <p:blipFill>
              <a:blip r:embed="rId2"/>
            </p:blipFill>
            <p:spPr>
              <a:xfrm>
                <a:off x="5967901" y="2406514"/>
                <a:ext cx="2322734" cy="84736"/>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1017255" y="2971423"/>
              <a:ext cx="938136" cy="197718"/>
            </p14:xfrm>
          </p:contentPart>
        </mc:Choice>
        <mc:Fallback xmlns="">
          <p:pic>
            <p:nvPicPr>
              <p:cNvPr id="3" name="墨迹 2"/>
            </p:nvPicPr>
            <p:blipFill>
              <a:blip r:embed="rId4"/>
            </p:blipFill>
            <p:spPr>
              <a:xfrm>
                <a:off x="1017255" y="2971423"/>
                <a:ext cx="938136" cy="197718"/>
              </a:xfrm>
              <a:prstGeom prst="rect"/>
            </p:spPr>
          </p:pic>
        </mc:Fallback>
      </mc:AlternateContent>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p:nvPr/>
        </p:nvSpPr>
        <p:spPr bwMode="auto">
          <a:xfrm>
            <a:off x="0" y="2157413"/>
            <a:ext cx="9144000" cy="0"/>
          </a:xfrm>
          <a:prstGeom prst="rect">
            <a:avLst/>
          </a:prstGeom>
          <a:noFill/>
          <a:ln w="9525">
            <a:noFill/>
            <a:miter lim="800000"/>
          </a:ln>
        </p:spPr>
        <p:txBody>
          <a:bodyPr wrap="none" anchor="ctr">
            <a:spAutoFit/>
          </a:bodyPr>
          <a:lstStyle/>
          <a:p>
            <a:endParaRPr lang="zh-CN" altLang="en-US"/>
          </a:p>
        </p:txBody>
      </p:sp>
      <p:graphicFrame>
        <p:nvGraphicFramePr>
          <p:cNvPr id="48130" name="Object 2"/>
          <p:cNvGraphicFramePr>
            <a:graphicFrameLocks noChangeAspect="1"/>
          </p:cNvGraphicFramePr>
          <p:nvPr/>
        </p:nvGraphicFramePr>
        <p:xfrm>
          <a:off x="250825" y="430213"/>
          <a:ext cx="8569325" cy="5165725"/>
        </p:xfrm>
        <a:graphic>
          <a:graphicData uri="http://schemas.openxmlformats.org/presentationml/2006/ole">
            <mc:AlternateContent xmlns:mc="http://schemas.openxmlformats.org/markup-compatibility/2006">
              <mc:Choice xmlns:v="urn:schemas-microsoft-com:vml" Requires="v">
                <p:oleObj spid="_x0000_s38404" name="Visio" r:id="rId1" imgW="5452745" imgH="3284855" progId="Visio.Drawing.11">
                  <p:embed/>
                </p:oleObj>
              </mc:Choice>
              <mc:Fallback>
                <p:oleObj name="Visio" r:id="rId1" imgW="5452745" imgH="3284855" progId="Visio.Drawing.11">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430213"/>
                        <a:ext cx="8569325" cy="5165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132" name="Rectangle 4"/>
          <p:cNvSpPr/>
          <p:nvPr/>
        </p:nvSpPr>
        <p:spPr bwMode="auto">
          <a:xfrm>
            <a:off x="1117600" y="5691188"/>
            <a:ext cx="6955750" cy="523220"/>
          </a:xfrm>
          <a:prstGeom prst="rect">
            <a:avLst/>
          </a:prstGeom>
          <a:noFill/>
          <a:ln w="9525">
            <a:noFill/>
            <a:miter lim="800000"/>
          </a:ln>
        </p:spPr>
        <p:txBody>
          <a:bodyPr wrap="none" anchor="ctr">
            <a:spAutoFit/>
          </a:bodyPr>
          <a:lstStyle/>
          <a:p>
            <a:r>
              <a:rPr lang="zh-CN" altLang="en-US" sz="2800" b="1" dirty="0"/>
              <a:t>图</a:t>
            </a:r>
            <a:r>
              <a:rPr lang="en-US" altLang="zh-CN" sz="2800" b="1" dirty="0"/>
              <a:t>3-4  </a:t>
            </a:r>
            <a:r>
              <a:rPr lang="zh-CN" altLang="en-US" sz="2800" b="1" dirty="0"/>
              <a:t>闭环调速系统的给定作用和扰动作用</a:t>
            </a:r>
            <a:endParaRPr lang="zh-CN" altLang="en-US" sz="2800" b="1"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1" name="Rectangle 3"/>
          <p:cNvSpPr/>
          <p:nvPr>
            <p:ph type="title"/>
          </p:nvPr>
        </p:nvSpPr>
        <p:spPr>
          <a:xfrm>
            <a:off x="1150938" y="914400"/>
            <a:ext cx="7793037" cy="762000"/>
          </a:xfrm>
          <a:noFill/>
        </p:spPr>
        <p:txBody>
          <a:bodyPr/>
          <a:lstStyle/>
          <a:p>
            <a:r>
              <a:rPr lang="zh-CN" altLang="en-US" b="1" dirty="0"/>
              <a:t>反馈控制规律 </a:t>
            </a:r>
            <a:endParaRPr lang="zh-CN" altLang="en-US" b="1" dirty="0"/>
          </a:p>
        </p:txBody>
      </p:sp>
      <p:sp>
        <p:nvSpPr>
          <p:cNvPr id="186370" name="Rectangle 2"/>
          <p:cNvSpPr/>
          <p:nvPr>
            <p:ph idx="1"/>
          </p:nvPr>
        </p:nvSpPr>
        <p:spPr>
          <a:xfrm>
            <a:off x="468313" y="1905000"/>
            <a:ext cx="8555037" cy="4191000"/>
          </a:xfrm>
        </p:spPr>
        <p:txBody>
          <a:bodyPr/>
          <a:lstStyle/>
          <a:p>
            <a:pPr>
              <a:buFont typeface="Wingdings" panose="05000000000000000000" pitchFamily="2" charset="2"/>
              <a:buChar char="p"/>
            </a:pPr>
            <a:r>
              <a:rPr lang="zh-CN" altLang="en-US" b="1" dirty="0">
                <a:solidFill>
                  <a:srgbClr val="C00000"/>
                </a:solidFill>
              </a:rPr>
              <a:t>系统的精度依赖于给定和反馈检测的精度。</a:t>
            </a:r>
            <a:endParaRPr lang="zh-CN" altLang="en-US" b="1" dirty="0">
              <a:solidFill>
                <a:srgbClr val="C00000"/>
              </a:solidFill>
            </a:endParaRPr>
          </a:p>
          <a:p>
            <a:pPr algn="just">
              <a:spcBef>
                <a:spcPts val="0"/>
              </a:spcBef>
              <a:buFont typeface="Wingdings" panose="05000000000000000000" pitchFamily="2" charset="2"/>
              <a:buChar char="Ø"/>
            </a:pPr>
            <a:r>
              <a:rPr lang="zh-CN" altLang="en-US" b="1" dirty="0"/>
              <a:t>    反馈控制系统无法鉴别是给定信号的正常调节还是外界的电压波动。</a:t>
            </a:r>
            <a:endParaRPr lang="zh-CN" altLang="en-US" b="1" dirty="0"/>
          </a:p>
          <a:p>
            <a:pPr algn="just">
              <a:spcBef>
                <a:spcPts val="0"/>
              </a:spcBef>
              <a:buFont typeface="Wingdings" panose="05000000000000000000" pitchFamily="2" charset="2"/>
              <a:buChar char="Ø"/>
            </a:pPr>
            <a:r>
              <a:rPr lang="zh-CN" altLang="en-US" b="1" dirty="0"/>
              <a:t>    反馈通道上有一个测速反馈系数，它同样存在着因扰动而发生的波动，由于它不是在被反馈环包围的前向通道上，因此也不能被抑制。  </a:t>
            </a:r>
            <a:endParaRPr lang="en-US" altLang="zh-CN" b="1" dirty="0"/>
          </a:p>
          <a:p>
            <a:pPr algn="just">
              <a:spcBef>
                <a:spcPts val="0"/>
              </a:spcBef>
              <a:buFont typeface="Wingdings" panose="05000000000000000000" pitchFamily="2" charset="2"/>
              <a:buChar char="Ø"/>
            </a:pPr>
            <a:r>
              <a:rPr lang="zh-CN" altLang="en-US" dirty="0"/>
              <a:t>采用数字给定和数字测速来提高调速系统精度。</a:t>
            </a:r>
            <a:endParaRPr lang="zh-CN" altLang="en-US" b="1" dirty="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3799874" y="2270935"/>
              <a:ext cx="2868802" cy="175122"/>
            </p14:xfrm>
          </p:contentPart>
        </mc:Choice>
        <mc:Fallback xmlns="">
          <p:pic>
            <p:nvPicPr>
              <p:cNvPr id="2" name="墨迹 1"/>
            </p:nvPicPr>
            <p:blipFill>
              <a:blip r:embed="rId2"/>
            </p:blipFill>
            <p:spPr>
              <a:xfrm>
                <a:off x="3799874" y="2270935"/>
                <a:ext cx="2868802" cy="175122"/>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1593700" y="4937307"/>
              <a:ext cx="3464322" cy="22597"/>
            </p14:xfrm>
          </p:contentPart>
        </mc:Choice>
        <mc:Fallback xmlns="">
          <p:pic>
            <p:nvPicPr>
              <p:cNvPr id="3" name="墨迹 2"/>
            </p:nvPicPr>
            <p:blipFill>
              <a:blip r:embed="rId4"/>
            </p:blipFill>
            <p:spPr>
              <a:xfrm>
                <a:off x="1593700" y="4937307"/>
                <a:ext cx="3464322" cy="22597"/>
              </a:xfrm>
              <a:prstGeom prst="rect"/>
            </p:spPr>
          </p:pic>
        </mc:Fallback>
      </mc:AlternateContent>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p:nvPr>
            <p:ph type="title"/>
          </p:nvPr>
        </p:nvSpPr>
        <p:spPr>
          <a:xfrm>
            <a:off x="609600" y="800001"/>
            <a:ext cx="7707313" cy="612775"/>
          </a:xfrm>
          <a:prstGeom prst="rect">
            <a:avLst/>
          </a:prstGeom>
          <a:noFill/>
        </p:spPr>
        <p:txBody>
          <a:bodyPr vert="horz" lIns="91440" tIns="45720" rIns="91440" bIns="45720" rtlCol="0" anchor="ctr">
            <a:noAutofit/>
          </a:bodyPr>
          <a:lstStyle/>
          <a:p>
            <a:r>
              <a:rPr lang="en-US" sz="3600" b="1" dirty="0"/>
              <a:t>3.1.4 </a:t>
            </a:r>
            <a:r>
              <a:rPr lang="zh-CN" altLang="en-US" sz="3600" b="1" dirty="0"/>
              <a:t>比例控制转速闭环系统的稳定性</a:t>
            </a:r>
            <a:endParaRPr lang="zh-CN" altLang="en-US" sz="3600" b="1" dirty="0"/>
          </a:p>
        </p:txBody>
      </p:sp>
      <p:sp>
        <p:nvSpPr>
          <p:cNvPr id="187395" name="内容占位符 2"/>
          <p:cNvSpPr/>
          <p:nvPr>
            <p:ph idx="1"/>
          </p:nvPr>
        </p:nvSpPr>
        <p:spPr>
          <a:xfrm>
            <a:off x="611560" y="2027585"/>
            <a:ext cx="7848600" cy="4829175"/>
          </a:xfrm>
        </p:spPr>
        <p:txBody>
          <a:bodyPr/>
          <a:lstStyle/>
          <a:p>
            <a:pPr eaLnBrk="1" hangingPunct="1"/>
            <a:r>
              <a:rPr lang="zh-CN" altLang="en-US" dirty="0"/>
              <a:t>问题</a:t>
            </a:r>
            <a:r>
              <a:rPr lang="en-US" altLang="zh-CN" dirty="0"/>
              <a:t>:</a:t>
            </a:r>
            <a:r>
              <a:rPr lang="zh-CN" altLang="en-US" dirty="0"/>
              <a:t>增加比例调节器的比例系数</a:t>
            </a:r>
            <a:r>
              <a:rPr lang="en-US" altLang="zh-CN" dirty="0"/>
              <a:t>,</a:t>
            </a:r>
            <a:r>
              <a:rPr lang="zh-CN" altLang="en-US" dirty="0"/>
              <a:t>可以减小转速降落</a:t>
            </a:r>
            <a:r>
              <a:rPr lang="en-US" altLang="zh-CN" dirty="0"/>
              <a:t>,</a:t>
            </a:r>
            <a:r>
              <a:rPr lang="zh-CN" altLang="en-US" dirty="0"/>
              <a:t>从而扩大调速范围</a:t>
            </a:r>
            <a:r>
              <a:rPr lang="en-US" altLang="zh-CN" dirty="0"/>
              <a:t>,</a:t>
            </a:r>
            <a:r>
              <a:rPr lang="zh-CN" altLang="en-US" dirty="0"/>
              <a:t>理论上当比例系数为无穷大时</a:t>
            </a:r>
            <a:r>
              <a:rPr lang="en-US" altLang="zh-CN" dirty="0"/>
              <a:t>,</a:t>
            </a:r>
            <a:r>
              <a:rPr lang="zh-CN" altLang="en-US" dirty="0"/>
              <a:t>系统基本上就没有转速降落了</a:t>
            </a:r>
            <a:r>
              <a:rPr lang="en-US" altLang="zh-CN" dirty="0"/>
              <a:t>,</a:t>
            </a:r>
            <a:r>
              <a:rPr lang="zh-CN" altLang="en-US" dirty="0"/>
              <a:t>调速范围可以无限大</a:t>
            </a:r>
            <a:r>
              <a:rPr lang="en-US" altLang="zh-CN" dirty="0"/>
              <a:t>,</a:t>
            </a:r>
            <a:r>
              <a:rPr lang="zh-CN" altLang="en-US" dirty="0">
                <a:solidFill>
                  <a:srgbClr val="FF0000"/>
                </a:solidFill>
              </a:rPr>
              <a:t>比例系数可以无限增大吗</a:t>
            </a:r>
            <a:r>
              <a:rPr lang="en-US" altLang="zh-CN" dirty="0">
                <a:solidFill>
                  <a:srgbClr val="FF0000"/>
                </a:solidFill>
              </a:rPr>
              <a:t>?</a:t>
            </a:r>
            <a:endParaRPr lang="en-US" altLang="zh-CN" dirty="0">
              <a:solidFill>
                <a:srgbClr val="FF0000"/>
              </a:solidFill>
            </a:endParaRPr>
          </a:p>
          <a:p>
            <a:pPr eaLnBrk="1" hangingPunct="1"/>
            <a:r>
              <a:rPr lang="zh-CN" altLang="en-US" dirty="0">
                <a:solidFill>
                  <a:srgbClr val="FF0000"/>
                </a:solidFill>
              </a:rPr>
              <a:t>注意</a:t>
            </a:r>
            <a:r>
              <a:rPr lang="en-US" altLang="zh-CN" dirty="0">
                <a:solidFill>
                  <a:srgbClr val="FF0000"/>
                </a:solidFill>
              </a:rPr>
              <a:t>:</a:t>
            </a:r>
            <a:r>
              <a:rPr lang="zh-CN" altLang="en-US" dirty="0">
                <a:solidFill>
                  <a:srgbClr val="FF0000"/>
                </a:solidFill>
              </a:rPr>
              <a:t>分析系统静特性的前提是系统必须是稳定的</a:t>
            </a:r>
            <a:endParaRPr lang="zh-CN" altLang="en-US" dirty="0">
              <a:solidFill>
                <a:srgbClr val="FF0000"/>
              </a:solidFill>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1994951" y="4231171"/>
              <a:ext cx="5965075" cy="192069"/>
            </p14:xfrm>
          </p:contentPart>
        </mc:Choice>
        <mc:Fallback xmlns="">
          <p:pic>
            <p:nvPicPr>
              <p:cNvPr id="2" name="墨迹 1"/>
            </p:nvPicPr>
            <p:blipFill>
              <a:blip r:embed="rId2"/>
            </p:blipFill>
            <p:spPr>
              <a:xfrm>
                <a:off x="1994951" y="4231171"/>
                <a:ext cx="5965075" cy="192069"/>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1007365" y="4620958"/>
              <a:ext cx="473307" cy="141228"/>
            </p14:xfrm>
          </p:contentPart>
        </mc:Choice>
        <mc:Fallback xmlns="">
          <p:pic>
            <p:nvPicPr>
              <p:cNvPr id="3" name="墨迹 2"/>
            </p:nvPicPr>
            <p:blipFill>
              <a:blip r:embed="rId4"/>
            </p:blipFill>
            <p:spPr>
              <a:xfrm>
                <a:off x="1007365" y="4620958"/>
                <a:ext cx="473307" cy="141228"/>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5" name="墨迹 4"/>
              <p14:cNvContentPartPr/>
              <p14:nvPr/>
            </p14:nvContentPartPr>
            <p14:xfrm>
              <a:off x="2464019" y="4866129"/>
              <a:ext cx="46338" cy="164953"/>
            </p14:xfrm>
          </p:contentPart>
        </mc:Choice>
        <mc:Fallback xmlns="">
          <p:pic>
            <p:nvPicPr>
              <p:cNvPr id="5" name="墨迹 4"/>
            </p:nvPicPr>
            <p:blipFill>
              <a:blip r:embed="rId6"/>
            </p:blipFill>
            <p:spPr>
              <a:xfrm>
                <a:off x="2464019" y="4866129"/>
                <a:ext cx="46338" cy="164953"/>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6" name="墨迹 5"/>
              <p14:cNvContentPartPr/>
              <p14:nvPr/>
            </p14:nvContentPartPr>
            <p14:xfrm>
              <a:off x="2482077" y="4931658"/>
              <a:ext cx="31679" cy="30506"/>
            </p14:xfrm>
          </p:contentPart>
        </mc:Choice>
        <mc:Fallback xmlns="">
          <p:pic>
            <p:nvPicPr>
              <p:cNvPr id="6" name="墨迹 5"/>
            </p:nvPicPr>
            <p:blipFill>
              <a:blip r:embed="rId8"/>
            </p:blipFill>
            <p:spPr>
              <a:xfrm>
                <a:off x="2482077" y="4931658"/>
                <a:ext cx="31679" cy="30506"/>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7" name="墨迹 6"/>
              <p14:cNvContentPartPr/>
              <p14:nvPr/>
            </p14:nvContentPartPr>
            <p14:xfrm>
              <a:off x="2529585" y="4873473"/>
              <a:ext cx="52010" cy="130494"/>
            </p14:xfrm>
          </p:contentPart>
        </mc:Choice>
        <mc:Fallback xmlns="">
          <p:pic>
            <p:nvPicPr>
              <p:cNvPr id="7" name="墨迹 6"/>
            </p:nvPicPr>
            <p:blipFill>
              <a:blip r:embed="rId10"/>
            </p:blipFill>
            <p:spPr>
              <a:xfrm>
                <a:off x="2529585" y="4873473"/>
                <a:ext cx="52010" cy="130494"/>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8" name="墨迹 7"/>
              <p14:cNvContentPartPr/>
              <p14:nvPr/>
            </p14:nvContentPartPr>
            <p14:xfrm>
              <a:off x="2542013" y="4916406"/>
              <a:ext cx="23732" cy="43498"/>
            </p14:xfrm>
          </p:contentPart>
        </mc:Choice>
        <mc:Fallback xmlns="">
          <p:pic>
            <p:nvPicPr>
              <p:cNvPr id="8" name="墨迹 7"/>
            </p:nvPicPr>
            <p:blipFill>
              <a:blip r:embed="rId12"/>
            </p:blipFill>
            <p:spPr>
              <a:xfrm>
                <a:off x="2542013" y="4916406"/>
                <a:ext cx="23732" cy="43498"/>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9" name="墨迹 8"/>
              <p14:cNvContentPartPr/>
              <p14:nvPr/>
            </p14:nvContentPartPr>
            <p14:xfrm>
              <a:off x="2595680" y="4839013"/>
              <a:ext cx="51436" cy="179218"/>
            </p14:xfrm>
          </p:contentPart>
        </mc:Choice>
        <mc:Fallback xmlns="">
          <p:pic>
            <p:nvPicPr>
              <p:cNvPr id="9" name="墨迹 8"/>
            </p:nvPicPr>
            <p:blipFill>
              <a:blip r:embed="rId14"/>
            </p:blipFill>
            <p:spPr>
              <a:xfrm>
                <a:off x="2595680" y="4839013"/>
                <a:ext cx="51436" cy="179218"/>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0" name="墨迹 9"/>
              <p14:cNvContentPartPr/>
              <p14:nvPr/>
            </p14:nvContentPartPr>
            <p14:xfrm>
              <a:off x="2651620" y="4877427"/>
              <a:ext cx="52011" cy="115242"/>
            </p14:xfrm>
          </p:contentPart>
        </mc:Choice>
        <mc:Fallback xmlns="">
          <p:pic>
            <p:nvPicPr>
              <p:cNvPr id="10" name="墨迹 9"/>
            </p:nvPicPr>
            <p:blipFill>
              <a:blip r:embed="rId16"/>
            </p:blipFill>
            <p:spPr>
              <a:xfrm>
                <a:off x="2651620" y="4877427"/>
                <a:ext cx="52011" cy="115242"/>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1" name="墨迹 10"/>
              <p14:cNvContentPartPr/>
              <p14:nvPr/>
            </p14:nvContentPartPr>
            <p14:xfrm>
              <a:off x="2671996" y="4955032"/>
              <a:ext cx="10177" cy="4872"/>
            </p14:xfrm>
          </p:contentPart>
        </mc:Choice>
        <mc:Fallback xmlns="">
          <p:pic>
            <p:nvPicPr>
              <p:cNvPr id="11" name="墨迹 10"/>
            </p:nvPicPr>
            <p:blipFill>
              <a:blip r:embed="rId18"/>
            </p:blipFill>
            <p:spPr>
              <a:xfrm>
                <a:off x="2671996" y="4955032"/>
                <a:ext cx="10177" cy="4872"/>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2" name="墨迹 11"/>
              <p14:cNvContentPartPr/>
              <p14:nvPr/>
            </p14:nvContentPartPr>
            <p14:xfrm>
              <a:off x="2726237" y="4875945"/>
              <a:ext cx="360" cy="59103"/>
            </p14:xfrm>
          </p:contentPart>
        </mc:Choice>
        <mc:Fallback xmlns="">
          <p:pic>
            <p:nvPicPr>
              <p:cNvPr id="12" name="墨迹 11"/>
            </p:nvPicPr>
            <p:blipFill>
              <a:blip r:embed="rId20"/>
            </p:blipFill>
            <p:spPr>
              <a:xfrm>
                <a:off x="2726237" y="4875945"/>
                <a:ext cx="360" cy="59103"/>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3" name="墨迹 12"/>
              <p14:cNvContentPartPr/>
              <p14:nvPr/>
            </p14:nvContentPartPr>
            <p14:xfrm>
              <a:off x="2746590" y="4805119"/>
              <a:ext cx="22606" cy="263601"/>
            </p14:xfrm>
          </p:contentPart>
        </mc:Choice>
        <mc:Fallback xmlns="">
          <p:pic>
            <p:nvPicPr>
              <p:cNvPr id="13" name="墨迹 12"/>
            </p:nvPicPr>
            <p:blipFill>
              <a:blip r:embed="rId22"/>
            </p:blipFill>
            <p:spPr>
              <a:xfrm>
                <a:off x="2746590" y="4805119"/>
                <a:ext cx="22606" cy="263601"/>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4" name="墨迹 13"/>
              <p14:cNvContentPartPr/>
              <p14:nvPr/>
            </p14:nvContentPartPr>
            <p14:xfrm>
              <a:off x="2807630" y="4818677"/>
              <a:ext cx="56514" cy="167213"/>
            </p14:xfrm>
          </p:contentPart>
        </mc:Choice>
        <mc:Fallback xmlns="">
          <p:pic>
            <p:nvPicPr>
              <p:cNvPr id="14" name="墨迹 13"/>
            </p:nvPicPr>
            <p:blipFill>
              <a:blip r:embed="rId24"/>
            </p:blipFill>
            <p:spPr>
              <a:xfrm>
                <a:off x="2807630" y="4818677"/>
                <a:ext cx="56514" cy="167213"/>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5" name="墨迹 14"/>
              <p14:cNvContentPartPr/>
              <p14:nvPr/>
            </p14:nvContentPartPr>
            <p14:xfrm>
              <a:off x="2798579" y="4949736"/>
              <a:ext cx="16954" cy="16947"/>
            </p14:xfrm>
          </p:contentPart>
        </mc:Choice>
        <mc:Fallback xmlns="">
          <p:pic>
            <p:nvPicPr>
              <p:cNvPr id="15" name="墨迹 14"/>
            </p:nvPicPr>
            <p:blipFill>
              <a:blip r:embed="rId26"/>
            </p:blipFill>
            <p:spPr>
              <a:xfrm>
                <a:off x="2798579" y="4949736"/>
                <a:ext cx="16954" cy="16947"/>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6" name="墨迹 15"/>
              <p14:cNvContentPartPr/>
              <p14:nvPr/>
            </p14:nvContentPartPr>
            <p14:xfrm>
              <a:off x="2864144" y="4936178"/>
              <a:ext cx="10177" cy="11298"/>
            </p14:xfrm>
          </p:contentPart>
        </mc:Choice>
        <mc:Fallback xmlns="">
          <p:pic>
            <p:nvPicPr>
              <p:cNvPr id="16" name="墨迹 15"/>
            </p:nvPicPr>
            <p:blipFill>
              <a:blip r:embed="rId28"/>
            </p:blipFill>
            <p:spPr>
              <a:xfrm>
                <a:off x="2864144" y="4936178"/>
                <a:ext cx="10177" cy="11298"/>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7" name="墨迹 16"/>
              <p14:cNvContentPartPr/>
              <p14:nvPr/>
            </p14:nvContentPartPr>
            <p14:xfrm>
              <a:off x="2916133" y="4829975"/>
              <a:ext cx="4526" cy="7909"/>
            </p14:xfrm>
          </p:contentPart>
        </mc:Choice>
        <mc:Fallback xmlns="">
          <p:pic>
            <p:nvPicPr>
              <p:cNvPr id="17" name="墨迹 16"/>
            </p:nvPicPr>
            <p:blipFill>
              <a:blip r:embed="rId30"/>
            </p:blipFill>
            <p:spPr>
              <a:xfrm>
                <a:off x="2916133" y="4829975"/>
                <a:ext cx="4526" cy="7909"/>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18" name="墨迹 17"/>
              <p14:cNvContentPartPr/>
              <p14:nvPr/>
            </p14:nvContentPartPr>
            <p14:xfrm>
              <a:off x="2884476" y="4832234"/>
              <a:ext cx="84771" cy="63270"/>
            </p14:xfrm>
          </p:contentPart>
        </mc:Choice>
        <mc:Fallback xmlns="">
          <p:pic>
            <p:nvPicPr>
              <p:cNvPr id="18" name="墨迹 17"/>
            </p:nvPicPr>
            <p:blipFill>
              <a:blip r:embed="rId32"/>
            </p:blipFill>
            <p:spPr>
              <a:xfrm>
                <a:off x="2884476" y="4832234"/>
                <a:ext cx="84771" cy="63270"/>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19" name="墨迹 18"/>
              <p14:cNvContentPartPr/>
              <p14:nvPr/>
            </p14:nvContentPartPr>
            <p14:xfrm>
              <a:off x="2927436" y="4812463"/>
              <a:ext cx="75720" cy="171167"/>
            </p14:xfrm>
          </p:contentPart>
        </mc:Choice>
        <mc:Fallback xmlns="">
          <p:pic>
            <p:nvPicPr>
              <p:cNvPr id="19" name="墨迹 18"/>
            </p:nvPicPr>
            <p:blipFill>
              <a:blip r:embed="rId34"/>
            </p:blipFill>
            <p:spPr>
              <a:xfrm>
                <a:off x="2927436" y="4812463"/>
                <a:ext cx="75720" cy="171167"/>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0" name="墨迹 19"/>
              <p14:cNvContentPartPr/>
              <p14:nvPr/>
            </p14:nvContentPartPr>
            <p14:xfrm>
              <a:off x="2904830" y="4927139"/>
              <a:ext cx="72343" cy="60446"/>
            </p14:xfrm>
          </p:contentPart>
        </mc:Choice>
        <mc:Fallback xmlns="">
          <p:pic>
            <p:nvPicPr>
              <p:cNvPr id="20" name="墨迹 19"/>
            </p:nvPicPr>
            <p:blipFill>
              <a:blip r:embed="rId36"/>
            </p:blipFill>
            <p:spPr>
              <a:xfrm>
                <a:off x="2904830" y="4927139"/>
                <a:ext cx="72343" cy="60446"/>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1" name="墨迹 20"/>
              <p14:cNvContentPartPr/>
              <p14:nvPr/>
            </p14:nvContentPartPr>
            <p14:xfrm>
              <a:off x="2979424" y="4833011"/>
              <a:ext cx="63292" cy="137061"/>
            </p14:xfrm>
          </p:contentPart>
        </mc:Choice>
        <mc:Fallback xmlns="">
          <p:pic>
            <p:nvPicPr>
              <p:cNvPr id="21" name="墨迹 20"/>
            </p:nvPicPr>
            <p:blipFill>
              <a:blip r:embed="rId38"/>
            </p:blipFill>
            <p:spPr>
              <a:xfrm>
                <a:off x="2979424" y="4833011"/>
                <a:ext cx="63292" cy="137061"/>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2" name="墨迹 21"/>
              <p14:cNvContentPartPr/>
              <p14:nvPr/>
            </p14:nvContentPartPr>
            <p14:xfrm>
              <a:off x="3008807" y="4904543"/>
              <a:ext cx="48611" cy="71178"/>
            </p14:xfrm>
          </p:contentPart>
        </mc:Choice>
        <mc:Fallback xmlns="">
          <p:pic>
            <p:nvPicPr>
              <p:cNvPr id="22" name="墨迹 21"/>
            </p:nvPicPr>
            <p:blipFill>
              <a:blip r:embed="rId40"/>
            </p:blipFill>
            <p:spPr>
              <a:xfrm>
                <a:off x="3008807" y="4904543"/>
                <a:ext cx="48611" cy="71178"/>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3" name="墨迹 22"/>
              <p14:cNvContentPartPr/>
              <p14:nvPr/>
            </p14:nvContentPartPr>
            <p14:xfrm>
              <a:off x="3076624" y="4870648"/>
              <a:ext cx="65566" cy="49712"/>
            </p14:xfrm>
          </p:contentPart>
        </mc:Choice>
        <mc:Fallback xmlns="">
          <p:pic>
            <p:nvPicPr>
              <p:cNvPr id="23" name="墨迹 22"/>
            </p:nvPicPr>
            <p:blipFill>
              <a:blip r:embed="rId42"/>
            </p:blipFill>
            <p:spPr>
              <a:xfrm>
                <a:off x="3076624" y="4870648"/>
                <a:ext cx="65566" cy="49712"/>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24" name="墨迹 23"/>
              <p14:cNvContentPartPr/>
              <p14:nvPr/>
            </p14:nvContentPartPr>
            <p14:xfrm>
              <a:off x="3121836" y="4866694"/>
              <a:ext cx="26005" cy="94340"/>
            </p14:xfrm>
          </p:contentPart>
        </mc:Choice>
        <mc:Fallback xmlns="">
          <p:pic>
            <p:nvPicPr>
              <p:cNvPr id="24" name="墨迹 23"/>
            </p:nvPicPr>
            <p:blipFill>
              <a:blip r:embed="rId44"/>
            </p:blipFill>
            <p:spPr>
              <a:xfrm>
                <a:off x="3121836" y="4866694"/>
                <a:ext cx="26005" cy="94340"/>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25" name="墨迹 24"/>
              <p14:cNvContentPartPr/>
              <p14:nvPr/>
            </p14:nvContentPartPr>
            <p14:xfrm>
              <a:off x="3176098" y="4798340"/>
              <a:ext cx="11303" cy="22597"/>
            </p14:xfrm>
          </p:contentPart>
        </mc:Choice>
        <mc:Fallback xmlns="">
          <p:pic>
            <p:nvPicPr>
              <p:cNvPr id="25" name="墨迹 24"/>
            </p:nvPicPr>
            <p:blipFill>
              <a:blip r:embed="rId46"/>
            </p:blipFill>
            <p:spPr>
              <a:xfrm>
                <a:off x="3176098" y="4798340"/>
                <a:ext cx="11303" cy="22597"/>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26" name="墨迹 25"/>
              <p14:cNvContentPartPr/>
              <p14:nvPr/>
            </p14:nvContentPartPr>
            <p14:xfrm>
              <a:off x="3154618" y="4796080"/>
              <a:ext cx="82520" cy="51972"/>
            </p14:xfrm>
          </p:contentPart>
        </mc:Choice>
        <mc:Fallback xmlns="">
          <p:pic>
            <p:nvPicPr>
              <p:cNvPr id="26" name="墨迹 25"/>
            </p:nvPicPr>
            <p:blipFill>
              <a:blip r:embed="rId48"/>
            </p:blipFill>
            <p:spPr>
              <a:xfrm>
                <a:off x="3154618" y="4796080"/>
                <a:ext cx="82520" cy="51972"/>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27" name="墨迹 26"/>
              <p14:cNvContentPartPr/>
              <p14:nvPr/>
            </p14:nvContentPartPr>
            <p14:xfrm>
              <a:off x="3155745" y="4841273"/>
              <a:ext cx="28257" cy="35025"/>
            </p14:xfrm>
          </p:contentPart>
        </mc:Choice>
        <mc:Fallback xmlns="">
          <p:pic>
            <p:nvPicPr>
              <p:cNvPr id="27" name="墨迹 26"/>
            </p:nvPicPr>
            <p:blipFill>
              <a:blip r:embed="rId50"/>
            </p:blipFill>
            <p:spPr>
              <a:xfrm>
                <a:off x="3155745" y="4841273"/>
                <a:ext cx="28257" cy="35025"/>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28" name="墨迹 27"/>
              <p14:cNvContentPartPr/>
              <p14:nvPr/>
            </p14:nvContentPartPr>
            <p14:xfrm>
              <a:off x="3193053" y="4839013"/>
              <a:ext cx="66139" cy="68919"/>
            </p14:xfrm>
          </p:contentPart>
        </mc:Choice>
        <mc:Fallback xmlns="">
          <p:pic>
            <p:nvPicPr>
              <p:cNvPr id="28" name="墨迹 27"/>
            </p:nvPicPr>
            <p:blipFill>
              <a:blip r:embed="rId52"/>
            </p:blipFill>
            <p:spPr>
              <a:xfrm>
                <a:off x="3193053" y="4839013"/>
                <a:ext cx="66139" cy="68919"/>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29" name="墨迹 28"/>
              <p14:cNvContentPartPr/>
              <p14:nvPr/>
            </p14:nvContentPartPr>
            <p14:xfrm>
              <a:off x="3194156" y="4857090"/>
              <a:ext cx="12451" cy="13558"/>
            </p14:xfrm>
          </p:contentPart>
        </mc:Choice>
        <mc:Fallback xmlns="">
          <p:pic>
            <p:nvPicPr>
              <p:cNvPr id="29" name="墨迹 28"/>
            </p:nvPicPr>
            <p:blipFill>
              <a:blip r:embed="rId54"/>
            </p:blipFill>
            <p:spPr>
              <a:xfrm>
                <a:off x="3194156" y="4857090"/>
                <a:ext cx="12451" cy="13558"/>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30" name="墨迹 29"/>
              <p14:cNvContentPartPr/>
              <p14:nvPr/>
            </p14:nvContentPartPr>
            <p14:xfrm>
              <a:off x="3174641" y="4868388"/>
              <a:ext cx="63623" cy="36155"/>
            </p14:xfrm>
          </p:contentPart>
        </mc:Choice>
        <mc:Fallback xmlns="">
          <p:pic>
            <p:nvPicPr>
              <p:cNvPr id="30" name="墨迹 29"/>
            </p:nvPicPr>
            <p:blipFill>
              <a:blip r:embed="rId56"/>
            </p:blipFill>
            <p:spPr>
              <a:xfrm>
                <a:off x="3174641" y="4868388"/>
                <a:ext cx="63623" cy="36155"/>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31" name="墨迹 30"/>
              <p14:cNvContentPartPr/>
              <p14:nvPr/>
            </p14:nvContentPartPr>
            <p14:xfrm>
              <a:off x="3205459" y="4849182"/>
              <a:ext cx="4548" cy="38414"/>
            </p14:xfrm>
          </p:contentPart>
        </mc:Choice>
        <mc:Fallback xmlns="">
          <p:pic>
            <p:nvPicPr>
              <p:cNvPr id="31" name="墨迹 30"/>
            </p:nvPicPr>
            <p:blipFill>
              <a:blip r:embed="rId58"/>
            </p:blipFill>
            <p:spPr>
              <a:xfrm>
                <a:off x="3205459" y="4849182"/>
                <a:ext cx="4548" cy="38414"/>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32" name="墨迹 31"/>
              <p14:cNvContentPartPr/>
              <p14:nvPr/>
            </p14:nvContentPartPr>
            <p14:xfrm>
              <a:off x="3189653" y="4936178"/>
              <a:ext cx="5651" cy="39896"/>
            </p14:xfrm>
          </p:contentPart>
        </mc:Choice>
        <mc:Fallback xmlns="">
          <p:pic>
            <p:nvPicPr>
              <p:cNvPr id="32" name="墨迹 31"/>
            </p:nvPicPr>
            <p:blipFill>
              <a:blip r:embed="rId60"/>
            </p:blipFill>
            <p:spPr>
              <a:xfrm>
                <a:off x="3189653" y="4936178"/>
                <a:ext cx="5651" cy="39896"/>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33" name="墨迹 32"/>
              <p14:cNvContentPartPr/>
              <p14:nvPr/>
            </p14:nvContentPartPr>
            <p14:xfrm>
              <a:off x="3207755" y="4909062"/>
              <a:ext cx="40708" cy="77957"/>
            </p14:xfrm>
          </p:contentPart>
        </mc:Choice>
        <mc:Fallback xmlns="">
          <p:pic>
            <p:nvPicPr>
              <p:cNvPr id="33" name="墨迹 32"/>
            </p:nvPicPr>
            <p:blipFill>
              <a:blip r:embed="rId62"/>
            </p:blipFill>
            <p:spPr>
              <a:xfrm>
                <a:off x="3207755" y="4909062"/>
                <a:ext cx="40708" cy="77957"/>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34" name="墨迹 33"/>
              <p14:cNvContentPartPr/>
              <p14:nvPr/>
            </p14:nvContentPartPr>
            <p14:xfrm>
              <a:off x="3203230" y="4942957"/>
              <a:ext cx="20331" cy="45193"/>
            </p14:xfrm>
          </p:contentPart>
        </mc:Choice>
        <mc:Fallback xmlns="">
          <p:pic>
            <p:nvPicPr>
              <p:cNvPr id="34" name="墨迹 33"/>
            </p:nvPicPr>
            <p:blipFill>
              <a:blip r:embed="rId64"/>
            </p:blipFill>
            <p:spPr>
              <a:xfrm>
                <a:off x="3203230" y="4942957"/>
                <a:ext cx="20331" cy="45193"/>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35" name="墨迹 34"/>
              <p14:cNvContentPartPr/>
              <p14:nvPr/>
            </p14:nvContentPartPr>
            <p14:xfrm>
              <a:off x="3284314" y="4862740"/>
              <a:ext cx="65853" cy="28245"/>
            </p14:xfrm>
          </p:contentPart>
        </mc:Choice>
        <mc:Fallback xmlns="">
          <p:pic>
            <p:nvPicPr>
              <p:cNvPr id="35" name="墨迹 34"/>
            </p:nvPicPr>
            <p:blipFill>
              <a:blip r:embed="rId66"/>
            </p:blipFill>
            <p:spPr>
              <a:xfrm>
                <a:off x="3284314" y="4862740"/>
                <a:ext cx="65853" cy="28245"/>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36" name="墨迹 35"/>
              <p14:cNvContentPartPr/>
              <p14:nvPr/>
            </p14:nvContentPartPr>
            <p14:xfrm>
              <a:off x="3288001" y="4843533"/>
              <a:ext cx="37286" cy="118631"/>
            </p14:xfrm>
          </p:contentPart>
        </mc:Choice>
        <mc:Fallback xmlns="">
          <p:pic>
            <p:nvPicPr>
              <p:cNvPr id="36" name="墨迹 35"/>
            </p:nvPicPr>
            <p:blipFill>
              <a:blip r:embed="rId68"/>
            </p:blipFill>
            <p:spPr>
              <a:xfrm>
                <a:off x="3288001" y="4843533"/>
                <a:ext cx="37286" cy="118631"/>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37" name="墨迹 36"/>
              <p14:cNvContentPartPr/>
              <p14:nvPr/>
            </p14:nvContentPartPr>
            <p14:xfrm>
              <a:off x="3329813" y="4920360"/>
              <a:ext cx="42959" cy="30505"/>
            </p14:xfrm>
          </p:contentPart>
        </mc:Choice>
        <mc:Fallback xmlns="">
          <p:pic>
            <p:nvPicPr>
              <p:cNvPr id="37" name="墨迹 36"/>
            </p:nvPicPr>
            <p:blipFill>
              <a:blip r:embed="rId70"/>
            </p:blipFill>
            <p:spPr>
              <a:xfrm>
                <a:off x="3329813" y="4920360"/>
                <a:ext cx="42959" cy="30505"/>
              </a:xfrm>
              <a:prstGeom prst="rect"/>
            </p:spPr>
          </p:pic>
        </mc:Fallback>
      </mc:AlternateContent>
      <mc:AlternateContent xmlns:mc="http://schemas.openxmlformats.org/markup-compatibility/2006" xmlns:p14="http://schemas.microsoft.com/office/powerpoint/2010/main">
        <mc:Choice Requires="p14">
          <p:contentPart r:id="rId71" p14:bwMode="auto">
            <p14:nvContentPartPr>
              <p14:cNvPr id="38" name="墨迹 37"/>
              <p14:cNvContentPartPr/>
              <p14:nvPr/>
            </p14:nvContentPartPr>
            <p14:xfrm>
              <a:off x="3430412" y="4915841"/>
              <a:ext cx="10177" cy="14688"/>
            </p14:xfrm>
          </p:contentPart>
        </mc:Choice>
        <mc:Fallback xmlns="">
          <p:pic>
            <p:nvPicPr>
              <p:cNvPr id="38" name="墨迹 37"/>
            </p:nvPicPr>
            <p:blipFill>
              <a:blip r:embed="rId72"/>
            </p:blipFill>
            <p:spPr>
              <a:xfrm>
                <a:off x="3430412" y="4915841"/>
                <a:ext cx="10177" cy="14688"/>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39" name="墨迹 38"/>
              <p14:cNvContentPartPr/>
              <p14:nvPr/>
            </p14:nvContentPartPr>
            <p14:xfrm>
              <a:off x="3488052" y="4761550"/>
              <a:ext cx="49163" cy="167849"/>
            </p14:xfrm>
          </p:contentPart>
        </mc:Choice>
        <mc:Fallback xmlns="">
          <p:pic>
            <p:nvPicPr>
              <p:cNvPr id="39" name="墨迹 38"/>
            </p:nvPicPr>
            <p:blipFill>
              <a:blip r:embed="rId74"/>
            </p:blipFill>
            <p:spPr>
              <a:xfrm>
                <a:off x="3488052" y="4761550"/>
                <a:ext cx="49163" cy="167849"/>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40" name="墨迹 39"/>
              <p14:cNvContentPartPr/>
              <p14:nvPr/>
            </p14:nvContentPartPr>
            <p14:xfrm>
              <a:off x="3485801" y="4894021"/>
              <a:ext cx="4525" cy="27469"/>
            </p14:xfrm>
          </p:contentPart>
        </mc:Choice>
        <mc:Fallback xmlns="">
          <p:pic>
            <p:nvPicPr>
              <p:cNvPr id="40" name="墨迹 39"/>
            </p:nvPicPr>
            <p:blipFill>
              <a:blip r:embed="rId76"/>
            </p:blipFill>
            <p:spPr>
              <a:xfrm>
                <a:off x="3485801" y="4894021"/>
                <a:ext cx="4525" cy="27469"/>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41" name="墨迹 40"/>
              <p14:cNvContentPartPr/>
              <p14:nvPr/>
            </p14:nvContentPartPr>
            <p14:xfrm>
              <a:off x="3560395" y="4857090"/>
              <a:ext cx="27132" cy="31636"/>
            </p14:xfrm>
          </p:contentPart>
        </mc:Choice>
        <mc:Fallback xmlns="">
          <p:pic>
            <p:nvPicPr>
              <p:cNvPr id="41" name="墨迹 40"/>
            </p:nvPicPr>
            <p:blipFill>
              <a:blip r:embed="rId78"/>
            </p:blipFill>
            <p:spPr>
              <a:xfrm>
                <a:off x="3560395" y="4857090"/>
                <a:ext cx="27132" cy="31636"/>
              </a:xfrm>
              <a:prstGeom prst="rect"/>
            </p:spPr>
          </p:pic>
        </mc:Fallback>
      </mc:AlternateContent>
      <mc:AlternateContent xmlns:mc="http://schemas.openxmlformats.org/markup-compatibility/2006" xmlns:p14="http://schemas.microsoft.com/office/powerpoint/2010/main">
        <mc:Choice Requires="p14">
          <p:contentPart r:id="rId79" p14:bwMode="auto">
            <p14:nvContentPartPr>
              <p14:cNvPr id="42" name="墨迹 41"/>
              <p14:cNvContentPartPr/>
              <p14:nvPr/>
            </p14:nvContentPartPr>
            <p14:xfrm>
              <a:off x="3628212" y="4771224"/>
              <a:ext cx="31657" cy="139251"/>
            </p14:xfrm>
          </p:contentPart>
        </mc:Choice>
        <mc:Fallback xmlns="">
          <p:pic>
            <p:nvPicPr>
              <p:cNvPr id="42" name="墨迹 41"/>
            </p:nvPicPr>
            <p:blipFill>
              <a:blip r:embed="rId80"/>
            </p:blipFill>
            <p:spPr>
              <a:xfrm>
                <a:off x="3628212" y="4771224"/>
                <a:ext cx="31657" cy="139251"/>
              </a:xfrm>
              <a:prstGeom prst="rect"/>
            </p:spPr>
          </p:pic>
        </mc:Fallback>
      </mc:AlternateContent>
      <mc:AlternateContent xmlns:mc="http://schemas.openxmlformats.org/markup-compatibility/2006" xmlns:p14="http://schemas.microsoft.com/office/powerpoint/2010/main">
        <mc:Choice Requires="p14">
          <p:contentPart r:id="rId81" p14:bwMode="auto">
            <p14:nvContentPartPr>
              <p14:cNvPr id="43" name="墨迹 42"/>
              <p14:cNvContentPartPr/>
              <p14:nvPr/>
            </p14:nvContentPartPr>
            <p14:xfrm>
              <a:off x="3693777" y="4744108"/>
              <a:ext cx="5652" cy="19208"/>
            </p14:xfrm>
          </p:contentPart>
        </mc:Choice>
        <mc:Fallback xmlns="">
          <p:pic>
            <p:nvPicPr>
              <p:cNvPr id="43" name="墨迹 42"/>
            </p:nvPicPr>
            <p:blipFill>
              <a:blip r:embed="rId82"/>
            </p:blipFill>
            <p:spPr>
              <a:xfrm>
                <a:off x="3693777" y="4744108"/>
                <a:ext cx="5652" cy="19208"/>
              </a:xfrm>
              <a:prstGeom prst="rect"/>
            </p:spPr>
          </p:pic>
        </mc:Fallback>
      </mc:AlternateContent>
      <mc:AlternateContent xmlns:mc="http://schemas.openxmlformats.org/markup-compatibility/2006" xmlns:p14="http://schemas.microsoft.com/office/powerpoint/2010/main">
        <mc:Choice Requires="p14">
          <p:contentPart r:id="rId83" p14:bwMode="auto">
            <p14:nvContentPartPr>
              <p14:cNvPr id="44" name="墨迹 43"/>
              <p14:cNvContentPartPr/>
              <p14:nvPr/>
            </p14:nvContentPartPr>
            <p14:xfrm>
              <a:off x="3675675" y="4791561"/>
              <a:ext cx="49737" cy="56491"/>
            </p14:xfrm>
          </p:contentPart>
        </mc:Choice>
        <mc:Fallback xmlns="">
          <p:pic>
            <p:nvPicPr>
              <p:cNvPr id="44" name="墨迹 43"/>
            </p:nvPicPr>
            <p:blipFill>
              <a:blip r:embed="rId84"/>
            </p:blipFill>
            <p:spPr>
              <a:xfrm>
                <a:off x="3675675" y="4791561"/>
                <a:ext cx="49737" cy="56491"/>
              </a:xfrm>
              <a:prstGeom prst="rect"/>
            </p:spPr>
          </p:pic>
        </mc:Fallback>
      </mc:AlternateContent>
      <mc:AlternateContent xmlns:mc="http://schemas.openxmlformats.org/markup-compatibility/2006" xmlns:p14="http://schemas.microsoft.com/office/powerpoint/2010/main">
        <mc:Choice Requires="p14">
          <p:contentPart r:id="rId85" p14:bwMode="auto">
            <p14:nvContentPartPr>
              <p14:cNvPr id="45" name="墨迹 44"/>
              <p14:cNvContentPartPr/>
              <p14:nvPr/>
            </p14:nvContentPartPr>
            <p14:xfrm>
              <a:off x="3673423" y="4857090"/>
              <a:ext cx="15829" cy="33330"/>
            </p14:xfrm>
          </p:contentPart>
        </mc:Choice>
        <mc:Fallback xmlns="">
          <p:pic>
            <p:nvPicPr>
              <p:cNvPr id="45" name="墨迹 44"/>
            </p:nvPicPr>
            <p:blipFill>
              <a:blip r:embed="rId86"/>
            </p:blipFill>
            <p:spPr>
              <a:xfrm>
                <a:off x="3673423" y="4857090"/>
                <a:ext cx="15829" cy="33330"/>
              </a:xfrm>
              <a:prstGeom prst="rect"/>
            </p:spPr>
          </p:pic>
        </mc:Fallback>
      </mc:AlternateContent>
      <mc:AlternateContent xmlns:mc="http://schemas.openxmlformats.org/markup-compatibility/2006" xmlns:p14="http://schemas.microsoft.com/office/powerpoint/2010/main">
        <mc:Choice Requires="p14">
          <p:contentPart r:id="rId87" p14:bwMode="auto">
            <p14:nvContentPartPr>
              <p14:cNvPr id="46" name="墨迹 45"/>
              <p14:cNvContentPartPr/>
              <p14:nvPr/>
            </p14:nvContentPartPr>
            <p14:xfrm>
              <a:off x="3705080" y="4839013"/>
              <a:ext cx="58766" cy="67789"/>
            </p14:xfrm>
          </p:contentPart>
        </mc:Choice>
        <mc:Fallback xmlns="">
          <p:pic>
            <p:nvPicPr>
              <p:cNvPr id="46" name="墨迹 45"/>
            </p:nvPicPr>
            <p:blipFill>
              <a:blip r:embed="rId88"/>
            </p:blipFill>
            <p:spPr>
              <a:xfrm>
                <a:off x="3705080" y="4839013"/>
                <a:ext cx="58766" cy="67789"/>
              </a:xfrm>
              <a:prstGeom prst="rect"/>
            </p:spPr>
          </p:pic>
        </mc:Fallback>
      </mc:AlternateContent>
      <mc:AlternateContent xmlns:mc="http://schemas.openxmlformats.org/markup-compatibility/2006" xmlns:p14="http://schemas.microsoft.com/office/powerpoint/2010/main">
        <mc:Choice Requires="p14">
          <p:contentPart r:id="rId89" p14:bwMode="auto">
            <p14:nvContentPartPr>
              <p14:cNvPr id="47" name="墨迹 46"/>
              <p14:cNvContentPartPr/>
              <p14:nvPr/>
            </p14:nvContentPartPr>
            <p14:xfrm>
              <a:off x="3757996" y="4760491"/>
              <a:ext cx="95699" cy="164388"/>
            </p14:xfrm>
          </p:contentPart>
        </mc:Choice>
        <mc:Fallback xmlns="">
          <p:pic>
            <p:nvPicPr>
              <p:cNvPr id="47" name="墨迹 46"/>
            </p:nvPicPr>
            <p:blipFill>
              <a:blip r:embed="rId90"/>
            </p:blipFill>
            <p:spPr>
              <a:xfrm>
                <a:off x="3757996" y="4760491"/>
                <a:ext cx="95699" cy="164388"/>
              </a:xfrm>
              <a:prstGeom prst="rect"/>
            </p:spPr>
          </p:pic>
        </mc:Fallback>
      </mc:AlternateContent>
      <mc:AlternateContent xmlns:mc="http://schemas.openxmlformats.org/markup-compatibility/2006" xmlns:p14="http://schemas.microsoft.com/office/powerpoint/2010/main">
        <mc:Choice Requires="p14">
          <p:contentPart r:id="rId91" p14:bwMode="auto">
            <p14:nvContentPartPr>
              <p14:cNvPr id="48" name="墨迹 47"/>
              <p14:cNvContentPartPr/>
              <p14:nvPr/>
            </p14:nvContentPartPr>
            <p14:xfrm>
              <a:off x="3770601" y="4827715"/>
              <a:ext cx="33931" cy="42934"/>
            </p14:xfrm>
          </p:contentPart>
        </mc:Choice>
        <mc:Fallback xmlns="">
          <p:pic>
            <p:nvPicPr>
              <p:cNvPr id="48" name="墨迹 47"/>
            </p:nvPicPr>
            <p:blipFill>
              <a:blip r:embed="rId92"/>
            </p:blipFill>
            <p:spPr>
              <a:xfrm>
                <a:off x="3770601" y="4827715"/>
                <a:ext cx="33931" cy="42934"/>
              </a:xfrm>
              <a:prstGeom prst="rect"/>
            </p:spPr>
          </p:pic>
        </mc:Fallback>
      </mc:AlternateContent>
      <mc:AlternateContent xmlns:mc="http://schemas.openxmlformats.org/markup-compatibility/2006" xmlns:p14="http://schemas.microsoft.com/office/powerpoint/2010/main">
        <mc:Choice Requires="p14">
          <p:contentPart r:id="rId93" p14:bwMode="auto">
            <p14:nvContentPartPr>
              <p14:cNvPr id="49" name="墨迹 48"/>
              <p14:cNvContentPartPr/>
              <p14:nvPr/>
            </p14:nvContentPartPr>
            <p14:xfrm>
              <a:off x="3884204" y="4746368"/>
              <a:ext cx="76316" cy="49712"/>
            </p14:xfrm>
          </p:contentPart>
        </mc:Choice>
        <mc:Fallback xmlns="">
          <p:pic>
            <p:nvPicPr>
              <p:cNvPr id="49" name="墨迹 48"/>
            </p:nvPicPr>
            <p:blipFill>
              <a:blip r:embed="rId94"/>
            </p:blipFill>
            <p:spPr>
              <a:xfrm>
                <a:off x="3884204" y="4746368"/>
                <a:ext cx="76316" cy="49712"/>
              </a:xfrm>
              <a:prstGeom prst="rect"/>
            </p:spPr>
          </p:pic>
        </mc:Fallback>
      </mc:AlternateContent>
      <mc:AlternateContent xmlns:mc="http://schemas.openxmlformats.org/markup-compatibility/2006" xmlns:p14="http://schemas.microsoft.com/office/powerpoint/2010/main">
        <mc:Choice Requires="p14">
          <p:contentPart r:id="rId95" p14:bwMode="auto">
            <p14:nvContentPartPr>
              <p14:cNvPr id="50" name="墨迹 49"/>
              <p14:cNvContentPartPr/>
              <p14:nvPr/>
            </p14:nvContentPartPr>
            <p14:xfrm>
              <a:off x="3942440" y="4764445"/>
              <a:ext cx="13555" cy="27116"/>
            </p14:xfrm>
          </p:contentPart>
        </mc:Choice>
        <mc:Fallback xmlns="">
          <p:pic>
            <p:nvPicPr>
              <p:cNvPr id="50" name="墨迹 49"/>
            </p:nvPicPr>
            <p:blipFill>
              <a:blip r:embed="rId96"/>
            </p:blipFill>
            <p:spPr>
              <a:xfrm>
                <a:off x="3942440" y="4764445"/>
                <a:ext cx="13555" cy="27116"/>
              </a:xfrm>
              <a:prstGeom prst="rect"/>
            </p:spPr>
          </p:pic>
        </mc:Fallback>
      </mc:AlternateContent>
      <mc:AlternateContent xmlns:mc="http://schemas.openxmlformats.org/markup-compatibility/2006" xmlns:p14="http://schemas.microsoft.com/office/powerpoint/2010/main">
        <mc:Choice Requires="p14">
          <p:contentPart r:id="rId97" p14:bwMode="auto">
            <p14:nvContentPartPr>
              <p14:cNvPr id="51" name="墨迹 50"/>
              <p14:cNvContentPartPr/>
              <p14:nvPr/>
            </p14:nvContentPartPr>
            <p14:xfrm>
              <a:off x="3890429" y="4829975"/>
              <a:ext cx="4526" cy="67012"/>
            </p14:xfrm>
          </p:contentPart>
        </mc:Choice>
        <mc:Fallback xmlns="">
          <p:pic>
            <p:nvPicPr>
              <p:cNvPr id="51" name="墨迹 50"/>
            </p:nvPicPr>
            <p:blipFill>
              <a:blip r:embed="rId98"/>
            </p:blipFill>
            <p:spPr>
              <a:xfrm>
                <a:off x="3890429" y="4829975"/>
                <a:ext cx="4526" cy="67012"/>
              </a:xfrm>
              <a:prstGeom prst="rect"/>
            </p:spPr>
          </p:pic>
        </mc:Fallback>
      </mc:AlternateContent>
      <mc:AlternateContent xmlns:mc="http://schemas.openxmlformats.org/markup-compatibility/2006" xmlns:p14="http://schemas.microsoft.com/office/powerpoint/2010/main">
        <mc:Choice Requires="p14">
          <p:contentPart r:id="rId99" p14:bwMode="auto">
            <p14:nvContentPartPr>
              <p14:cNvPr id="52" name="墨迹 51"/>
              <p14:cNvContentPartPr/>
              <p14:nvPr/>
            </p14:nvContentPartPr>
            <p14:xfrm>
              <a:off x="3906258" y="4805119"/>
              <a:ext cx="49736" cy="119760"/>
            </p14:xfrm>
          </p:contentPart>
        </mc:Choice>
        <mc:Fallback xmlns="">
          <p:pic>
            <p:nvPicPr>
              <p:cNvPr id="52" name="墨迹 51"/>
            </p:nvPicPr>
            <p:blipFill>
              <a:blip r:embed="rId100"/>
            </p:blipFill>
            <p:spPr>
              <a:xfrm>
                <a:off x="3906258" y="4805119"/>
                <a:ext cx="49736" cy="119760"/>
              </a:xfrm>
              <a:prstGeom prst="rect"/>
            </p:spPr>
          </p:pic>
        </mc:Fallback>
      </mc:AlternateContent>
      <mc:AlternateContent xmlns:mc="http://schemas.openxmlformats.org/markup-compatibility/2006" xmlns:p14="http://schemas.microsoft.com/office/powerpoint/2010/main">
        <mc:Choice Requires="p14">
          <p:contentPart r:id="rId101" p14:bwMode="auto">
            <p14:nvContentPartPr>
              <p14:cNvPr id="53" name="墨迹 52"/>
              <p14:cNvContentPartPr/>
              <p14:nvPr/>
            </p14:nvContentPartPr>
            <p14:xfrm>
              <a:off x="3908531" y="4829975"/>
              <a:ext cx="20332" cy="31634"/>
            </p14:xfrm>
          </p:contentPart>
        </mc:Choice>
        <mc:Fallback xmlns="">
          <p:pic>
            <p:nvPicPr>
              <p:cNvPr id="53" name="墨迹 52"/>
            </p:nvPicPr>
            <p:blipFill>
              <a:blip r:embed="rId102"/>
            </p:blipFill>
            <p:spPr>
              <a:xfrm>
                <a:off x="3908531" y="4829975"/>
                <a:ext cx="20332" cy="31634"/>
              </a:xfrm>
              <a:prstGeom prst="rect"/>
            </p:spPr>
          </p:pic>
        </mc:Fallback>
      </mc:AlternateContent>
      <mc:AlternateContent xmlns:mc="http://schemas.openxmlformats.org/markup-compatibility/2006" xmlns:p14="http://schemas.microsoft.com/office/powerpoint/2010/main">
        <mc:Choice Requires="p14">
          <p:contentPart r:id="rId103" p14:bwMode="auto">
            <p14:nvContentPartPr>
              <p14:cNvPr id="54" name="墨迹 53"/>
              <p14:cNvContentPartPr/>
              <p14:nvPr/>
            </p14:nvContentPartPr>
            <p14:xfrm>
              <a:off x="3989903" y="4726597"/>
              <a:ext cx="49759" cy="80782"/>
            </p14:xfrm>
          </p:contentPart>
        </mc:Choice>
        <mc:Fallback xmlns="">
          <p:pic>
            <p:nvPicPr>
              <p:cNvPr id="54" name="墨迹 53"/>
            </p:nvPicPr>
            <p:blipFill>
              <a:blip r:embed="rId104"/>
            </p:blipFill>
            <p:spPr>
              <a:xfrm>
                <a:off x="3989903" y="4726597"/>
                <a:ext cx="49759" cy="80782"/>
              </a:xfrm>
              <a:prstGeom prst="rect"/>
            </p:spPr>
          </p:pic>
        </mc:Fallback>
      </mc:AlternateContent>
      <mc:AlternateContent xmlns:mc="http://schemas.openxmlformats.org/markup-compatibility/2006" xmlns:p14="http://schemas.microsoft.com/office/powerpoint/2010/main">
        <mc:Choice Requires="p14">
          <p:contentPart r:id="rId105" p14:bwMode="auto">
            <p14:nvContentPartPr>
              <p14:cNvPr id="55" name="墨迹 54"/>
              <p14:cNvContentPartPr/>
              <p14:nvPr/>
            </p14:nvContentPartPr>
            <p14:xfrm>
              <a:off x="3992155" y="4768965"/>
              <a:ext cx="70091" cy="101684"/>
            </p14:xfrm>
          </p:contentPart>
        </mc:Choice>
        <mc:Fallback xmlns="">
          <p:pic>
            <p:nvPicPr>
              <p:cNvPr id="55" name="墨迹 54"/>
            </p:nvPicPr>
            <p:blipFill>
              <a:blip r:embed="rId106"/>
            </p:blipFill>
            <p:spPr>
              <a:xfrm>
                <a:off x="3992155" y="4768965"/>
                <a:ext cx="70091" cy="101684"/>
              </a:xfrm>
              <a:prstGeom prst="rect"/>
            </p:spPr>
          </p:pic>
        </mc:Fallback>
      </mc:AlternateContent>
      <mc:AlternateContent xmlns:mc="http://schemas.openxmlformats.org/markup-compatibility/2006" xmlns:p14="http://schemas.microsoft.com/office/powerpoint/2010/main">
        <mc:Choice Requires="p14">
          <p:contentPart r:id="rId107" p14:bwMode="auto">
            <p14:nvContentPartPr>
              <p14:cNvPr id="56" name="墨迹 55"/>
              <p14:cNvContentPartPr/>
              <p14:nvPr/>
            </p14:nvContentPartPr>
            <p14:xfrm>
              <a:off x="4015908" y="4818677"/>
              <a:ext cx="16955" cy="38413"/>
            </p14:xfrm>
          </p:contentPart>
        </mc:Choice>
        <mc:Fallback xmlns="">
          <p:pic>
            <p:nvPicPr>
              <p:cNvPr id="56" name="墨迹 55"/>
            </p:nvPicPr>
            <p:blipFill>
              <a:blip r:embed="rId108"/>
            </p:blipFill>
            <p:spPr>
              <a:xfrm>
                <a:off x="4015908" y="4818677"/>
                <a:ext cx="16955" cy="38413"/>
              </a:xfrm>
              <a:prstGeom prst="rect"/>
            </p:spPr>
          </p:pic>
        </mc:Fallback>
      </mc:AlternateContent>
      <mc:AlternateContent xmlns:mc="http://schemas.openxmlformats.org/markup-compatibility/2006" xmlns:p14="http://schemas.microsoft.com/office/powerpoint/2010/main">
        <mc:Choice Requires="p14">
          <p:contentPart r:id="rId109" p14:bwMode="auto">
            <p14:nvContentPartPr>
              <p14:cNvPr id="57" name="墨迹 56"/>
              <p14:cNvContentPartPr/>
              <p14:nvPr/>
            </p14:nvContentPartPr>
            <p14:xfrm>
              <a:off x="4058294" y="4723772"/>
              <a:ext cx="62718" cy="110722"/>
            </p14:xfrm>
          </p:contentPart>
        </mc:Choice>
        <mc:Fallback xmlns="">
          <p:pic>
            <p:nvPicPr>
              <p:cNvPr id="57" name="墨迹 56"/>
            </p:nvPicPr>
            <p:blipFill>
              <a:blip r:embed="rId110"/>
            </p:blipFill>
            <p:spPr>
              <a:xfrm>
                <a:off x="4058294" y="4723772"/>
                <a:ext cx="62718" cy="110722"/>
              </a:xfrm>
              <a:prstGeom prst="rect"/>
            </p:spPr>
          </p:pic>
        </mc:Fallback>
      </mc:AlternateContent>
      <mc:AlternateContent xmlns:mc="http://schemas.openxmlformats.org/markup-compatibility/2006" xmlns:p14="http://schemas.microsoft.com/office/powerpoint/2010/main">
        <mc:Choice Requires="p14">
          <p:contentPart r:id="rId111" p14:bwMode="auto">
            <p14:nvContentPartPr>
              <p14:cNvPr id="58" name="墨迹 57"/>
              <p14:cNvContentPartPr/>
              <p14:nvPr/>
            </p14:nvContentPartPr>
            <p14:xfrm>
              <a:off x="4100680" y="4805119"/>
              <a:ext cx="9029" cy="57973"/>
            </p14:xfrm>
          </p:contentPart>
        </mc:Choice>
        <mc:Fallback xmlns="">
          <p:pic>
            <p:nvPicPr>
              <p:cNvPr id="58" name="墨迹 57"/>
            </p:nvPicPr>
            <p:blipFill>
              <a:blip r:embed="rId112"/>
            </p:blipFill>
            <p:spPr>
              <a:xfrm>
                <a:off x="4100680" y="4805119"/>
                <a:ext cx="9029" cy="57973"/>
              </a:xfrm>
              <a:prstGeom prst="rect"/>
            </p:spPr>
          </p:pic>
        </mc:Fallback>
      </mc:AlternateContent>
      <mc:AlternateContent xmlns:mc="http://schemas.openxmlformats.org/markup-compatibility/2006" xmlns:p14="http://schemas.microsoft.com/office/powerpoint/2010/main">
        <mc:Choice Requires="p14">
          <p:contentPart r:id="rId113" p14:bwMode="auto">
            <p14:nvContentPartPr>
              <p14:cNvPr id="59" name="墨迹 58"/>
              <p14:cNvContentPartPr/>
              <p14:nvPr/>
            </p14:nvContentPartPr>
            <p14:xfrm>
              <a:off x="4132292" y="4793820"/>
              <a:ext cx="30553" cy="35025"/>
            </p14:xfrm>
          </p:contentPart>
        </mc:Choice>
        <mc:Fallback xmlns="">
          <p:pic>
            <p:nvPicPr>
              <p:cNvPr id="59" name="墨迹 58"/>
            </p:nvPicPr>
            <p:blipFill>
              <a:blip r:embed="rId114"/>
            </p:blipFill>
            <p:spPr>
              <a:xfrm>
                <a:off x="4132292" y="4793820"/>
                <a:ext cx="30553" cy="35025"/>
              </a:xfrm>
              <a:prstGeom prst="rect"/>
            </p:spPr>
          </p:pic>
        </mc:Fallback>
      </mc:AlternateContent>
      <mc:AlternateContent xmlns:mc="http://schemas.openxmlformats.org/markup-compatibility/2006" xmlns:p14="http://schemas.microsoft.com/office/powerpoint/2010/main">
        <mc:Choice Requires="p14">
          <p:contentPart r:id="rId115" p14:bwMode="auto">
            <p14:nvContentPartPr>
              <p14:cNvPr id="60" name="墨迹 59"/>
              <p14:cNvContentPartPr/>
              <p14:nvPr/>
            </p14:nvContentPartPr>
            <p14:xfrm>
              <a:off x="4173000" y="4681615"/>
              <a:ext cx="76295" cy="100131"/>
            </p14:xfrm>
          </p:contentPart>
        </mc:Choice>
        <mc:Fallback xmlns="">
          <p:pic>
            <p:nvPicPr>
              <p:cNvPr id="60" name="墨迹 59"/>
            </p:nvPicPr>
            <p:blipFill>
              <a:blip r:embed="rId116"/>
            </p:blipFill>
            <p:spPr>
              <a:xfrm>
                <a:off x="4173000" y="4681615"/>
                <a:ext cx="76295" cy="100131"/>
              </a:xfrm>
              <a:prstGeom prst="rect"/>
            </p:spPr>
          </p:pic>
        </mc:Fallback>
      </mc:AlternateContent>
      <mc:AlternateContent xmlns:mc="http://schemas.openxmlformats.org/markup-compatibility/2006" xmlns:p14="http://schemas.microsoft.com/office/powerpoint/2010/main">
        <mc:Choice Requires="p14">
          <p:contentPart r:id="rId117" p14:bwMode="auto">
            <p14:nvContentPartPr>
              <p14:cNvPr id="61" name="墨迹 60"/>
              <p14:cNvContentPartPr/>
              <p14:nvPr/>
            </p14:nvContentPartPr>
            <p14:xfrm>
              <a:off x="4214834" y="4738106"/>
              <a:ext cx="14680" cy="141581"/>
            </p14:xfrm>
          </p:contentPart>
        </mc:Choice>
        <mc:Fallback xmlns="">
          <p:pic>
            <p:nvPicPr>
              <p:cNvPr id="61" name="墨迹 60"/>
            </p:nvPicPr>
            <p:blipFill>
              <a:blip r:embed="rId118"/>
            </p:blipFill>
            <p:spPr>
              <a:xfrm>
                <a:off x="4214834" y="4738106"/>
                <a:ext cx="14680" cy="141581"/>
              </a:xfrm>
              <a:prstGeom prst="rect"/>
            </p:spPr>
          </p:pic>
        </mc:Fallback>
      </mc:AlternateContent>
      <mc:AlternateContent xmlns:mc="http://schemas.openxmlformats.org/markup-compatibility/2006" xmlns:p14="http://schemas.microsoft.com/office/powerpoint/2010/main">
        <mc:Choice Requires="p14">
          <p:contentPart r:id="rId119" p14:bwMode="auto">
            <p14:nvContentPartPr>
              <p14:cNvPr id="62" name="墨迹 61"/>
              <p14:cNvContentPartPr/>
              <p14:nvPr/>
            </p14:nvContentPartPr>
            <p14:xfrm>
              <a:off x="4191102" y="4792691"/>
              <a:ext cx="59892" cy="43498"/>
            </p14:xfrm>
          </p:contentPart>
        </mc:Choice>
        <mc:Fallback xmlns="">
          <p:pic>
            <p:nvPicPr>
              <p:cNvPr id="62" name="墨迹 61"/>
            </p:nvPicPr>
            <p:blipFill>
              <a:blip r:embed="rId120"/>
            </p:blipFill>
            <p:spPr>
              <a:xfrm>
                <a:off x="4191102" y="4792691"/>
                <a:ext cx="59892" cy="43498"/>
              </a:xfrm>
              <a:prstGeom prst="rect"/>
            </p:spPr>
          </p:pic>
        </mc:Fallback>
      </mc:AlternateContent>
      <mc:AlternateContent xmlns:mc="http://schemas.openxmlformats.org/markup-compatibility/2006" xmlns:p14="http://schemas.microsoft.com/office/powerpoint/2010/main">
        <mc:Choice Requires="p14">
          <p:contentPart r:id="rId121" p14:bwMode="auto">
            <p14:nvContentPartPr>
              <p14:cNvPr id="63" name="墨迹 62"/>
              <p14:cNvContentPartPr/>
              <p14:nvPr/>
            </p14:nvContentPartPr>
            <p14:xfrm>
              <a:off x="4254946" y="4692702"/>
              <a:ext cx="74042" cy="118066"/>
            </p14:xfrm>
          </p:contentPart>
        </mc:Choice>
        <mc:Fallback xmlns="">
          <p:pic>
            <p:nvPicPr>
              <p:cNvPr id="63" name="墨迹 62"/>
            </p:nvPicPr>
            <p:blipFill>
              <a:blip r:embed="rId122"/>
            </p:blipFill>
            <p:spPr>
              <a:xfrm>
                <a:off x="4254946" y="4692702"/>
                <a:ext cx="74042" cy="118066"/>
              </a:xfrm>
              <a:prstGeom prst="rect"/>
            </p:spPr>
          </p:pic>
        </mc:Fallback>
      </mc:AlternateContent>
      <mc:AlternateContent xmlns:mc="http://schemas.openxmlformats.org/markup-compatibility/2006" xmlns:p14="http://schemas.microsoft.com/office/powerpoint/2010/main">
        <mc:Choice Requires="p14">
          <p:contentPart r:id="rId123" p14:bwMode="auto">
            <p14:nvContentPartPr>
              <p14:cNvPr id="64" name="墨迹 63"/>
              <p14:cNvContentPartPr/>
              <p14:nvPr/>
            </p14:nvContentPartPr>
            <p14:xfrm>
              <a:off x="4248169" y="4782522"/>
              <a:ext cx="42385" cy="82830"/>
            </p14:xfrm>
          </p:contentPart>
        </mc:Choice>
        <mc:Fallback xmlns="">
          <p:pic>
            <p:nvPicPr>
              <p:cNvPr id="64" name="墨迹 63"/>
            </p:nvPicPr>
            <p:blipFill>
              <a:blip r:embed="rId124"/>
            </p:blipFill>
            <p:spPr>
              <a:xfrm>
                <a:off x="4248169" y="4782522"/>
                <a:ext cx="42385" cy="82830"/>
              </a:xfrm>
              <a:prstGeom prst="rect"/>
            </p:spPr>
          </p:pic>
        </mc:Fallback>
      </mc:AlternateContent>
      <mc:AlternateContent xmlns:mc="http://schemas.openxmlformats.org/markup-compatibility/2006" xmlns:p14="http://schemas.microsoft.com/office/powerpoint/2010/main">
        <mc:Choice Requires="p14">
          <p:contentPart r:id="rId125" p14:bwMode="auto">
            <p14:nvContentPartPr>
              <p14:cNvPr id="65" name="墨迹 64"/>
              <p14:cNvContentPartPr/>
              <p14:nvPr/>
            </p14:nvContentPartPr>
            <p14:xfrm>
              <a:off x="4277000" y="4832234"/>
              <a:ext cx="56536" cy="33895"/>
            </p14:xfrm>
          </p:contentPart>
        </mc:Choice>
        <mc:Fallback xmlns="">
          <p:pic>
            <p:nvPicPr>
              <p:cNvPr id="65" name="墨迹 64"/>
            </p:nvPicPr>
            <p:blipFill>
              <a:blip r:embed="rId126"/>
            </p:blipFill>
            <p:spPr>
              <a:xfrm>
                <a:off x="4277000" y="4832234"/>
                <a:ext cx="56536" cy="33895"/>
              </a:xfrm>
              <a:prstGeom prst="rect"/>
            </p:spPr>
          </p:pic>
        </mc:Fallback>
      </mc:AlternateContent>
      <mc:AlternateContent xmlns:mc="http://schemas.openxmlformats.org/markup-compatibility/2006" xmlns:p14="http://schemas.microsoft.com/office/powerpoint/2010/main">
        <mc:Choice Requires="p14">
          <p:contentPart r:id="rId127" p14:bwMode="auto">
            <p14:nvContentPartPr>
              <p14:cNvPr id="66" name="墨迹 65"/>
              <p14:cNvContentPartPr/>
              <p14:nvPr/>
            </p14:nvContentPartPr>
            <p14:xfrm>
              <a:off x="4308634" y="4814157"/>
              <a:ext cx="3400" cy="5649"/>
            </p14:xfrm>
          </p:contentPart>
        </mc:Choice>
        <mc:Fallback xmlns="">
          <p:pic>
            <p:nvPicPr>
              <p:cNvPr id="66" name="墨迹 65"/>
            </p:nvPicPr>
            <p:blipFill>
              <a:blip r:embed="rId128"/>
            </p:blipFill>
            <p:spPr>
              <a:xfrm>
                <a:off x="4308634" y="4814157"/>
                <a:ext cx="3400" cy="5649"/>
              </a:xfrm>
              <a:prstGeom prst="rect"/>
            </p:spPr>
          </p:pic>
        </mc:Fallback>
      </mc:AlternateContent>
      <mc:AlternateContent xmlns:mc="http://schemas.openxmlformats.org/markup-compatibility/2006" xmlns:p14="http://schemas.microsoft.com/office/powerpoint/2010/main">
        <mc:Choice Requires="p14">
          <p:contentPart r:id="rId129" p14:bwMode="auto">
            <p14:nvContentPartPr>
              <p14:cNvPr id="67" name="墨迹 66"/>
              <p14:cNvContentPartPr/>
              <p14:nvPr/>
            </p14:nvContentPartPr>
            <p14:xfrm>
              <a:off x="4343691" y="4814157"/>
              <a:ext cx="70003" cy="39989"/>
            </p14:xfrm>
          </p:contentPart>
        </mc:Choice>
        <mc:Fallback xmlns="">
          <p:pic>
            <p:nvPicPr>
              <p:cNvPr id="67" name="墨迹 66"/>
            </p:nvPicPr>
            <p:blipFill>
              <a:blip r:embed="rId130"/>
            </p:blipFill>
            <p:spPr>
              <a:xfrm>
                <a:off x="4343691" y="4814157"/>
                <a:ext cx="70003" cy="39989"/>
              </a:xfrm>
              <a:prstGeom prst="rect"/>
            </p:spPr>
          </p:pic>
        </mc:Fallback>
      </mc:AlternateContent>
      <mc:AlternateContent xmlns:mc="http://schemas.openxmlformats.org/markup-compatibility/2006" xmlns:p14="http://schemas.microsoft.com/office/powerpoint/2010/main">
        <mc:Choice Requires="p14">
          <p:contentPart r:id="rId131" p14:bwMode="auto">
            <p14:nvContentPartPr>
              <p14:cNvPr id="68" name="墨迹 67"/>
              <p14:cNvContentPartPr/>
              <p14:nvPr/>
            </p14:nvContentPartPr>
            <p14:xfrm>
              <a:off x="4410934" y="4662762"/>
              <a:ext cx="8477" cy="10168"/>
            </p14:xfrm>
          </p:contentPart>
        </mc:Choice>
        <mc:Fallback xmlns="">
          <p:pic>
            <p:nvPicPr>
              <p:cNvPr id="68" name="墨迹 67"/>
            </p:nvPicPr>
            <p:blipFill>
              <a:blip r:embed="rId132"/>
            </p:blipFill>
            <p:spPr>
              <a:xfrm>
                <a:off x="4410934" y="4662762"/>
                <a:ext cx="8477" cy="10168"/>
              </a:xfrm>
              <a:prstGeom prst="rect"/>
            </p:spPr>
          </p:pic>
        </mc:Fallback>
      </mc:AlternateContent>
      <mc:AlternateContent xmlns:mc="http://schemas.openxmlformats.org/markup-compatibility/2006" xmlns:p14="http://schemas.microsoft.com/office/powerpoint/2010/main">
        <mc:Choice Requires="p14">
          <p:contentPart r:id="rId133" p14:bwMode="auto">
            <p14:nvContentPartPr>
              <p14:cNvPr id="69" name="墨迹 68"/>
              <p14:cNvContentPartPr/>
              <p14:nvPr/>
            </p14:nvContentPartPr>
            <p14:xfrm>
              <a:off x="4365149" y="4703435"/>
              <a:ext cx="161639" cy="137838"/>
            </p14:xfrm>
          </p:contentPart>
        </mc:Choice>
        <mc:Fallback xmlns="">
          <p:pic>
            <p:nvPicPr>
              <p:cNvPr id="69" name="墨迹 68"/>
            </p:nvPicPr>
            <p:blipFill>
              <a:blip r:embed="rId134"/>
            </p:blipFill>
            <p:spPr>
              <a:xfrm>
                <a:off x="4365149" y="4703435"/>
                <a:ext cx="161639" cy="137838"/>
              </a:xfrm>
              <a:prstGeom prst="rect"/>
            </p:spPr>
          </p:pic>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739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p:nvPr>
            <p:ph type="title"/>
          </p:nvPr>
        </p:nvSpPr>
        <p:spPr>
          <a:xfrm>
            <a:off x="468313" y="1044575"/>
            <a:ext cx="8566150" cy="579438"/>
          </a:xfrm>
        </p:spPr>
        <p:txBody>
          <a:bodyPr/>
          <a:lstStyle/>
          <a:p>
            <a:pPr eaLnBrk="1" hangingPunct="1"/>
            <a:r>
              <a:rPr lang="en-US" altLang="zh-CN" sz="3200" b="1" dirty="0">
                <a:latin typeface="Times New Roman" panose="02020503050405090304" pitchFamily="18" charset="0"/>
              </a:rPr>
              <a:t>2</a:t>
            </a:r>
            <a:r>
              <a:rPr lang="zh-CN" altLang="en-US" sz="3200" b="1" dirty="0">
                <a:latin typeface="Times New Roman" panose="02020503050405090304" pitchFamily="18" charset="0"/>
              </a:rPr>
              <a:t>．转速反馈控制直流调速系统的动态数学模型</a:t>
            </a:r>
            <a:endParaRPr lang="zh-CN" altLang="en-US" sz="3200" b="1" dirty="0">
              <a:latin typeface="Times New Roman" panose="02020503050405090304" pitchFamily="18" charset="0"/>
            </a:endParaRPr>
          </a:p>
        </p:txBody>
      </p:sp>
      <p:sp>
        <p:nvSpPr>
          <p:cNvPr id="188419" name="Rectangle 3"/>
          <p:cNvSpPr/>
          <p:nvPr>
            <p:ph idx="1"/>
          </p:nvPr>
        </p:nvSpPr>
        <p:spPr>
          <a:xfrm>
            <a:off x="683568" y="2010652"/>
            <a:ext cx="7848600" cy="4829175"/>
          </a:xfrm>
        </p:spPr>
        <p:txBody>
          <a:bodyPr/>
          <a:lstStyle/>
          <a:p>
            <a:r>
              <a:rPr lang="zh-CN" altLang="en-US" sz="2800" dirty="0"/>
              <a:t>建立系统动态数学模型的基本步骤如下：</a:t>
            </a:r>
            <a:endParaRPr lang="zh-CN" altLang="en-US" sz="2800" dirty="0"/>
          </a:p>
          <a:p>
            <a:pPr lvl="0"/>
            <a:r>
              <a:rPr lang="zh-CN" altLang="en-US" sz="2800" dirty="0"/>
              <a:t>根据系统各环节的物理规律，列出描述该环节动态过程的微分方程。</a:t>
            </a:r>
            <a:endParaRPr lang="zh-CN" altLang="en-US" sz="2800" dirty="0"/>
          </a:p>
          <a:p>
            <a:pPr lvl="0"/>
            <a:r>
              <a:rPr lang="zh-CN" altLang="en-US" sz="2800" dirty="0"/>
              <a:t>求出各环节的传递函数。</a:t>
            </a:r>
            <a:endParaRPr lang="zh-CN" altLang="en-US" sz="2800" dirty="0"/>
          </a:p>
          <a:p>
            <a:pPr lvl="0"/>
            <a:r>
              <a:rPr lang="zh-CN" altLang="en-US" sz="2800" dirty="0"/>
              <a:t>组成系统的动态结构框图，并求出系统的传递函数。</a:t>
            </a:r>
            <a:endParaRPr lang="zh-CN" altLang="en-US" sz="2800" dirty="0"/>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标题 1"/>
          <p:cNvSpPr/>
          <p:nvPr>
            <p:ph type="title"/>
          </p:nvPr>
        </p:nvSpPr>
        <p:spPr/>
        <p:txBody>
          <a:bodyPr/>
          <a:lstStyle/>
          <a:p>
            <a:endParaRPr lang="zh-CN" altLang="en-US"/>
          </a:p>
        </p:txBody>
      </p:sp>
      <p:sp>
        <p:nvSpPr>
          <p:cNvPr id="189443" name="内容占位符 2"/>
          <p:cNvSpPr/>
          <p:nvPr>
            <p:ph idx="1"/>
          </p:nvPr>
        </p:nvSpPr>
        <p:spPr/>
        <p:txBody>
          <a:bodyPr/>
          <a:lstStyle/>
          <a:p>
            <a:endParaRPr lang="zh-CN" altLang="en-US"/>
          </a:p>
        </p:txBody>
      </p:sp>
      <p:pic>
        <p:nvPicPr>
          <p:cNvPr id="189444" name="Picture 8" descr="0218"/>
          <p:cNvPicPr>
            <a:picLocks noChangeAspect="1" noChangeArrowheads="1"/>
          </p:cNvPicPr>
          <p:nvPr/>
        </p:nvPicPr>
        <p:blipFill>
          <a:blip r:embed="rId1"/>
          <a:srcRect/>
          <a:stretch>
            <a:fillRect/>
          </a:stretch>
        </p:blipFill>
        <p:spPr bwMode="auto">
          <a:xfrm>
            <a:off x="468313" y="1844675"/>
            <a:ext cx="8172450" cy="3744913"/>
          </a:xfrm>
          <a:prstGeom prst="rect">
            <a:avLst/>
          </a:prstGeom>
          <a:noFill/>
          <a:ln w="9525">
            <a:noFill/>
            <a:miter lim="800000"/>
            <a:headEnd/>
            <a:tailEnd/>
          </a:ln>
        </p:spPr>
      </p:pic>
      <mc:AlternateContent xmlns:mc="http://schemas.openxmlformats.org/markup-compatibility/2006" xmlns:p14="http://schemas.microsoft.com/office/powerpoint/2010/main">
        <mc:Choice Requires="p14">
          <p:contentPart r:id="rId2" p14:bwMode="auto">
            <p14:nvContentPartPr>
              <p14:cNvPr id="2" name="墨迹 1"/>
              <p14:cNvContentPartPr/>
              <p14:nvPr/>
            </p14:nvContentPartPr>
            <p14:xfrm>
              <a:off x="5038816" y="1623549"/>
              <a:ext cx="4503" cy="86996"/>
            </p14:xfrm>
          </p:contentPart>
        </mc:Choice>
        <mc:Fallback xmlns="">
          <p:pic>
            <p:nvPicPr>
              <p:cNvPr id="2" name="墨迹 1"/>
            </p:nvPicPr>
            <p:blipFill>
              <a:blip r:embed="rId3"/>
            </p:blipFill>
            <p:spPr>
              <a:xfrm>
                <a:off x="5038816" y="1623549"/>
                <a:ext cx="4503" cy="86996"/>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3" name="墨迹 2"/>
              <p14:cNvContentPartPr/>
              <p14:nvPr/>
            </p14:nvContentPartPr>
            <p14:xfrm>
              <a:off x="5061421" y="1578356"/>
              <a:ext cx="94375" cy="115242"/>
            </p14:xfrm>
          </p:contentPart>
        </mc:Choice>
        <mc:Fallback xmlns="">
          <p:pic>
            <p:nvPicPr>
              <p:cNvPr id="3" name="墨迹 2"/>
            </p:nvPicPr>
            <p:blipFill>
              <a:blip r:embed="rId5"/>
            </p:blipFill>
            <p:spPr>
              <a:xfrm>
                <a:off x="5061421" y="1578356"/>
                <a:ext cx="94375" cy="115242"/>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4" name="墨迹 3"/>
              <p14:cNvContentPartPr/>
              <p14:nvPr/>
            </p14:nvContentPartPr>
            <p14:xfrm>
              <a:off x="5050119" y="1639367"/>
              <a:ext cx="47463" cy="45192"/>
            </p14:xfrm>
          </p:contentPart>
        </mc:Choice>
        <mc:Fallback xmlns="">
          <p:pic>
            <p:nvPicPr>
              <p:cNvPr id="4" name="墨迹 3"/>
            </p:nvPicPr>
            <p:blipFill>
              <a:blip r:embed="rId7"/>
            </p:blipFill>
            <p:spPr>
              <a:xfrm>
                <a:off x="5050119" y="1639367"/>
                <a:ext cx="47463" cy="45192"/>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5" name="墨迹 4"/>
              <p14:cNvContentPartPr/>
              <p14:nvPr/>
            </p14:nvContentPartPr>
            <p14:xfrm>
              <a:off x="5081731" y="1524125"/>
              <a:ext cx="66713" cy="198848"/>
            </p14:xfrm>
          </p:contentPart>
        </mc:Choice>
        <mc:Fallback xmlns="">
          <p:pic>
            <p:nvPicPr>
              <p:cNvPr id="5" name="墨迹 4"/>
            </p:nvPicPr>
            <p:blipFill>
              <a:blip r:embed="rId9"/>
            </p:blipFill>
            <p:spPr>
              <a:xfrm>
                <a:off x="5081731" y="1524125"/>
                <a:ext cx="66713" cy="198848"/>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6" name="墨迹 5"/>
              <p14:cNvContentPartPr/>
              <p14:nvPr/>
            </p14:nvContentPartPr>
            <p14:xfrm>
              <a:off x="5182618" y="1583441"/>
              <a:ext cx="100357" cy="109310"/>
            </p14:xfrm>
          </p:contentPart>
        </mc:Choice>
        <mc:Fallback xmlns="">
          <p:pic>
            <p:nvPicPr>
              <p:cNvPr id="6" name="墨迹 5"/>
            </p:nvPicPr>
            <p:blipFill>
              <a:blip r:embed="rId11"/>
            </p:blipFill>
            <p:spPr>
              <a:xfrm>
                <a:off x="5182618" y="1583441"/>
                <a:ext cx="100357" cy="10931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7" name="墨迹 6"/>
              <p14:cNvContentPartPr/>
              <p14:nvPr/>
            </p14:nvContentPartPr>
            <p14:xfrm>
              <a:off x="5200433" y="1517911"/>
              <a:ext cx="39560" cy="153090"/>
            </p14:xfrm>
          </p:contentPart>
        </mc:Choice>
        <mc:Fallback xmlns="">
          <p:pic>
            <p:nvPicPr>
              <p:cNvPr id="7" name="墨迹 6"/>
            </p:nvPicPr>
            <p:blipFill>
              <a:blip r:embed="rId13"/>
            </p:blipFill>
            <p:spPr>
              <a:xfrm>
                <a:off x="5200433" y="1517911"/>
                <a:ext cx="39560" cy="15309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8" name="墨迹 7"/>
              <p14:cNvContentPartPr/>
              <p14:nvPr/>
            </p14:nvContentPartPr>
            <p14:xfrm>
              <a:off x="5334941" y="1578356"/>
              <a:ext cx="9052" cy="62140"/>
            </p14:xfrm>
          </p:contentPart>
        </mc:Choice>
        <mc:Fallback xmlns="">
          <p:pic>
            <p:nvPicPr>
              <p:cNvPr id="8" name="墨迹 7"/>
            </p:nvPicPr>
            <p:blipFill>
              <a:blip r:embed="rId15"/>
            </p:blipFill>
            <p:spPr>
              <a:xfrm>
                <a:off x="5334941" y="1578356"/>
                <a:ext cx="9052" cy="6214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9" name="墨迹 8"/>
              <p14:cNvContentPartPr/>
              <p14:nvPr/>
            </p14:nvContentPartPr>
            <p14:xfrm>
              <a:off x="5366598" y="1533164"/>
              <a:ext cx="54241" cy="94904"/>
            </p14:xfrm>
          </p:contentPart>
        </mc:Choice>
        <mc:Fallback xmlns="">
          <p:pic>
            <p:nvPicPr>
              <p:cNvPr id="9" name="墨迹 8"/>
            </p:nvPicPr>
            <p:blipFill>
              <a:blip r:embed="rId17"/>
            </p:blipFill>
            <p:spPr>
              <a:xfrm>
                <a:off x="5366598" y="1533164"/>
                <a:ext cx="54241" cy="94904"/>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0" name="墨迹 9"/>
              <p14:cNvContentPartPr/>
              <p14:nvPr/>
            </p14:nvContentPartPr>
            <p14:xfrm>
              <a:off x="5342271" y="1580616"/>
              <a:ext cx="74042" cy="60445"/>
            </p14:xfrm>
          </p:contentPart>
        </mc:Choice>
        <mc:Fallback xmlns="">
          <p:pic>
            <p:nvPicPr>
              <p:cNvPr id="10" name="墨迹 9"/>
            </p:nvPicPr>
            <p:blipFill>
              <a:blip r:embed="rId19"/>
            </p:blipFill>
            <p:spPr>
              <a:xfrm>
                <a:off x="5342271" y="1580616"/>
                <a:ext cx="74042" cy="60445"/>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1" name="墨迹 10"/>
              <p14:cNvContentPartPr/>
              <p14:nvPr/>
            </p14:nvContentPartPr>
            <p14:xfrm>
              <a:off x="5362073" y="1484864"/>
              <a:ext cx="91548" cy="204215"/>
            </p14:xfrm>
          </p:contentPart>
        </mc:Choice>
        <mc:Fallback xmlns="">
          <p:pic>
            <p:nvPicPr>
              <p:cNvPr id="11" name="墨迹 10"/>
            </p:nvPicPr>
            <p:blipFill>
              <a:blip r:embed="rId21"/>
            </p:blipFill>
            <p:spPr>
              <a:xfrm>
                <a:off x="5362073" y="1484864"/>
                <a:ext cx="91548" cy="204215"/>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12" name="墨迹 11"/>
              <p14:cNvContentPartPr/>
              <p14:nvPr/>
            </p14:nvContentPartPr>
            <p14:xfrm>
              <a:off x="5462673" y="1487971"/>
              <a:ext cx="75720" cy="178511"/>
            </p14:xfrm>
          </p:contentPart>
        </mc:Choice>
        <mc:Fallback xmlns="">
          <p:pic>
            <p:nvPicPr>
              <p:cNvPr id="12" name="墨迹 11"/>
            </p:nvPicPr>
            <p:blipFill>
              <a:blip r:embed="rId23"/>
            </p:blipFill>
            <p:spPr>
              <a:xfrm>
                <a:off x="5462673" y="1487971"/>
                <a:ext cx="75720" cy="178511"/>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13" name="墨迹 12"/>
              <p14:cNvContentPartPr/>
              <p14:nvPr/>
            </p14:nvContentPartPr>
            <p14:xfrm>
              <a:off x="5479627" y="1569318"/>
              <a:ext cx="79120" cy="13558"/>
            </p14:xfrm>
          </p:contentPart>
        </mc:Choice>
        <mc:Fallback xmlns="">
          <p:pic>
            <p:nvPicPr>
              <p:cNvPr id="13" name="墨迹 12"/>
            </p:nvPicPr>
            <p:blipFill>
              <a:blip r:embed="rId25"/>
            </p:blipFill>
            <p:spPr>
              <a:xfrm>
                <a:off x="5479627" y="1569318"/>
                <a:ext cx="79120" cy="13558"/>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14" name="墨迹 13"/>
              <p14:cNvContentPartPr/>
              <p14:nvPr/>
            </p14:nvContentPartPr>
            <p14:xfrm>
              <a:off x="5617513" y="1433740"/>
              <a:ext cx="32782" cy="37284"/>
            </p14:xfrm>
          </p:contentPart>
        </mc:Choice>
        <mc:Fallback xmlns="">
          <p:pic>
            <p:nvPicPr>
              <p:cNvPr id="14" name="墨迹 13"/>
            </p:nvPicPr>
            <p:blipFill>
              <a:blip r:embed="rId27"/>
            </p:blipFill>
            <p:spPr>
              <a:xfrm>
                <a:off x="5617513" y="1433740"/>
                <a:ext cx="32782" cy="37284"/>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15" name="墨迹 14"/>
              <p14:cNvContentPartPr/>
              <p14:nvPr/>
            </p14:nvContentPartPr>
            <p14:xfrm>
              <a:off x="5590381" y="1474413"/>
              <a:ext cx="58788" cy="68919"/>
            </p14:xfrm>
          </p:contentPart>
        </mc:Choice>
        <mc:Fallback xmlns="">
          <p:pic>
            <p:nvPicPr>
              <p:cNvPr id="15" name="墨迹 14"/>
            </p:nvPicPr>
            <p:blipFill>
              <a:blip r:embed="rId29"/>
            </p:blipFill>
            <p:spPr>
              <a:xfrm>
                <a:off x="5590381" y="1474413"/>
                <a:ext cx="58788" cy="68919"/>
              </a:xfrm>
              <a:prstGeom prst="rect"/>
            </p:spPr>
          </p:pic>
        </mc:Fallback>
      </mc:AlternateContent>
      <mc:AlternateContent xmlns:mc="http://schemas.openxmlformats.org/markup-compatibility/2006" xmlns:p14="http://schemas.microsoft.com/office/powerpoint/2010/main">
        <mc:Choice Requires="p14">
          <p:contentPart r:id="rId30" p14:bwMode="auto">
            <p14:nvContentPartPr>
              <p14:cNvPr id="16" name="墨迹 15"/>
              <p14:cNvContentPartPr/>
              <p14:nvPr/>
            </p14:nvContentPartPr>
            <p14:xfrm>
              <a:off x="5622038" y="1495315"/>
              <a:ext cx="45233" cy="66094"/>
            </p14:xfrm>
          </p:contentPart>
        </mc:Choice>
        <mc:Fallback xmlns="">
          <p:pic>
            <p:nvPicPr>
              <p:cNvPr id="16" name="墨迹 15"/>
            </p:nvPicPr>
            <p:blipFill>
              <a:blip r:embed="rId31"/>
            </p:blipFill>
            <p:spPr>
              <a:xfrm>
                <a:off x="5622038" y="1495315"/>
                <a:ext cx="45233" cy="66094"/>
              </a:xfrm>
              <a:prstGeom prst="rect"/>
            </p:spPr>
          </p:pic>
        </mc:Fallback>
      </mc:AlternateContent>
      <mc:AlternateContent xmlns:mc="http://schemas.openxmlformats.org/markup-compatibility/2006" xmlns:p14="http://schemas.microsoft.com/office/powerpoint/2010/main">
        <mc:Choice Requires="p14">
          <p:contentPart r:id="rId32" p14:bwMode="auto">
            <p14:nvContentPartPr>
              <p14:cNvPr id="17" name="墨迹 16"/>
              <p14:cNvContentPartPr/>
              <p14:nvPr/>
            </p14:nvContentPartPr>
            <p14:xfrm>
              <a:off x="5590381" y="1537683"/>
              <a:ext cx="14703" cy="32765"/>
            </p14:xfrm>
          </p:contentPart>
        </mc:Choice>
        <mc:Fallback xmlns="">
          <p:pic>
            <p:nvPicPr>
              <p:cNvPr id="17" name="墨迹 16"/>
            </p:nvPicPr>
            <p:blipFill>
              <a:blip r:embed="rId33"/>
            </p:blipFill>
            <p:spPr>
              <a:xfrm>
                <a:off x="5590381" y="1537683"/>
                <a:ext cx="14703" cy="32765"/>
              </a:xfrm>
              <a:prstGeom prst="rect"/>
            </p:spPr>
          </p:pic>
        </mc:Fallback>
      </mc:AlternateContent>
      <mc:AlternateContent xmlns:mc="http://schemas.openxmlformats.org/markup-compatibility/2006" xmlns:p14="http://schemas.microsoft.com/office/powerpoint/2010/main">
        <mc:Choice Requires="p14">
          <p:contentPart r:id="rId34" p14:bwMode="auto">
            <p14:nvContentPartPr>
              <p14:cNvPr id="18" name="墨迹 17"/>
              <p14:cNvContentPartPr/>
              <p14:nvPr/>
            </p14:nvContentPartPr>
            <p14:xfrm>
              <a:off x="5600558" y="1546721"/>
              <a:ext cx="87023" cy="85302"/>
            </p14:xfrm>
          </p:contentPart>
        </mc:Choice>
        <mc:Fallback xmlns="">
          <p:pic>
            <p:nvPicPr>
              <p:cNvPr id="18" name="墨迹 17"/>
            </p:nvPicPr>
            <p:blipFill>
              <a:blip r:embed="rId35"/>
            </p:blipFill>
            <p:spPr>
              <a:xfrm>
                <a:off x="5600558" y="1546721"/>
                <a:ext cx="87023" cy="85302"/>
              </a:xfrm>
              <a:prstGeom prst="rect"/>
            </p:spPr>
          </p:pic>
        </mc:Fallback>
      </mc:AlternateContent>
      <mc:AlternateContent xmlns:mc="http://schemas.openxmlformats.org/markup-compatibility/2006" xmlns:p14="http://schemas.microsoft.com/office/powerpoint/2010/main">
        <mc:Choice Requires="p14">
          <p:contentPart r:id="rId36" p14:bwMode="auto">
            <p14:nvContentPartPr>
              <p14:cNvPr id="19" name="墨迹 18"/>
              <p14:cNvContentPartPr/>
              <p14:nvPr/>
            </p14:nvContentPartPr>
            <p14:xfrm>
              <a:off x="5631067" y="1580616"/>
              <a:ext cx="88171" cy="49712"/>
            </p14:xfrm>
          </p:contentPart>
        </mc:Choice>
        <mc:Fallback xmlns="">
          <p:pic>
            <p:nvPicPr>
              <p:cNvPr id="19" name="墨迹 18"/>
            </p:nvPicPr>
            <p:blipFill>
              <a:blip r:embed="rId37"/>
            </p:blipFill>
            <p:spPr>
              <a:xfrm>
                <a:off x="5631067" y="1580616"/>
                <a:ext cx="88171" cy="49712"/>
              </a:xfrm>
              <a:prstGeom prst="rect"/>
            </p:spPr>
          </p:pic>
        </mc:Fallback>
      </mc:AlternateContent>
      <mc:AlternateContent xmlns:mc="http://schemas.openxmlformats.org/markup-compatibility/2006" xmlns:p14="http://schemas.microsoft.com/office/powerpoint/2010/main">
        <mc:Choice Requires="p14">
          <p:contentPart r:id="rId38" p14:bwMode="auto">
            <p14:nvContentPartPr>
              <p14:cNvPr id="20" name="墨迹 19"/>
              <p14:cNvContentPartPr/>
              <p14:nvPr/>
            </p14:nvContentPartPr>
            <p14:xfrm>
              <a:off x="5716986" y="1477802"/>
              <a:ext cx="62740" cy="48583"/>
            </p14:xfrm>
          </p:contentPart>
        </mc:Choice>
        <mc:Fallback xmlns="">
          <p:pic>
            <p:nvPicPr>
              <p:cNvPr id="20" name="墨迹 19"/>
            </p:nvPicPr>
            <p:blipFill>
              <a:blip r:embed="rId39"/>
            </p:blipFill>
            <p:spPr>
              <a:xfrm>
                <a:off x="5716986" y="1477802"/>
                <a:ext cx="62740" cy="48583"/>
              </a:xfrm>
              <a:prstGeom prst="rect"/>
            </p:spPr>
          </p:pic>
        </mc:Fallback>
      </mc:AlternateContent>
      <mc:AlternateContent xmlns:mc="http://schemas.openxmlformats.org/markup-compatibility/2006" xmlns:p14="http://schemas.microsoft.com/office/powerpoint/2010/main">
        <mc:Choice Requires="p14">
          <p:contentPart r:id="rId40" p14:bwMode="auto">
            <p14:nvContentPartPr>
              <p14:cNvPr id="21" name="墨迹 20"/>
              <p14:cNvContentPartPr/>
              <p14:nvPr/>
            </p14:nvContentPartPr>
            <p14:xfrm>
              <a:off x="5747495" y="1472153"/>
              <a:ext cx="23731" cy="155915"/>
            </p14:xfrm>
          </p:contentPart>
        </mc:Choice>
        <mc:Fallback xmlns="">
          <p:pic>
            <p:nvPicPr>
              <p:cNvPr id="21" name="墨迹 20"/>
            </p:nvPicPr>
            <p:blipFill>
              <a:blip r:embed="rId41"/>
            </p:blipFill>
            <p:spPr>
              <a:xfrm>
                <a:off x="5747495" y="1472153"/>
                <a:ext cx="23731" cy="155915"/>
              </a:xfrm>
              <a:prstGeom prst="rect"/>
            </p:spPr>
          </p:pic>
        </mc:Fallback>
      </mc:AlternateContent>
      <mc:AlternateContent xmlns:mc="http://schemas.openxmlformats.org/markup-compatibility/2006" xmlns:p14="http://schemas.microsoft.com/office/powerpoint/2010/main">
        <mc:Choice Requires="p14">
          <p:contentPart r:id="rId42" p14:bwMode="auto">
            <p14:nvContentPartPr>
              <p14:cNvPr id="22" name="墨迹 21"/>
              <p14:cNvContentPartPr/>
              <p14:nvPr/>
            </p14:nvContentPartPr>
            <p14:xfrm>
              <a:off x="5741844" y="1548981"/>
              <a:ext cx="15828" cy="20337"/>
            </p14:xfrm>
          </p:contentPart>
        </mc:Choice>
        <mc:Fallback xmlns="">
          <p:pic>
            <p:nvPicPr>
              <p:cNvPr id="22" name="墨迹 21"/>
            </p:nvPicPr>
            <p:blipFill>
              <a:blip r:embed="rId43"/>
            </p:blipFill>
            <p:spPr>
              <a:xfrm>
                <a:off x="5741844" y="1548981"/>
                <a:ext cx="15828" cy="20337"/>
              </a:xfrm>
              <a:prstGeom prst="rect"/>
            </p:spPr>
          </p:pic>
        </mc:Fallback>
      </mc:AlternateContent>
      <mc:AlternateContent xmlns:mc="http://schemas.openxmlformats.org/markup-compatibility/2006" xmlns:p14="http://schemas.microsoft.com/office/powerpoint/2010/main">
        <mc:Choice Requires="p14">
          <p:contentPart r:id="rId44" p14:bwMode="auto">
            <p14:nvContentPartPr>
              <p14:cNvPr id="23" name="墨迹 22"/>
              <p14:cNvContentPartPr/>
              <p14:nvPr/>
            </p14:nvContentPartPr>
            <p14:xfrm>
              <a:off x="5797232" y="1456336"/>
              <a:ext cx="35034" cy="49712"/>
            </p14:xfrm>
          </p:contentPart>
        </mc:Choice>
        <mc:Fallback xmlns="">
          <p:pic>
            <p:nvPicPr>
              <p:cNvPr id="23" name="墨迹 22"/>
            </p:nvPicPr>
            <p:blipFill>
              <a:blip r:embed="rId45"/>
            </p:blipFill>
            <p:spPr>
              <a:xfrm>
                <a:off x="5797232" y="1456336"/>
                <a:ext cx="35034" cy="49712"/>
              </a:xfrm>
              <a:prstGeom prst="rect"/>
            </p:spPr>
          </p:pic>
        </mc:Fallback>
      </mc:AlternateContent>
      <mc:AlternateContent xmlns:mc="http://schemas.openxmlformats.org/markup-compatibility/2006" xmlns:p14="http://schemas.microsoft.com/office/powerpoint/2010/main">
        <mc:Choice Requires="p14">
          <p:contentPart r:id="rId46" p14:bwMode="auto">
            <p14:nvContentPartPr>
              <p14:cNvPr id="24" name="墨迹 23"/>
              <p14:cNvContentPartPr/>
              <p14:nvPr/>
            </p14:nvContentPartPr>
            <p14:xfrm>
              <a:off x="5781404" y="1460855"/>
              <a:ext cx="84771" cy="125763"/>
            </p14:xfrm>
          </p:contentPart>
        </mc:Choice>
        <mc:Fallback xmlns="">
          <p:pic>
            <p:nvPicPr>
              <p:cNvPr id="24" name="墨迹 23"/>
            </p:nvPicPr>
            <p:blipFill>
              <a:blip r:embed="rId47"/>
            </p:blipFill>
            <p:spPr>
              <a:xfrm>
                <a:off x="5781404" y="1460855"/>
                <a:ext cx="84771" cy="125763"/>
              </a:xfrm>
              <a:prstGeom prst="rect"/>
            </p:spPr>
          </p:pic>
        </mc:Fallback>
      </mc:AlternateContent>
      <mc:AlternateContent xmlns:mc="http://schemas.openxmlformats.org/markup-compatibility/2006" xmlns:p14="http://schemas.microsoft.com/office/powerpoint/2010/main">
        <mc:Choice Requires="p14">
          <p:contentPart r:id="rId48" p14:bwMode="auto">
            <p14:nvContentPartPr>
              <p14:cNvPr id="25" name="墨迹 24"/>
              <p14:cNvContentPartPr/>
              <p14:nvPr/>
            </p14:nvContentPartPr>
            <p14:xfrm>
              <a:off x="5800610" y="1530904"/>
              <a:ext cx="45211" cy="94340"/>
            </p14:xfrm>
          </p:contentPart>
        </mc:Choice>
        <mc:Fallback xmlns="">
          <p:pic>
            <p:nvPicPr>
              <p:cNvPr id="25" name="墨迹 24"/>
            </p:nvPicPr>
            <p:blipFill>
              <a:blip r:embed="rId49"/>
            </p:blipFill>
            <p:spPr>
              <a:xfrm>
                <a:off x="5800610" y="1530904"/>
                <a:ext cx="45211" cy="94340"/>
              </a:xfrm>
              <a:prstGeom prst="rect"/>
            </p:spPr>
          </p:pic>
        </mc:Fallback>
      </mc:AlternateContent>
      <mc:AlternateContent xmlns:mc="http://schemas.openxmlformats.org/markup-compatibility/2006" xmlns:p14="http://schemas.microsoft.com/office/powerpoint/2010/main">
        <mc:Choice Requires="p14">
          <p:contentPart r:id="rId50" p14:bwMode="auto">
            <p14:nvContentPartPr>
              <p14:cNvPr id="26" name="墨迹 25"/>
              <p14:cNvContentPartPr/>
              <p14:nvPr/>
            </p14:nvContentPartPr>
            <p14:xfrm>
              <a:off x="5863923" y="1573837"/>
              <a:ext cx="66670" cy="47452"/>
            </p14:xfrm>
          </p:contentPart>
        </mc:Choice>
        <mc:Fallback xmlns="">
          <p:pic>
            <p:nvPicPr>
              <p:cNvPr id="26" name="墨迹 25"/>
            </p:nvPicPr>
            <p:blipFill>
              <a:blip r:embed="rId51"/>
            </p:blipFill>
            <p:spPr>
              <a:xfrm>
                <a:off x="5863923" y="1573837"/>
                <a:ext cx="66670" cy="47452"/>
              </a:xfrm>
              <a:prstGeom prst="rect"/>
            </p:spPr>
          </p:pic>
        </mc:Fallback>
      </mc:AlternateContent>
      <mc:AlternateContent xmlns:mc="http://schemas.openxmlformats.org/markup-compatibility/2006" xmlns:p14="http://schemas.microsoft.com/office/powerpoint/2010/main">
        <mc:Choice Requires="p14">
          <p:contentPart r:id="rId52" p14:bwMode="auto">
            <p14:nvContentPartPr>
              <p14:cNvPr id="27" name="墨迹 26"/>
              <p14:cNvContentPartPr/>
              <p14:nvPr/>
            </p14:nvContentPartPr>
            <p14:xfrm>
              <a:off x="5918715" y="1451817"/>
              <a:ext cx="18677" cy="25985"/>
            </p14:xfrm>
          </p:contentPart>
        </mc:Choice>
        <mc:Fallback xmlns="">
          <p:pic>
            <p:nvPicPr>
              <p:cNvPr id="27" name="墨迹 26"/>
            </p:nvPicPr>
            <p:blipFill>
              <a:blip r:embed="rId53"/>
            </p:blipFill>
            <p:spPr>
              <a:xfrm>
                <a:off x="5918715" y="1451817"/>
                <a:ext cx="18677" cy="25985"/>
              </a:xfrm>
              <a:prstGeom prst="rect"/>
            </p:spPr>
          </p:pic>
        </mc:Fallback>
      </mc:AlternateContent>
      <mc:AlternateContent xmlns:mc="http://schemas.openxmlformats.org/markup-compatibility/2006" xmlns:p14="http://schemas.microsoft.com/office/powerpoint/2010/main">
        <mc:Choice Requires="p14">
          <p:contentPart r:id="rId54" p14:bwMode="auto">
            <p14:nvContentPartPr>
              <p14:cNvPr id="28" name="墨迹 27"/>
              <p14:cNvContentPartPr/>
              <p14:nvPr/>
            </p14:nvContentPartPr>
            <p14:xfrm>
              <a:off x="5934566" y="1431480"/>
              <a:ext cx="28809" cy="51972"/>
            </p14:xfrm>
          </p:contentPart>
        </mc:Choice>
        <mc:Fallback xmlns="">
          <p:pic>
            <p:nvPicPr>
              <p:cNvPr id="28" name="墨迹 27"/>
            </p:nvPicPr>
            <p:blipFill>
              <a:blip r:embed="rId55"/>
            </p:blipFill>
            <p:spPr>
              <a:xfrm>
                <a:off x="5934566" y="1431480"/>
                <a:ext cx="28809" cy="51972"/>
              </a:xfrm>
              <a:prstGeom prst="rect"/>
            </p:spPr>
          </p:pic>
        </mc:Fallback>
      </mc:AlternateContent>
      <mc:AlternateContent xmlns:mc="http://schemas.openxmlformats.org/markup-compatibility/2006" xmlns:p14="http://schemas.microsoft.com/office/powerpoint/2010/main">
        <mc:Choice Requires="p14">
          <p:contentPart r:id="rId56" p14:bwMode="auto">
            <p14:nvContentPartPr>
              <p14:cNvPr id="29" name="墨迹 28"/>
              <p14:cNvContentPartPr/>
              <p14:nvPr/>
            </p14:nvContentPartPr>
            <p14:xfrm>
              <a:off x="5983729" y="1432045"/>
              <a:ext cx="25984" cy="33329"/>
            </p14:xfrm>
          </p:contentPart>
        </mc:Choice>
        <mc:Fallback xmlns="">
          <p:pic>
            <p:nvPicPr>
              <p:cNvPr id="29" name="墨迹 28"/>
            </p:nvPicPr>
            <p:blipFill>
              <a:blip r:embed="rId57"/>
            </p:blipFill>
            <p:spPr>
              <a:xfrm>
                <a:off x="5983729" y="1432045"/>
                <a:ext cx="25984" cy="33329"/>
              </a:xfrm>
              <a:prstGeom prst="rect"/>
            </p:spPr>
          </p:pic>
        </mc:Fallback>
      </mc:AlternateContent>
      <mc:AlternateContent xmlns:mc="http://schemas.openxmlformats.org/markup-compatibility/2006" xmlns:p14="http://schemas.microsoft.com/office/powerpoint/2010/main">
        <mc:Choice Requires="p14">
          <p:contentPart r:id="rId58" p14:bwMode="auto">
            <p14:nvContentPartPr>
              <p14:cNvPr id="30" name="墨迹 29"/>
              <p14:cNvContentPartPr/>
              <p14:nvPr/>
            </p14:nvContentPartPr>
            <p14:xfrm>
              <a:off x="5936244" y="1497009"/>
              <a:ext cx="76095" cy="24856"/>
            </p14:xfrm>
          </p:contentPart>
        </mc:Choice>
        <mc:Fallback xmlns="">
          <p:pic>
            <p:nvPicPr>
              <p:cNvPr id="30" name="墨迹 29"/>
            </p:nvPicPr>
            <p:blipFill>
              <a:blip r:embed="rId59"/>
            </p:blipFill>
            <p:spPr>
              <a:xfrm>
                <a:off x="5936244" y="1497009"/>
                <a:ext cx="76095" cy="24856"/>
              </a:xfrm>
              <a:prstGeom prst="rect"/>
            </p:spPr>
          </p:pic>
        </mc:Fallback>
      </mc:AlternateContent>
      <mc:AlternateContent xmlns:mc="http://schemas.openxmlformats.org/markup-compatibility/2006" xmlns:p14="http://schemas.microsoft.com/office/powerpoint/2010/main">
        <mc:Choice Requires="p14">
          <p:contentPart r:id="rId60" p14:bwMode="auto">
            <p14:nvContentPartPr>
              <p14:cNvPr id="31" name="墨迹 30"/>
              <p14:cNvContentPartPr/>
              <p14:nvPr/>
            </p14:nvContentPartPr>
            <p14:xfrm>
              <a:off x="5922689" y="1487971"/>
              <a:ext cx="65566" cy="97164"/>
            </p14:xfrm>
          </p:contentPart>
        </mc:Choice>
        <mc:Fallback xmlns="">
          <p:pic>
            <p:nvPicPr>
              <p:cNvPr id="31" name="墨迹 30"/>
            </p:nvPicPr>
            <p:blipFill>
              <a:blip r:embed="rId61"/>
            </p:blipFill>
            <p:spPr>
              <a:xfrm>
                <a:off x="5922689" y="1487971"/>
                <a:ext cx="65566" cy="97164"/>
              </a:xfrm>
              <a:prstGeom prst="rect"/>
            </p:spPr>
          </p:pic>
        </mc:Fallback>
      </mc:AlternateContent>
      <mc:AlternateContent xmlns:mc="http://schemas.openxmlformats.org/markup-compatibility/2006" xmlns:p14="http://schemas.microsoft.com/office/powerpoint/2010/main">
        <mc:Choice Requires="p14">
          <p:contentPart r:id="rId62" p14:bwMode="auto">
            <p14:nvContentPartPr>
              <p14:cNvPr id="32" name="墨迹 31"/>
              <p14:cNvContentPartPr/>
              <p14:nvPr/>
            </p14:nvContentPartPr>
            <p14:xfrm>
              <a:off x="5979204" y="1544462"/>
              <a:ext cx="37308" cy="18077"/>
            </p14:xfrm>
          </p:contentPart>
        </mc:Choice>
        <mc:Fallback xmlns="">
          <p:pic>
            <p:nvPicPr>
              <p:cNvPr id="32" name="墨迹 31"/>
            </p:nvPicPr>
            <p:blipFill>
              <a:blip r:embed="rId63"/>
            </p:blipFill>
            <p:spPr>
              <a:xfrm>
                <a:off x="5979204" y="1544462"/>
                <a:ext cx="37308" cy="18077"/>
              </a:xfrm>
              <a:prstGeom prst="rect"/>
            </p:spPr>
          </p:pic>
        </mc:Fallback>
      </mc:AlternateContent>
      <mc:AlternateContent xmlns:mc="http://schemas.openxmlformats.org/markup-compatibility/2006" xmlns:p14="http://schemas.microsoft.com/office/powerpoint/2010/main">
        <mc:Choice Requires="p14">
          <p:contentPart r:id="rId64" p14:bwMode="auto">
            <p14:nvContentPartPr>
              <p14:cNvPr id="33" name="墨迹 32"/>
              <p14:cNvContentPartPr/>
              <p14:nvPr/>
            </p14:nvContentPartPr>
            <p14:xfrm>
              <a:off x="6019867" y="1467634"/>
              <a:ext cx="7948" cy="19207"/>
            </p14:xfrm>
          </p:contentPart>
        </mc:Choice>
        <mc:Fallback xmlns="">
          <p:pic>
            <p:nvPicPr>
              <p:cNvPr id="33" name="墨迹 32"/>
            </p:nvPicPr>
            <p:blipFill>
              <a:blip r:embed="rId65"/>
            </p:blipFill>
            <p:spPr>
              <a:xfrm>
                <a:off x="6019867" y="1467634"/>
                <a:ext cx="7948" cy="19207"/>
              </a:xfrm>
              <a:prstGeom prst="rect"/>
            </p:spPr>
          </p:pic>
        </mc:Fallback>
      </mc:AlternateContent>
      <mc:AlternateContent xmlns:mc="http://schemas.openxmlformats.org/markup-compatibility/2006" xmlns:p14="http://schemas.microsoft.com/office/powerpoint/2010/main">
        <mc:Choice Requires="p14">
          <p:contentPart r:id="rId66" p14:bwMode="auto">
            <p14:nvContentPartPr>
              <p14:cNvPr id="34" name="墨迹 33"/>
              <p14:cNvContentPartPr/>
              <p14:nvPr/>
            </p14:nvContentPartPr>
            <p14:xfrm>
              <a:off x="5924941" y="1578356"/>
              <a:ext cx="42960" cy="21467"/>
            </p14:xfrm>
          </p:contentPart>
        </mc:Choice>
        <mc:Fallback xmlns="">
          <p:pic>
            <p:nvPicPr>
              <p:cNvPr id="34" name="墨迹 33"/>
            </p:nvPicPr>
            <p:blipFill>
              <a:blip r:embed="rId67"/>
            </p:blipFill>
            <p:spPr>
              <a:xfrm>
                <a:off x="5924941" y="1578356"/>
                <a:ext cx="42960" cy="21467"/>
              </a:xfrm>
              <a:prstGeom prst="rect"/>
            </p:spPr>
          </p:pic>
        </mc:Fallback>
      </mc:AlternateContent>
      <mc:AlternateContent xmlns:mc="http://schemas.openxmlformats.org/markup-compatibility/2006" xmlns:p14="http://schemas.microsoft.com/office/powerpoint/2010/main">
        <mc:Choice Requires="p14">
          <p:contentPart r:id="rId68" p14:bwMode="auto">
            <p14:nvContentPartPr>
              <p14:cNvPr id="35" name="墨迹 34"/>
              <p14:cNvContentPartPr/>
              <p14:nvPr/>
            </p14:nvContentPartPr>
            <p14:xfrm>
              <a:off x="5997261" y="1555760"/>
              <a:ext cx="29406" cy="37284"/>
            </p14:xfrm>
          </p:contentPart>
        </mc:Choice>
        <mc:Fallback xmlns="">
          <p:pic>
            <p:nvPicPr>
              <p:cNvPr id="35" name="墨迹 34"/>
            </p:nvPicPr>
            <p:blipFill>
              <a:blip r:embed="rId69"/>
            </p:blipFill>
            <p:spPr>
              <a:xfrm>
                <a:off x="5997261" y="1555760"/>
                <a:ext cx="29406" cy="37284"/>
              </a:xfrm>
              <a:prstGeom prst="rect"/>
            </p:spPr>
          </p:pic>
        </mc:Fallback>
      </mc:AlternateContent>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7" name="Rectangle 3"/>
          <p:cNvSpPr/>
          <p:nvPr>
            <p:ph idx="1"/>
          </p:nvPr>
        </p:nvSpPr>
        <p:spPr>
          <a:xfrm>
            <a:off x="1033463" y="1628775"/>
            <a:ext cx="8110537" cy="4619625"/>
          </a:xfrm>
        </p:spPr>
        <p:txBody>
          <a:bodyPr/>
          <a:lstStyle/>
          <a:p>
            <a:pPr eaLnBrk="1" hangingPunct="1"/>
            <a:r>
              <a:rPr lang="zh-CN" altLang="en-US" dirty="0"/>
              <a:t>比例放大器的传递函数 </a:t>
            </a:r>
            <a:endParaRPr lang="zh-CN" altLang="en-US" dirty="0"/>
          </a:p>
          <a:p>
            <a:pPr eaLnBrk="1" hangingPunct="1"/>
            <a:endParaRPr lang="zh-CN" altLang="en-US" dirty="0"/>
          </a:p>
          <a:p>
            <a:pPr eaLnBrk="1" hangingPunct="1"/>
            <a:endParaRPr lang="zh-CN" altLang="en-US" dirty="0"/>
          </a:p>
          <a:p>
            <a:pPr eaLnBrk="1" hangingPunct="1"/>
            <a:r>
              <a:rPr lang="zh-CN" altLang="en-US" dirty="0"/>
              <a:t>电力电子变换器的传递函数</a:t>
            </a:r>
            <a:endParaRPr lang="zh-CN" altLang="en-US" dirty="0"/>
          </a:p>
          <a:p>
            <a:pPr eaLnBrk="1" hangingPunct="1"/>
            <a:endParaRPr lang="zh-CN" altLang="en-US" dirty="0"/>
          </a:p>
          <a:p>
            <a:pPr eaLnBrk="1" hangingPunct="1"/>
            <a:endParaRPr lang="zh-CN" altLang="en-US" dirty="0"/>
          </a:p>
          <a:p>
            <a:pPr eaLnBrk="1" hangingPunct="1"/>
            <a:r>
              <a:rPr lang="zh-CN" altLang="en-US" dirty="0"/>
              <a:t>测速反馈的传递函数</a:t>
            </a:r>
            <a:endParaRPr lang="zh-CN" altLang="en-US" dirty="0"/>
          </a:p>
        </p:txBody>
      </p:sp>
      <p:sp>
        <p:nvSpPr>
          <p:cNvPr id="49158" name="Rectangle 5"/>
          <p:cNvSpPr/>
          <p:nvPr/>
        </p:nvSpPr>
        <p:spPr bwMode="auto">
          <a:xfrm>
            <a:off x="0" y="3213100"/>
            <a:ext cx="9144000" cy="0"/>
          </a:xfrm>
          <a:prstGeom prst="rect">
            <a:avLst/>
          </a:prstGeom>
          <a:noFill/>
          <a:ln w="9525">
            <a:noFill/>
            <a:miter lim="800000"/>
          </a:ln>
        </p:spPr>
        <p:txBody>
          <a:bodyPr wrap="none" anchor="ctr">
            <a:spAutoFit/>
          </a:bodyPr>
          <a:lstStyle/>
          <a:p>
            <a:endParaRPr lang="zh-CN" altLang="zh-CN"/>
          </a:p>
        </p:txBody>
      </p:sp>
      <p:graphicFrame>
        <p:nvGraphicFramePr>
          <p:cNvPr id="49154" name="Object 2"/>
          <p:cNvGraphicFramePr>
            <a:graphicFrameLocks noChangeAspect="1"/>
          </p:cNvGraphicFramePr>
          <p:nvPr/>
        </p:nvGraphicFramePr>
        <p:xfrm>
          <a:off x="2051720" y="3716750"/>
          <a:ext cx="2376488" cy="1106488"/>
        </p:xfrm>
        <a:graphic>
          <a:graphicData uri="http://schemas.openxmlformats.org/presentationml/2006/ole">
            <mc:AlternateContent xmlns:mc="http://schemas.openxmlformats.org/markup-compatibility/2006">
              <mc:Choice xmlns:v="urn:schemas-microsoft-com:vml" Requires="v">
                <p:oleObj spid="_x0000_s38404" name="公式" r:id="rId1" imgW="965200" imgH="444500" progId="Equation.3">
                  <p:embed/>
                </p:oleObj>
              </mc:Choice>
              <mc:Fallback>
                <p:oleObj name="公式" r:id="rId1" imgW="965200" imgH="4445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3716750"/>
                        <a:ext cx="2376488" cy="1106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159" name="Text Box 6"/>
          <p:cNvSpPr txBox="1"/>
          <p:nvPr/>
        </p:nvSpPr>
        <p:spPr bwMode="auto">
          <a:xfrm>
            <a:off x="6156325" y="4365625"/>
            <a:ext cx="1512888" cy="457200"/>
          </a:xfrm>
          <a:prstGeom prst="rect">
            <a:avLst/>
          </a:prstGeom>
          <a:noFill/>
          <a:ln w="9525">
            <a:noFill/>
            <a:miter lim="800000"/>
          </a:ln>
        </p:spPr>
        <p:txBody>
          <a:bodyPr>
            <a:spAutoFit/>
          </a:bodyPr>
          <a:lstStyle/>
          <a:p>
            <a:pPr>
              <a:spcBef>
                <a:spcPct val="50000"/>
              </a:spcBef>
            </a:pPr>
            <a:r>
              <a:rPr lang="en-US" altLang="zh-CN">
                <a:solidFill>
                  <a:schemeClr val="tx1"/>
                </a:solidFill>
              </a:rPr>
              <a:t>(2-33) </a:t>
            </a:r>
            <a:endParaRPr lang="en-US" altLang="zh-CN">
              <a:solidFill>
                <a:schemeClr val="tx1"/>
              </a:solidFill>
            </a:endParaRPr>
          </a:p>
        </p:txBody>
      </p:sp>
      <p:sp>
        <p:nvSpPr>
          <p:cNvPr id="49160" name="Rectangle 8"/>
          <p:cNvSpPr/>
          <p:nvPr/>
        </p:nvSpPr>
        <p:spPr bwMode="auto">
          <a:xfrm>
            <a:off x="0" y="0"/>
            <a:ext cx="9144000" cy="0"/>
          </a:xfrm>
          <a:prstGeom prst="rect">
            <a:avLst/>
          </a:prstGeom>
          <a:noFill/>
          <a:ln w="9525">
            <a:noFill/>
            <a:miter lim="800000"/>
          </a:ln>
        </p:spPr>
        <p:txBody>
          <a:bodyPr wrap="none" anchor="ctr">
            <a:spAutoFit/>
          </a:bodyPr>
          <a:lstStyle/>
          <a:p>
            <a:endParaRPr lang="zh-CN" altLang="en-US"/>
          </a:p>
        </p:txBody>
      </p:sp>
      <p:graphicFrame>
        <p:nvGraphicFramePr>
          <p:cNvPr id="49155" name="Object 3"/>
          <p:cNvGraphicFramePr>
            <a:graphicFrameLocks noChangeAspect="1"/>
          </p:cNvGraphicFramePr>
          <p:nvPr/>
        </p:nvGraphicFramePr>
        <p:xfrm>
          <a:off x="1979712" y="2060848"/>
          <a:ext cx="3168650" cy="1020762"/>
        </p:xfrm>
        <a:graphic>
          <a:graphicData uri="http://schemas.openxmlformats.org/presentationml/2006/ole">
            <mc:AlternateContent xmlns:mc="http://schemas.openxmlformats.org/markup-compatibility/2006">
              <mc:Choice xmlns:v="urn:schemas-microsoft-com:vml" Requires="v">
                <p:oleObj spid="_x0000_s2" name="公式" r:id="rId3" imgW="1396365" imgH="444500" progId="Equation.3">
                  <p:embed/>
                </p:oleObj>
              </mc:Choice>
              <mc:Fallback>
                <p:oleObj name="公式" r:id="rId3" imgW="1396365" imgH="4445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712" y="2060848"/>
                        <a:ext cx="3168650" cy="1020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161" name="Text Box 9"/>
          <p:cNvSpPr txBox="1"/>
          <p:nvPr/>
        </p:nvSpPr>
        <p:spPr bwMode="auto">
          <a:xfrm>
            <a:off x="6156325" y="2708275"/>
            <a:ext cx="1584325" cy="457200"/>
          </a:xfrm>
          <a:prstGeom prst="rect">
            <a:avLst/>
          </a:prstGeom>
          <a:noFill/>
          <a:ln w="9525">
            <a:noFill/>
            <a:miter lim="800000"/>
          </a:ln>
        </p:spPr>
        <p:txBody>
          <a:bodyPr>
            <a:spAutoFit/>
          </a:bodyPr>
          <a:lstStyle/>
          <a:p>
            <a:pPr>
              <a:spcBef>
                <a:spcPct val="50000"/>
              </a:spcBef>
            </a:pPr>
            <a:r>
              <a:rPr lang="zh-CN" altLang="en-US">
                <a:solidFill>
                  <a:schemeClr val="tx1"/>
                </a:solidFill>
              </a:rPr>
              <a:t>（</a:t>
            </a:r>
            <a:r>
              <a:rPr lang="en-US" altLang="zh-CN">
                <a:solidFill>
                  <a:schemeClr val="tx1"/>
                </a:solidFill>
              </a:rPr>
              <a:t>2-42</a:t>
            </a:r>
            <a:r>
              <a:rPr lang="zh-CN" altLang="en-US">
                <a:solidFill>
                  <a:schemeClr val="tx1"/>
                </a:solidFill>
              </a:rPr>
              <a:t>） </a:t>
            </a:r>
            <a:endParaRPr lang="zh-CN" altLang="en-US">
              <a:solidFill>
                <a:schemeClr val="tx1"/>
              </a:solidFill>
            </a:endParaRPr>
          </a:p>
        </p:txBody>
      </p:sp>
      <p:sp>
        <p:nvSpPr>
          <p:cNvPr id="49162" name="Rectangle 11"/>
          <p:cNvSpPr/>
          <p:nvPr/>
        </p:nvSpPr>
        <p:spPr bwMode="auto">
          <a:xfrm>
            <a:off x="0" y="3209925"/>
            <a:ext cx="9144000" cy="0"/>
          </a:xfrm>
          <a:prstGeom prst="rect">
            <a:avLst/>
          </a:prstGeom>
          <a:noFill/>
          <a:ln w="9525">
            <a:noFill/>
            <a:miter lim="800000"/>
          </a:ln>
        </p:spPr>
        <p:txBody>
          <a:bodyPr wrap="none" anchor="ctr">
            <a:spAutoFit/>
          </a:bodyPr>
          <a:lstStyle/>
          <a:p>
            <a:endParaRPr lang="zh-CN" altLang="en-US"/>
          </a:p>
        </p:txBody>
      </p:sp>
      <p:graphicFrame>
        <p:nvGraphicFramePr>
          <p:cNvPr id="49156" name="Object 4"/>
          <p:cNvGraphicFramePr>
            <a:graphicFrameLocks noChangeAspect="1"/>
          </p:cNvGraphicFramePr>
          <p:nvPr/>
        </p:nvGraphicFramePr>
        <p:xfrm>
          <a:off x="2123728" y="5314950"/>
          <a:ext cx="2881313" cy="1019175"/>
        </p:xfrm>
        <a:graphic>
          <a:graphicData uri="http://schemas.openxmlformats.org/presentationml/2006/ole">
            <mc:AlternateContent xmlns:mc="http://schemas.openxmlformats.org/markup-compatibility/2006">
              <mc:Choice xmlns:v="urn:schemas-microsoft-com:vml" Requires="v">
                <p:oleObj spid="_x0000_s3" name="公式" r:id="rId5" imgW="1244600" imgH="431800" progId="Equation.3">
                  <p:embed/>
                </p:oleObj>
              </mc:Choice>
              <mc:Fallback>
                <p:oleObj name="公式" r:id="rId5" imgW="1244600" imgH="4318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3728" y="5314950"/>
                        <a:ext cx="2881313" cy="1019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163" name="Text Box 12"/>
          <p:cNvSpPr txBox="1"/>
          <p:nvPr/>
        </p:nvSpPr>
        <p:spPr bwMode="auto">
          <a:xfrm>
            <a:off x="6372225" y="5876925"/>
            <a:ext cx="1223963" cy="457200"/>
          </a:xfrm>
          <a:prstGeom prst="rect">
            <a:avLst/>
          </a:prstGeom>
          <a:noFill/>
          <a:ln w="9525">
            <a:noFill/>
            <a:miter lim="800000"/>
          </a:ln>
        </p:spPr>
        <p:txBody>
          <a:bodyPr>
            <a:spAutoFit/>
          </a:bodyPr>
          <a:lstStyle/>
          <a:p>
            <a:pPr>
              <a:spcBef>
                <a:spcPct val="50000"/>
              </a:spcBef>
            </a:pPr>
            <a:r>
              <a:rPr lang="en-US" altLang="zh-CN">
                <a:solidFill>
                  <a:schemeClr val="tx1"/>
                </a:solidFill>
              </a:rPr>
              <a:t>(2-43) </a:t>
            </a:r>
            <a:endParaRPr lang="en-US" altLang="zh-CN">
              <a:solidFill>
                <a:schemeClr val="tx1"/>
              </a:solidFill>
            </a:endParaRPr>
          </a:p>
        </p:txBody>
      </p:sp>
      <p:sp>
        <p:nvSpPr>
          <p:cNvPr id="4" name="TextBox 1"/>
          <p:cNvSpPr txBox="1"/>
          <p:nvPr/>
        </p:nvSpPr>
        <p:spPr>
          <a:xfrm>
            <a:off x="612189" y="620688"/>
            <a:ext cx="7128792" cy="646331"/>
          </a:xfrm>
          <a:prstGeom prst="rect">
            <a:avLst/>
          </a:prstGeom>
          <a:noFill/>
        </p:spPr>
        <p:txBody>
          <a:bodyPr wrap="square" rtlCol="0">
            <a:spAutoFit/>
          </a:bodyPr>
          <a:lstStyle/>
          <a:p>
            <a:r>
              <a:rPr lang="zh-CN" altLang="en-US" sz="3600" b="1" dirty="0"/>
              <a:t>各环节动态数学模型</a:t>
            </a:r>
            <a:endParaRPr lang="zh-CN" altLang="en-US" sz="3600" b="1" dirty="0"/>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5"/>
          <p:cNvSpPr/>
          <p:nvPr/>
        </p:nvSpPr>
        <p:spPr bwMode="auto">
          <a:xfrm>
            <a:off x="0" y="2543175"/>
            <a:ext cx="9144000" cy="0"/>
          </a:xfrm>
          <a:prstGeom prst="rect">
            <a:avLst/>
          </a:prstGeom>
          <a:noFill/>
          <a:ln w="9525">
            <a:noFill/>
            <a:miter lim="800000"/>
          </a:ln>
        </p:spPr>
        <p:txBody>
          <a:bodyPr wrap="none" anchor="ctr">
            <a:spAutoFit/>
          </a:bodyPr>
          <a:lstStyle/>
          <a:p>
            <a:endParaRPr lang="zh-CN" altLang="en-US"/>
          </a:p>
        </p:txBody>
      </p:sp>
      <p:sp>
        <p:nvSpPr>
          <p:cNvPr id="50181" name="Text Box 6"/>
          <p:cNvSpPr txBox="1"/>
          <p:nvPr/>
        </p:nvSpPr>
        <p:spPr bwMode="auto">
          <a:xfrm>
            <a:off x="658833" y="4157112"/>
            <a:ext cx="6913563" cy="369332"/>
          </a:xfrm>
          <a:prstGeom prst="rect">
            <a:avLst/>
          </a:prstGeom>
          <a:noFill/>
          <a:ln w="9525">
            <a:noFill/>
            <a:miter lim="800000"/>
          </a:ln>
        </p:spPr>
        <p:txBody>
          <a:bodyPr>
            <a:spAutoFit/>
          </a:bodyPr>
          <a:lstStyle/>
          <a:p>
            <a:pPr>
              <a:spcBef>
                <a:spcPct val="50000"/>
              </a:spcBef>
            </a:pPr>
            <a:r>
              <a:rPr lang="zh-CN" altLang="en-US" dirty="0">
                <a:solidFill>
                  <a:schemeClr val="tx1"/>
                </a:solidFill>
              </a:rPr>
              <a:t>图</a:t>
            </a:r>
            <a:r>
              <a:rPr lang="en-US" altLang="zh-CN" dirty="0">
                <a:solidFill>
                  <a:schemeClr val="tx1"/>
                </a:solidFill>
              </a:rPr>
              <a:t>3-5	   </a:t>
            </a:r>
            <a:r>
              <a:rPr lang="zh-CN" altLang="en-US" dirty="0">
                <a:solidFill>
                  <a:schemeClr val="tx1"/>
                </a:solidFill>
              </a:rPr>
              <a:t>他励直流电动机在额定励磁下的等效电路</a:t>
            </a:r>
            <a:endParaRPr lang="zh-CN" altLang="en-US" dirty="0">
              <a:solidFill>
                <a:schemeClr val="tx1"/>
              </a:solidFill>
            </a:endParaRPr>
          </a:p>
        </p:txBody>
      </p:sp>
      <p:sp>
        <p:nvSpPr>
          <p:cNvPr id="50182" name="Rectangle 9"/>
          <p:cNvSpPr/>
          <p:nvPr>
            <p:ph idx="1"/>
          </p:nvPr>
        </p:nvSpPr>
        <p:spPr>
          <a:xfrm>
            <a:off x="179388" y="4652963"/>
            <a:ext cx="8110537" cy="2205037"/>
          </a:xfrm>
        </p:spPr>
        <p:txBody>
          <a:bodyPr/>
          <a:lstStyle/>
          <a:p>
            <a:pPr eaLnBrk="1" hangingPunct="1">
              <a:lnSpc>
                <a:spcPct val="80000"/>
              </a:lnSpc>
            </a:pPr>
            <a:r>
              <a:rPr lang="zh-CN" altLang="en-US" sz="2000" dirty="0">
                <a:latin typeface="Times New Roman" panose="02020503050405090304" pitchFamily="18" charset="0"/>
              </a:rPr>
              <a:t>电压方程			</a:t>
            </a:r>
            <a:endParaRPr lang="en-US" altLang="zh-CN" sz="2000" dirty="0">
              <a:latin typeface="Times New Roman" panose="02020503050405090304" pitchFamily="18" charset="0"/>
            </a:endParaRPr>
          </a:p>
        </p:txBody>
      </p:sp>
      <p:sp>
        <p:nvSpPr>
          <p:cNvPr id="50183" name="Rectangle 11"/>
          <p:cNvSpPr/>
          <p:nvPr/>
        </p:nvSpPr>
        <p:spPr bwMode="auto">
          <a:xfrm>
            <a:off x="0" y="3224213"/>
            <a:ext cx="9144000" cy="0"/>
          </a:xfrm>
          <a:prstGeom prst="rect">
            <a:avLst/>
          </a:prstGeom>
          <a:noFill/>
          <a:ln w="9525">
            <a:noFill/>
            <a:miter lim="800000"/>
          </a:ln>
        </p:spPr>
        <p:txBody>
          <a:bodyPr wrap="none" anchor="ctr">
            <a:spAutoFit/>
          </a:bodyPr>
          <a:lstStyle/>
          <a:p>
            <a:endParaRPr lang="zh-CN" altLang="en-US"/>
          </a:p>
        </p:txBody>
      </p:sp>
      <p:sp>
        <p:nvSpPr>
          <p:cNvPr id="50184" name="Rectangle 13"/>
          <p:cNvSpPr/>
          <p:nvPr/>
        </p:nvSpPr>
        <p:spPr bwMode="auto">
          <a:xfrm>
            <a:off x="0" y="3219450"/>
            <a:ext cx="9144000" cy="0"/>
          </a:xfrm>
          <a:prstGeom prst="rect">
            <a:avLst/>
          </a:prstGeom>
          <a:noFill/>
          <a:ln w="9525">
            <a:noFill/>
            <a:miter lim="800000"/>
          </a:ln>
        </p:spPr>
        <p:txBody>
          <a:bodyPr wrap="none" anchor="ctr">
            <a:spAutoFit/>
          </a:bodyPr>
          <a:lstStyle/>
          <a:p>
            <a:endParaRPr lang="zh-CN" altLang="en-US"/>
          </a:p>
        </p:txBody>
      </p:sp>
      <p:pic>
        <p:nvPicPr>
          <p:cNvPr id="50185" name="Picture 14" descr="0220"/>
          <p:cNvPicPr>
            <a:picLocks noChangeAspect="1" noChangeArrowheads="1"/>
          </p:cNvPicPr>
          <p:nvPr/>
        </p:nvPicPr>
        <p:blipFill>
          <a:blip r:embed="rId1"/>
          <a:srcRect/>
          <a:stretch>
            <a:fillRect/>
          </a:stretch>
        </p:blipFill>
        <p:spPr bwMode="auto">
          <a:xfrm>
            <a:off x="755576" y="1508993"/>
            <a:ext cx="4877940" cy="2435538"/>
          </a:xfrm>
          <a:prstGeom prst="rect">
            <a:avLst/>
          </a:prstGeom>
          <a:noFill/>
          <a:ln w="9525">
            <a:noFill/>
            <a:miter lim="800000"/>
            <a:headEnd/>
            <a:tailEnd/>
          </a:ln>
        </p:spPr>
      </p:pic>
      <p:sp>
        <p:nvSpPr>
          <p:cNvPr id="10" name="TextBox 9"/>
          <p:cNvSpPr txBox="1"/>
          <p:nvPr/>
        </p:nvSpPr>
        <p:spPr>
          <a:xfrm>
            <a:off x="7215206" y="1214422"/>
            <a:ext cx="1461250" cy="461665"/>
          </a:xfrm>
          <a:prstGeom prst="rect">
            <a:avLst/>
          </a:prstGeom>
          <a:noFill/>
        </p:spPr>
        <p:txBody>
          <a:bodyPr wrap="square" rtlCol="0">
            <a:spAutoFit/>
          </a:bodyPr>
          <a:lstStyle/>
          <a:p>
            <a:r>
              <a:rPr lang="zh-CN" altLang="en-US" sz="2400" b="1" dirty="0"/>
              <a:t>电枢电压</a:t>
            </a:r>
            <a:endParaRPr lang="zh-CN" altLang="en-US" sz="2400" b="1" dirty="0"/>
          </a:p>
        </p:txBody>
      </p:sp>
      <p:sp>
        <p:nvSpPr>
          <p:cNvPr id="11" name="TextBox 10"/>
          <p:cNvSpPr txBox="1"/>
          <p:nvPr/>
        </p:nvSpPr>
        <p:spPr>
          <a:xfrm>
            <a:off x="7123060" y="2357430"/>
            <a:ext cx="1481388" cy="461665"/>
          </a:xfrm>
          <a:prstGeom prst="rect">
            <a:avLst/>
          </a:prstGeom>
          <a:noFill/>
        </p:spPr>
        <p:txBody>
          <a:bodyPr wrap="square" rtlCol="0">
            <a:spAutoFit/>
          </a:bodyPr>
          <a:lstStyle/>
          <a:p>
            <a:r>
              <a:rPr lang="zh-CN" altLang="en-US" sz="2400" b="1" dirty="0"/>
              <a:t>电枢电流 </a:t>
            </a:r>
            <a:endParaRPr lang="zh-CN" altLang="en-US" sz="2400" b="1" dirty="0"/>
          </a:p>
        </p:txBody>
      </p:sp>
      <p:sp>
        <p:nvSpPr>
          <p:cNvPr id="12" name="TextBox 11"/>
          <p:cNvSpPr txBox="1"/>
          <p:nvPr/>
        </p:nvSpPr>
        <p:spPr>
          <a:xfrm>
            <a:off x="7112176" y="3429000"/>
            <a:ext cx="1924320" cy="461665"/>
          </a:xfrm>
          <a:prstGeom prst="rect">
            <a:avLst/>
          </a:prstGeom>
          <a:noFill/>
        </p:spPr>
        <p:txBody>
          <a:bodyPr wrap="square" rtlCol="0">
            <a:spAutoFit/>
          </a:bodyPr>
          <a:lstStyle/>
          <a:p>
            <a:r>
              <a:rPr lang="zh-CN" altLang="en-US" sz="2400" b="1" dirty="0"/>
              <a:t>电磁转矩</a:t>
            </a:r>
            <a:endParaRPr lang="zh-CN" altLang="en-US" sz="2400" b="1" dirty="0"/>
          </a:p>
        </p:txBody>
      </p:sp>
      <p:sp>
        <p:nvSpPr>
          <p:cNvPr id="13" name="TextBox 12"/>
          <p:cNvSpPr txBox="1"/>
          <p:nvPr/>
        </p:nvSpPr>
        <p:spPr>
          <a:xfrm>
            <a:off x="7092280" y="4509120"/>
            <a:ext cx="1965876" cy="461665"/>
          </a:xfrm>
          <a:prstGeom prst="rect">
            <a:avLst/>
          </a:prstGeom>
          <a:noFill/>
        </p:spPr>
        <p:txBody>
          <a:bodyPr wrap="square" rtlCol="0">
            <a:spAutoFit/>
          </a:bodyPr>
          <a:lstStyle/>
          <a:p>
            <a:r>
              <a:rPr lang="zh-CN" altLang="en-US" sz="2400" b="1" dirty="0"/>
              <a:t>机械运动</a:t>
            </a:r>
            <a:endParaRPr lang="zh-CN" altLang="en-US" sz="2400" b="1" dirty="0"/>
          </a:p>
        </p:txBody>
      </p:sp>
      <p:sp>
        <p:nvSpPr>
          <p:cNvPr id="14" name="下箭头 13"/>
          <p:cNvSpPr/>
          <p:nvPr/>
        </p:nvSpPr>
        <p:spPr>
          <a:xfrm>
            <a:off x="7572396" y="1571612"/>
            <a:ext cx="71438" cy="71438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下箭头 14"/>
          <p:cNvSpPr/>
          <p:nvPr/>
        </p:nvSpPr>
        <p:spPr>
          <a:xfrm>
            <a:off x="7572396" y="2714620"/>
            <a:ext cx="71438" cy="71438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下箭头 15"/>
          <p:cNvSpPr/>
          <p:nvPr/>
        </p:nvSpPr>
        <p:spPr>
          <a:xfrm>
            <a:off x="7572396" y="3857628"/>
            <a:ext cx="71438" cy="71438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6858016" y="642918"/>
            <a:ext cx="2507418" cy="400110"/>
          </a:xfrm>
          <a:prstGeom prst="rect">
            <a:avLst/>
          </a:prstGeom>
        </p:spPr>
        <p:txBody>
          <a:bodyPr wrap="none">
            <a:spAutoFit/>
          </a:bodyPr>
          <a:lstStyle/>
          <a:p>
            <a:r>
              <a:rPr lang="zh-CN" altLang="en-US" sz="2000" b="1" dirty="0"/>
              <a:t>直流电动机运行原理</a:t>
            </a:r>
            <a:endParaRPr lang="zh-CN" altLang="en-US" sz="2000" b="1" dirty="0"/>
          </a:p>
        </p:txBody>
      </p:sp>
      <p:sp>
        <p:nvSpPr>
          <p:cNvPr id="18" name="矩形 17"/>
          <p:cNvSpPr/>
          <p:nvPr/>
        </p:nvSpPr>
        <p:spPr>
          <a:xfrm>
            <a:off x="7643834" y="1785926"/>
            <a:ext cx="1107996" cy="369332"/>
          </a:xfrm>
          <a:prstGeom prst="rect">
            <a:avLst/>
          </a:prstGeom>
        </p:spPr>
        <p:txBody>
          <a:bodyPr wrap="none">
            <a:spAutoFit/>
          </a:bodyPr>
          <a:lstStyle/>
          <a:p>
            <a:r>
              <a:rPr lang="zh-CN" altLang="en-US" dirty="0"/>
              <a:t>电压方程</a:t>
            </a:r>
            <a:endParaRPr lang="zh-CN" altLang="en-US" dirty="0"/>
          </a:p>
        </p:txBody>
      </p:sp>
      <p:sp>
        <p:nvSpPr>
          <p:cNvPr id="19" name="矩形 18"/>
          <p:cNvSpPr/>
          <p:nvPr/>
        </p:nvSpPr>
        <p:spPr>
          <a:xfrm>
            <a:off x="7643834" y="4071942"/>
            <a:ext cx="1107996" cy="369332"/>
          </a:xfrm>
          <a:prstGeom prst="rect">
            <a:avLst/>
          </a:prstGeom>
        </p:spPr>
        <p:txBody>
          <a:bodyPr wrap="none">
            <a:spAutoFit/>
          </a:bodyPr>
          <a:lstStyle/>
          <a:p>
            <a:r>
              <a:rPr lang="zh-CN" altLang="en-US" dirty="0"/>
              <a:t>运动方程</a:t>
            </a:r>
            <a:endParaRPr lang="zh-CN" altLang="en-US" dirty="0"/>
          </a:p>
        </p:txBody>
      </p:sp>
      <p:sp>
        <p:nvSpPr>
          <p:cNvPr id="24" name="弧形 23"/>
          <p:cNvSpPr/>
          <p:nvPr/>
        </p:nvSpPr>
        <p:spPr>
          <a:xfrm flipH="1">
            <a:off x="6643702" y="2071678"/>
            <a:ext cx="1071570" cy="3571900"/>
          </a:xfrm>
          <a:prstGeom prst="arc">
            <a:avLst>
              <a:gd name="adj1" fmla="val 16200000"/>
              <a:gd name="adj2" fmla="val 6783621"/>
            </a:avLst>
          </a:prstGeom>
          <a:no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矩形 24"/>
          <p:cNvSpPr/>
          <p:nvPr/>
        </p:nvSpPr>
        <p:spPr>
          <a:xfrm>
            <a:off x="5572132" y="3286124"/>
            <a:ext cx="1107996" cy="369332"/>
          </a:xfrm>
          <a:prstGeom prst="rect">
            <a:avLst/>
          </a:prstGeom>
        </p:spPr>
        <p:txBody>
          <a:bodyPr wrap="none">
            <a:spAutoFit/>
          </a:bodyPr>
          <a:lstStyle/>
          <a:p>
            <a:r>
              <a:rPr lang="zh-CN" altLang="en-US" dirty="0"/>
              <a:t>反电动势</a:t>
            </a:r>
            <a:endParaRPr lang="zh-CN" altLang="en-US" dirty="0"/>
          </a:p>
        </p:txBody>
      </p:sp>
      <p:cxnSp>
        <p:nvCxnSpPr>
          <p:cNvPr id="28" name="肘形连接符 27"/>
          <p:cNvCxnSpPr/>
          <p:nvPr/>
        </p:nvCxnSpPr>
        <p:spPr>
          <a:xfrm>
            <a:off x="7143768" y="2071678"/>
            <a:ext cx="214314" cy="158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479323" y="642918"/>
            <a:ext cx="7128792" cy="646331"/>
          </a:xfrm>
          <a:prstGeom prst="rect">
            <a:avLst/>
          </a:prstGeom>
          <a:noFill/>
        </p:spPr>
        <p:txBody>
          <a:bodyPr wrap="square" rtlCol="0">
            <a:spAutoFit/>
          </a:bodyPr>
          <a:lstStyle/>
          <a:p>
            <a:r>
              <a:rPr lang="zh-CN" altLang="en-US" sz="3600" b="1" dirty="0"/>
              <a:t>直流电动机动态数学模型</a:t>
            </a:r>
            <a:endParaRPr lang="zh-CN" altLang="en-US" sz="3600" b="1" dirty="0"/>
          </a:p>
        </p:txBody>
      </p:sp>
      <p:graphicFrame>
        <p:nvGraphicFramePr>
          <p:cNvPr id="2" name="对象 1"/>
          <p:cNvGraphicFramePr>
            <a:graphicFrameLocks noChangeAspect="1"/>
          </p:cNvGraphicFramePr>
          <p:nvPr/>
        </p:nvGraphicFramePr>
        <p:xfrm>
          <a:off x="827088" y="4945063"/>
          <a:ext cx="2449512" cy="693737"/>
        </p:xfrm>
        <a:graphic>
          <a:graphicData uri="http://schemas.openxmlformats.org/presentationml/2006/ole">
            <mc:AlternateContent xmlns:mc="http://schemas.openxmlformats.org/markup-compatibility/2006">
              <mc:Choice xmlns:v="urn:schemas-microsoft-com:vml" Requires="v">
                <p:oleObj spid="_x0000_s38404" name="Equation" r:id="rId2" imgW="1447165" imgH="406400" progId="Equation.DSMT4">
                  <p:embed/>
                </p:oleObj>
              </mc:Choice>
              <mc:Fallback>
                <p:oleObj name="Equation" r:id="rId2" imgW="1447165" imgH="4064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4945063"/>
                        <a:ext cx="2449512"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p:nvPr>
            <p:ph idx="1"/>
          </p:nvPr>
        </p:nvSpPr>
        <p:spPr>
          <a:xfrm>
            <a:off x="609600" y="1480145"/>
            <a:ext cx="7848600" cy="4829175"/>
          </a:xfrm>
        </p:spPr>
        <p:txBody>
          <a:bodyPr/>
          <a:lstStyle/>
          <a:p>
            <a:pPr>
              <a:lnSpc>
                <a:spcPct val="80000"/>
              </a:lnSpc>
            </a:pPr>
            <a:r>
              <a:rPr lang="zh-CN" altLang="en-US" dirty="0">
                <a:latin typeface="Times New Roman" panose="02020503050405090304" pitchFamily="18" charset="0"/>
              </a:rPr>
              <a:t>转矩方程</a:t>
            </a:r>
            <a:endParaRPr lang="en-US" altLang="zh-CN" dirty="0">
              <a:latin typeface="Times New Roman" panose="02020503050405090304" pitchFamily="18" charset="0"/>
            </a:endParaRPr>
          </a:p>
          <a:p>
            <a:pPr>
              <a:lnSpc>
                <a:spcPct val="80000"/>
              </a:lnSpc>
            </a:pPr>
            <a:endParaRPr lang="en-US" altLang="zh-CN" dirty="0">
              <a:latin typeface="Times New Roman" panose="02020503050405090304" pitchFamily="18" charset="0"/>
            </a:endParaRPr>
          </a:p>
          <a:p>
            <a:pPr>
              <a:lnSpc>
                <a:spcPct val="80000"/>
              </a:lnSpc>
            </a:pPr>
            <a:endParaRPr lang="en-US" altLang="zh-CN" dirty="0">
              <a:latin typeface="Times New Roman" panose="02020503050405090304" pitchFamily="18" charset="0"/>
            </a:endParaRPr>
          </a:p>
          <a:p>
            <a:pPr>
              <a:lnSpc>
                <a:spcPct val="80000"/>
              </a:lnSpc>
            </a:pPr>
            <a:r>
              <a:rPr lang="zh-CN" altLang="en-US" dirty="0">
                <a:latin typeface="Times New Roman" panose="02020503050405090304" pitchFamily="18" charset="0"/>
              </a:rPr>
              <a:t>额定励磁下的感应电动势与转速之间的关系为</a:t>
            </a:r>
            <a:endParaRPr lang="zh-CN" altLang="en-US" dirty="0">
              <a:latin typeface="Times New Roman" panose="02020503050405090304" pitchFamily="18" charset="0"/>
            </a:endParaRPr>
          </a:p>
          <a:p>
            <a:pPr>
              <a:lnSpc>
                <a:spcPct val="80000"/>
              </a:lnSpc>
              <a:buNone/>
            </a:pPr>
            <a:r>
              <a:rPr lang="zh-CN" altLang="en-US" dirty="0">
                <a:latin typeface="Times New Roman" panose="02020503050405090304" pitchFamily="18" charset="0"/>
              </a:rPr>
              <a:t>									                                                                                    </a:t>
            </a:r>
            <a:endParaRPr lang="en-US" altLang="zh-CN" dirty="0">
              <a:latin typeface="Times New Roman" panose="02020503050405090304" pitchFamily="18" charset="0"/>
            </a:endParaRPr>
          </a:p>
          <a:p>
            <a:pPr>
              <a:lnSpc>
                <a:spcPct val="80000"/>
              </a:lnSpc>
            </a:pPr>
            <a:endParaRPr lang="en-US" altLang="zh-CN" dirty="0">
              <a:latin typeface="Times New Roman" panose="02020503050405090304" pitchFamily="18" charset="0"/>
            </a:endParaRPr>
          </a:p>
          <a:p>
            <a:pPr>
              <a:lnSpc>
                <a:spcPct val="80000"/>
              </a:lnSpc>
            </a:pPr>
            <a:endParaRPr lang="en-US" altLang="zh-CN" dirty="0">
              <a:latin typeface="Times New Roman" panose="02020503050405090304" pitchFamily="18" charset="0"/>
            </a:endParaRPr>
          </a:p>
          <a:p>
            <a:pPr>
              <a:lnSpc>
                <a:spcPct val="80000"/>
              </a:lnSpc>
            </a:pPr>
            <a:r>
              <a:rPr lang="zh-CN" altLang="en-US" dirty="0">
                <a:latin typeface="Times New Roman" panose="02020503050405090304" pitchFamily="18" charset="0"/>
              </a:rPr>
              <a:t>忽略粘性摩擦及弹性转矩，电动机轴上的动力学方程为</a:t>
            </a:r>
            <a:endParaRPr lang="zh-CN" altLang="en-US" dirty="0">
              <a:latin typeface="Times New Roman" panose="02020503050405090304" pitchFamily="18" charset="0"/>
            </a:endParaRPr>
          </a:p>
          <a:p>
            <a:pPr>
              <a:lnSpc>
                <a:spcPct val="80000"/>
              </a:lnSpc>
            </a:pPr>
            <a:endParaRPr lang="zh-CN" altLang="en-US" dirty="0">
              <a:latin typeface="Times New Roman" panose="02020503050405090304" pitchFamily="18" charset="0"/>
            </a:endParaRPr>
          </a:p>
          <a:p>
            <a:pPr>
              <a:lnSpc>
                <a:spcPct val="80000"/>
              </a:lnSpc>
              <a:buNone/>
            </a:pPr>
            <a:r>
              <a:rPr lang="zh-CN" altLang="en-US" dirty="0">
                <a:latin typeface="Times New Roman" panose="02020503050405090304" pitchFamily="18" charset="0"/>
              </a:rPr>
              <a:t>				</a:t>
            </a:r>
            <a:endParaRPr lang="zh-CN" altLang="en-US" dirty="0"/>
          </a:p>
        </p:txBody>
      </p:sp>
      <p:graphicFrame>
        <p:nvGraphicFramePr>
          <p:cNvPr id="4" name="对象 3"/>
          <p:cNvGraphicFramePr>
            <a:graphicFrameLocks noChangeAspect="1"/>
          </p:cNvGraphicFramePr>
          <p:nvPr/>
        </p:nvGraphicFramePr>
        <p:xfrm>
          <a:off x="1908373" y="5334471"/>
          <a:ext cx="2087563" cy="758825"/>
        </p:xfrm>
        <a:graphic>
          <a:graphicData uri="http://schemas.openxmlformats.org/presentationml/2006/ole">
            <mc:AlternateContent xmlns:mc="http://schemas.openxmlformats.org/markup-compatibility/2006">
              <mc:Choice xmlns:v="urn:schemas-microsoft-com:vml" Requires="v">
                <p:oleObj spid="_x0000_s38404" name="公式" r:id="rId1" imgW="1155700" imgH="419100" progId="Equation.3">
                  <p:embed/>
                </p:oleObj>
              </mc:Choice>
              <mc:Fallback>
                <p:oleObj name="公式" r:id="rId1" imgW="1155700" imgH="4191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373" y="5334471"/>
                        <a:ext cx="2087563"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nvGraphicFramePr>
        <p:xfrm>
          <a:off x="2051720" y="1891234"/>
          <a:ext cx="1728788" cy="601662"/>
        </p:xfrm>
        <a:graphic>
          <a:graphicData uri="http://schemas.openxmlformats.org/presentationml/2006/ole">
            <mc:AlternateContent xmlns:mc="http://schemas.openxmlformats.org/markup-compatibility/2006">
              <mc:Choice xmlns:v="urn:schemas-microsoft-com:vml" Requires="v">
                <p:oleObj spid="_x0000_s2" name="公式" r:id="rId3" imgW="660400" imgH="228600" progId="Equation.3">
                  <p:embed/>
                </p:oleObj>
              </mc:Choice>
              <mc:Fallback>
                <p:oleObj name="公式" r:id="rId3" imgW="660400" imgH="2286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720" y="1891234"/>
                        <a:ext cx="1728788"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nvGraphicFramePr>
        <p:xfrm>
          <a:off x="1979712" y="3440484"/>
          <a:ext cx="1511300" cy="636588"/>
        </p:xfrm>
        <a:graphic>
          <a:graphicData uri="http://schemas.openxmlformats.org/presentationml/2006/ole">
            <mc:AlternateContent xmlns:mc="http://schemas.openxmlformats.org/markup-compatibility/2006">
              <mc:Choice xmlns:v="urn:schemas-microsoft-com:vml" Requires="v">
                <p:oleObj spid="_x0000_s7" name="公式" r:id="rId5" imgW="546100" imgH="228600" progId="Equation.3">
                  <p:embed/>
                </p:oleObj>
              </mc:Choice>
              <mc:Fallback>
                <p:oleObj name="公式" r:id="rId5" imgW="546100" imgH="2286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9712" y="3440484"/>
                        <a:ext cx="1511300"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TextBox 6"/>
          <p:cNvSpPr txBox="1"/>
          <p:nvPr/>
        </p:nvSpPr>
        <p:spPr>
          <a:xfrm>
            <a:off x="683568" y="764704"/>
            <a:ext cx="7128792" cy="646331"/>
          </a:xfrm>
          <a:prstGeom prst="rect">
            <a:avLst/>
          </a:prstGeom>
          <a:noFill/>
        </p:spPr>
        <p:txBody>
          <a:bodyPr wrap="square" rtlCol="0">
            <a:spAutoFit/>
          </a:bodyPr>
          <a:lstStyle/>
          <a:p>
            <a:r>
              <a:rPr lang="zh-CN" altLang="en-US" sz="3600" b="1" dirty="0">
                <a:solidFill>
                  <a:schemeClr val="bg2"/>
                </a:solidFill>
              </a:rPr>
              <a:t>直流电动机动态数学模型</a:t>
            </a:r>
            <a:endParaRPr lang="zh-CN" altLang="en-US" sz="3600" b="1" dirty="0">
              <a:solidFill>
                <a:schemeClr val="bg2"/>
              </a:solidFill>
            </a:endParaRPr>
          </a:p>
        </p:txBody>
      </p:sp>
      <mc:AlternateContent xmlns:mc="http://schemas.openxmlformats.org/markup-compatibility/2006" xmlns:p14="http://schemas.microsoft.com/office/powerpoint/2010/main">
        <mc:Choice Requires="p14">
          <p:contentPart r:id="rId7" p14:bwMode="auto">
            <p14:nvContentPartPr>
              <p14:cNvPr id="9" name="墨迹 8"/>
              <p14:cNvContentPartPr/>
              <p14:nvPr/>
            </p14:nvContentPartPr>
            <p14:xfrm>
              <a:off x="2006254" y="3976962"/>
              <a:ext cx="1421333" cy="163824"/>
            </p14:xfrm>
          </p:contentPart>
        </mc:Choice>
        <mc:Fallback xmlns="">
          <p:pic>
            <p:nvPicPr>
              <p:cNvPr id="9" name="墨迹 8"/>
            </p:nvPicPr>
            <p:blipFill>
              <a:blip r:embed="rId8"/>
            </p:blipFill>
            <p:spPr>
              <a:xfrm>
                <a:off x="2006254" y="3976962"/>
                <a:ext cx="1421333" cy="163824"/>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0" name="墨迹 9"/>
              <p14:cNvContentPartPr/>
              <p14:nvPr/>
            </p14:nvContentPartPr>
            <p14:xfrm>
              <a:off x="2074071" y="2468653"/>
              <a:ext cx="1441113" cy="90386"/>
            </p14:xfrm>
          </p:contentPart>
        </mc:Choice>
        <mc:Fallback xmlns="">
          <p:pic>
            <p:nvPicPr>
              <p:cNvPr id="10" name="墨迹 9"/>
            </p:nvPicPr>
            <p:blipFill>
              <a:blip r:embed="rId10"/>
            </p:blipFill>
            <p:spPr>
              <a:xfrm>
                <a:off x="2074071" y="2468653"/>
                <a:ext cx="1441113" cy="90386"/>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1" name="墨迹 10"/>
              <p14:cNvContentPartPr/>
              <p14:nvPr/>
            </p14:nvContentPartPr>
            <p14:xfrm>
              <a:off x="3898023" y="5361766"/>
              <a:ext cx="180625" cy="118419"/>
            </p14:xfrm>
          </p:contentPart>
        </mc:Choice>
        <mc:Fallback xmlns="">
          <p:pic>
            <p:nvPicPr>
              <p:cNvPr id="11" name="墨迹 10"/>
            </p:nvPicPr>
            <p:blipFill>
              <a:blip r:embed="rId12"/>
            </p:blipFill>
            <p:spPr>
              <a:xfrm>
                <a:off x="3898023" y="5361766"/>
                <a:ext cx="180625" cy="118419"/>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2" name="墨迹 11"/>
              <p14:cNvContentPartPr/>
              <p14:nvPr/>
            </p14:nvContentPartPr>
            <p14:xfrm>
              <a:off x="4050943" y="5327095"/>
              <a:ext cx="81372" cy="97164"/>
            </p14:xfrm>
          </p:contentPart>
        </mc:Choice>
        <mc:Fallback xmlns="">
          <p:pic>
            <p:nvPicPr>
              <p:cNvPr id="12" name="墨迹 11"/>
            </p:nvPicPr>
            <p:blipFill>
              <a:blip r:embed="rId14"/>
            </p:blipFill>
            <p:spPr>
              <a:xfrm>
                <a:off x="4050943" y="5327095"/>
                <a:ext cx="81372" cy="97164"/>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3" name="墨迹 12"/>
              <p14:cNvContentPartPr/>
              <p14:nvPr/>
            </p14:nvContentPartPr>
            <p14:xfrm>
              <a:off x="4227263" y="5249138"/>
              <a:ext cx="56514" cy="130635"/>
            </p14:xfrm>
          </p:contentPart>
        </mc:Choice>
        <mc:Fallback xmlns="">
          <p:pic>
            <p:nvPicPr>
              <p:cNvPr id="13" name="墨迹 12"/>
            </p:nvPicPr>
            <p:blipFill>
              <a:blip r:embed="rId16"/>
            </p:blipFill>
            <p:spPr>
              <a:xfrm>
                <a:off x="4227263" y="5249138"/>
                <a:ext cx="56514" cy="130635"/>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4" name="墨迹 13"/>
              <p14:cNvContentPartPr/>
              <p14:nvPr/>
            </p14:nvContentPartPr>
            <p14:xfrm>
              <a:off x="4315434" y="5189257"/>
              <a:ext cx="49715" cy="220879"/>
            </p14:xfrm>
          </p:contentPart>
        </mc:Choice>
        <mc:Fallback xmlns="">
          <p:pic>
            <p:nvPicPr>
              <p:cNvPr id="14" name="墨迹 13"/>
            </p:nvPicPr>
            <p:blipFill>
              <a:blip r:embed="rId18"/>
            </p:blipFill>
            <p:spPr>
              <a:xfrm>
                <a:off x="4315434" y="5189257"/>
                <a:ext cx="49715" cy="220879"/>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5" name="墨迹 14"/>
              <p14:cNvContentPartPr/>
              <p14:nvPr/>
            </p14:nvContentPartPr>
            <p14:xfrm>
              <a:off x="4367974" y="5290940"/>
              <a:ext cx="72917" cy="70897"/>
            </p14:xfrm>
          </p:contentPart>
        </mc:Choice>
        <mc:Fallback xmlns="">
          <p:pic>
            <p:nvPicPr>
              <p:cNvPr id="15" name="墨迹 14"/>
            </p:nvPicPr>
            <p:blipFill>
              <a:blip r:embed="rId20"/>
            </p:blipFill>
            <p:spPr>
              <a:xfrm>
                <a:off x="4367974" y="5290940"/>
                <a:ext cx="72917" cy="70897"/>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6" name="墨迹 15"/>
              <p14:cNvContentPartPr/>
              <p14:nvPr/>
            </p14:nvContentPartPr>
            <p14:xfrm>
              <a:off x="4464622" y="5300756"/>
              <a:ext cx="13555" cy="54584"/>
            </p14:xfrm>
          </p:contentPart>
        </mc:Choice>
        <mc:Fallback xmlns="">
          <p:pic>
            <p:nvPicPr>
              <p:cNvPr id="16" name="墨迹 15"/>
            </p:nvPicPr>
            <p:blipFill>
              <a:blip r:embed="rId22"/>
            </p:blipFill>
            <p:spPr>
              <a:xfrm>
                <a:off x="4464622" y="5300756"/>
                <a:ext cx="13555" cy="54584"/>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7" name="墨迹 16"/>
              <p14:cNvContentPartPr/>
              <p14:nvPr/>
            </p14:nvContentPartPr>
            <p14:xfrm>
              <a:off x="4473674" y="5225411"/>
              <a:ext cx="7903" cy="22597"/>
            </p14:xfrm>
          </p:contentPart>
        </mc:Choice>
        <mc:Fallback xmlns="">
          <p:pic>
            <p:nvPicPr>
              <p:cNvPr id="17" name="墨迹 16"/>
            </p:nvPicPr>
            <p:blipFill>
              <a:blip r:embed="rId24"/>
            </p:blipFill>
            <p:spPr>
              <a:xfrm>
                <a:off x="4473674" y="5225411"/>
                <a:ext cx="7903" cy="22597"/>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8" name="墨迹 17"/>
              <p14:cNvContentPartPr/>
              <p14:nvPr/>
            </p14:nvContentPartPr>
            <p14:xfrm>
              <a:off x="4509834" y="5266085"/>
              <a:ext cx="51989" cy="79087"/>
            </p14:xfrm>
          </p:contentPart>
        </mc:Choice>
        <mc:Fallback xmlns="">
          <p:pic>
            <p:nvPicPr>
              <p:cNvPr id="18" name="墨迹 17"/>
            </p:nvPicPr>
            <p:blipFill>
              <a:blip r:embed="rId26"/>
            </p:blipFill>
            <p:spPr>
              <a:xfrm>
                <a:off x="4509834" y="5266085"/>
                <a:ext cx="51989" cy="79087"/>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9" name="墨迹 18"/>
              <p14:cNvContentPartPr/>
              <p14:nvPr/>
            </p14:nvContentPartPr>
            <p14:xfrm>
              <a:off x="2913881" y="5241229"/>
              <a:ext cx="691725" cy="942268"/>
            </p14:xfrm>
          </p:contentPart>
        </mc:Choice>
        <mc:Fallback xmlns="">
          <p:pic>
            <p:nvPicPr>
              <p:cNvPr id="19" name="墨迹 18"/>
            </p:nvPicPr>
            <p:blipFill>
              <a:blip r:embed="rId28"/>
            </p:blipFill>
            <p:spPr>
              <a:xfrm>
                <a:off x="2913881" y="5241229"/>
                <a:ext cx="691725" cy="942268"/>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20" name="墨迹 19"/>
              <p14:cNvContentPartPr/>
              <p14:nvPr/>
            </p14:nvContentPartPr>
            <p14:xfrm>
              <a:off x="3386305" y="5104520"/>
              <a:ext cx="160535" cy="96035"/>
            </p14:xfrm>
          </p:contentPart>
        </mc:Choice>
        <mc:Fallback xmlns="">
          <p:pic>
            <p:nvPicPr>
              <p:cNvPr id="20" name="墨迹 19"/>
            </p:nvPicPr>
            <p:blipFill>
              <a:blip r:embed="rId30"/>
            </p:blipFill>
            <p:spPr>
              <a:xfrm>
                <a:off x="3386305" y="5104520"/>
                <a:ext cx="160535" cy="96035"/>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21" name="墨迹 20"/>
              <p14:cNvContentPartPr/>
              <p14:nvPr/>
            </p14:nvContentPartPr>
            <p14:xfrm>
              <a:off x="3508406" y="5053679"/>
              <a:ext cx="74595" cy="91515"/>
            </p14:xfrm>
          </p:contentPart>
        </mc:Choice>
        <mc:Fallback xmlns="">
          <p:pic>
            <p:nvPicPr>
              <p:cNvPr id="21" name="墨迹 20"/>
            </p:nvPicPr>
            <p:blipFill>
              <a:blip r:embed="rId32"/>
            </p:blipFill>
            <p:spPr>
              <a:xfrm>
                <a:off x="3508406" y="5053679"/>
                <a:ext cx="74595" cy="91515"/>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22" name="墨迹 21"/>
              <p14:cNvContentPartPr/>
              <p14:nvPr/>
            </p14:nvContentPartPr>
            <p14:xfrm>
              <a:off x="3615210" y="4967813"/>
              <a:ext cx="75168" cy="38414"/>
            </p14:xfrm>
          </p:contentPart>
        </mc:Choice>
        <mc:Fallback xmlns="">
          <p:pic>
            <p:nvPicPr>
              <p:cNvPr id="22" name="墨迹 21"/>
            </p:nvPicPr>
            <p:blipFill>
              <a:blip r:embed="rId34"/>
            </p:blipFill>
            <p:spPr>
              <a:xfrm>
                <a:off x="3615210" y="4967813"/>
                <a:ext cx="75168" cy="38414"/>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3" name="墨迹 22"/>
              <p14:cNvContentPartPr/>
              <p14:nvPr/>
            </p14:nvContentPartPr>
            <p14:xfrm>
              <a:off x="3614658" y="4961034"/>
              <a:ext cx="51988" cy="121455"/>
            </p14:xfrm>
          </p:contentPart>
        </mc:Choice>
        <mc:Fallback xmlns="">
          <p:pic>
            <p:nvPicPr>
              <p:cNvPr id="23" name="墨迹 22"/>
            </p:nvPicPr>
            <p:blipFill>
              <a:blip r:embed="rId36"/>
            </p:blipFill>
            <p:spPr>
              <a:xfrm>
                <a:off x="3614658" y="4961034"/>
                <a:ext cx="51988" cy="121455"/>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4" name="墨迹 23"/>
              <p14:cNvContentPartPr/>
              <p14:nvPr/>
            </p14:nvContentPartPr>
            <p14:xfrm>
              <a:off x="3644041" y="5040121"/>
              <a:ext cx="9029" cy="55926"/>
            </p14:xfrm>
          </p:contentPart>
        </mc:Choice>
        <mc:Fallback xmlns="">
          <p:pic>
            <p:nvPicPr>
              <p:cNvPr id="24" name="墨迹 23"/>
            </p:nvPicPr>
            <p:blipFill>
              <a:blip r:embed="rId38"/>
            </p:blipFill>
            <p:spPr>
              <a:xfrm>
                <a:off x="3644041" y="5040121"/>
                <a:ext cx="9029" cy="55926"/>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5" name="墨迹 24"/>
              <p14:cNvContentPartPr/>
              <p14:nvPr/>
            </p14:nvContentPartPr>
            <p14:xfrm>
              <a:off x="3665498" y="4994928"/>
              <a:ext cx="55388" cy="138545"/>
            </p14:xfrm>
          </p:contentPart>
        </mc:Choice>
        <mc:Fallback xmlns="">
          <p:pic>
            <p:nvPicPr>
              <p:cNvPr id="25" name="墨迹 24"/>
            </p:nvPicPr>
            <p:blipFill>
              <a:blip r:embed="rId40"/>
            </p:blipFill>
            <p:spPr>
              <a:xfrm>
                <a:off x="3665498" y="4994928"/>
                <a:ext cx="55388" cy="138545"/>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6" name="墨迹 25"/>
              <p14:cNvContentPartPr/>
              <p14:nvPr/>
            </p14:nvContentPartPr>
            <p14:xfrm>
              <a:off x="3671172" y="5049159"/>
              <a:ext cx="12428" cy="1"/>
            </p14:xfrm>
          </p:contentPart>
        </mc:Choice>
        <mc:Fallback xmlns="">
          <p:pic>
            <p:nvPicPr>
              <p:cNvPr id="26" name="墨迹 25"/>
            </p:nvPicPr>
            <p:blipFill>
              <a:blip r:embed="rId42"/>
            </p:blipFill>
            <p:spPr>
              <a:xfrm>
                <a:off x="3671172" y="5049159"/>
                <a:ext cx="12428" cy="1"/>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27" name="墨迹 26"/>
              <p14:cNvContentPartPr/>
              <p14:nvPr/>
            </p14:nvContentPartPr>
            <p14:xfrm>
              <a:off x="3675675" y="5067237"/>
              <a:ext cx="11303" cy="22596"/>
            </p14:xfrm>
          </p:contentPart>
        </mc:Choice>
        <mc:Fallback xmlns="">
          <p:pic>
            <p:nvPicPr>
              <p:cNvPr id="27" name="墨迹 26"/>
            </p:nvPicPr>
            <p:blipFill>
              <a:blip r:embed="rId44"/>
            </p:blipFill>
            <p:spPr>
              <a:xfrm>
                <a:off x="3675675" y="5067237"/>
                <a:ext cx="11303" cy="22596"/>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28" name="墨迹 27"/>
              <p14:cNvContentPartPr/>
              <p14:nvPr/>
            </p14:nvContentPartPr>
            <p14:xfrm>
              <a:off x="3766098" y="4900024"/>
              <a:ext cx="20354" cy="18077"/>
            </p14:xfrm>
          </p:contentPart>
        </mc:Choice>
        <mc:Fallback xmlns="">
          <p:pic>
            <p:nvPicPr>
              <p:cNvPr id="28" name="墨迹 27"/>
            </p:nvPicPr>
            <p:blipFill>
              <a:blip r:embed="rId46"/>
            </p:blipFill>
            <p:spPr>
              <a:xfrm>
                <a:off x="3766098" y="4900024"/>
                <a:ext cx="20354" cy="18077"/>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29" name="墨迹 28"/>
              <p14:cNvContentPartPr/>
              <p14:nvPr/>
            </p14:nvContentPartPr>
            <p14:xfrm>
              <a:off x="3750843" y="4913581"/>
              <a:ext cx="62740" cy="98648"/>
            </p14:xfrm>
          </p:contentPart>
        </mc:Choice>
        <mc:Fallback xmlns="">
          <p:pic>
            <p:nvPicPr>
              <p:cNvPr id="29" name="墨迹 28"/>
            </p:nvPicPr>
            <p:blipFill>
              <a:blip r:embed="rId48"/>
            </p:blipFill>
            <p:spPr>
              <a:xfrm>
                <a:off x="3750843" y="4913581"/>
                <a:ext cx="62740" cy="98648"/>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30" name="墨迹 29"/>
              <p14:cNvContentPartPr/>
              <p14:nvPr/>
            </p14:nvContentPartPr>
            <p14:xfrm>
              <a:off x="3772897" y="4963293"/>
              <a:ext cx="56514" cy="57621"/>
            </p14:xfrm>
          </p:contentPart>
        </mc:Choice>
        <mc:Fallback xmlns="">
          <p:pic>
            <p:nvPicPr>
              <p:cNvPr id="30" name="墨迹 29"/>
            </p:nvPicPr>
            <p:blipFill>
              <a:blip r:embed="rId50"/>
            </p:blipFill>
            <p:spPr>
              <a:xfrm>
                <a:off x="3772897" y="4963293"/>
                <a:ext cx="56514" cy="57621"/>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31" name="墨迹 30"/>
              <p14:cNvContentPartPr/>
              <p14:nvPr/>
            </p14:nvContentPartPr>
            <p14:xfrm>
              <a:off x="3784200" y="4997188"/>
              <a:ext cx="27109" cy="36154"/>
            </p14:xfrm>
          </p:contentPart>
        </mc:Choice>
        <mc:Fallback xmlns="">
          <p:pic>
            <p:nvPicPr>
              <p:cNvPr id="31" name="墨迹 30"/>
            </p:nvPicPr>
            <p:blipFill>
              <a:blip r:embed="rId52"/>
            </p:blipFill>
            <p:spPr>
              <a:xfrm>
                <a:off x="3784200" y="4997188"/>
                <a:ext cx="27109" cy="36154"/>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32" name="墨迹 31"/>
              <p14:cNvContentPartPr/>
              <p14:nvPr/>
            </p14:nvContentPartPr>
            <p14:xfrm>
              <a:off x="3795503" y="4981370"/>
              <a:ext cx="15806" cy="112982"/>
            </p14:xfrm>
          </p:contentPart>
        </mc:Choice>
        <mc:Fallback xmlns="">
          <p:pic>
            <p:nvPicPr>
              <p:cNvPr id="32" name="墨迹 31"/>
            </p:nvPicPr>
            <p:blipFill>
              <a:blip r:embed="rId54"/>
            </p:blipFill>
            <p:spPr>
              <a:xfrm>
                <a:off x="3795503" y="4981370"/>
                <a:ext cx="15806" cy="112982"/>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33" name="墨迹 32"/>
              <p14:cNvContentPartPr/>
              <p14:nvPr/>
            </p14:nvContentPartPr>
            <p14:xfrm>
              <a:off x="3780226" y="5048030"/>
              <a:ext cx="23180" cy="14687"/>
            </p14:xfrm>
          </p:contentPart>
        </mc:Choice>
        <mc:Fallback xmlns="">
          <p:pic>
            <p:nvPicPr>
              <p:cNvPr id="33" name="墨迹 32"/>
            </p:nvPicPr>
            <p:blipFill>
              <a:blip r:embed="rId56"/>
            </p:blipFill>
            <p:spPr>
              <a:xfrm>
                <a:off x="3780226" y="5048030"/>
                <a:ext cx="23180" cy="14687"/>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34" name="墨迹 33"/>
              <p14:cNvContentPartPr/>
              <p14:nvPr/>
            </p14:nvContentPartPr>
            <p14:xfrm>
              <a:off x="3856521" y="4934695"/>
              <a:ext cx="29405" cy="131765"/>
            </p14:xfrm>
          </p:contentPart>
        </mc:Choice>
        <mc:Fallback xmlns="">
          <p:pic>
            <p:nvPicPr>
              <p:cNvPr id="34" name="墨迹 33"/>
            </p:nvPicPr>
            <p:blipFill>
              <a:blip r:embed="rId58"/>
            </p:blipFill>
            <p:spPr>
              <a:xfrm>
                <a:off x="3856521" y="4934695"/>
                <a:ext cx="29405" cy="131765"/>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35" name="墨迹 34"/>
              <p14:cNvContentPartPr/>
              <p14:nvPr/>
            </p14:nvContentPartPr>
            <p14:xfrm>
              <a:off x="3916435" y="4947476"/>
              <a:ext cx="1125" cy="27115"/>
            </p14:xfrm>
          </p:contentPart>
        </mc:Choice>
        <mc:Fallback xmlns="">
          <p:pic>
            <p:nvPicPr>
              <p:cNvPr id="35" name="墨迹 34"/>
            </p:nvPicPr>
            <p:blipFill>
              <a:blip r:embed="rId60"/>
            </p:blipFill>
            <p:spPr>
              <a:xfrm>
                <a:off x="3916435" y="4947476"/>
                <a:ext cx="1125" cy="27115"/>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36" name="墨迹 35"/>
              <p14:cNvContentPartPr/>
              <p14:nvPr/>
            </p14:nvContentPartPr>
            <p14:xfrm>
              <a:off x="3894955" y="4974591"/>
              <a:ext cx="44085" cy="47453"/>
            </p14:xfrm>
          </p:contentPart>
        </mc:Choice>
        <mc:Fallback xmlns="">
          <p:pic>
            <p:nvPicPr>
              <p:cNvPr id="36" name="墨迹 35"/>
            </p:nvPicPr>
            <p:blipFill>
              <a:blip r:embed="rId62"/>
            </p:blipFill>
            <p:spPr>
              <a:xfrm>
                <a:off x="3894955" y="4974591"/>
                <a:ext cx="44085" cy="47453"/>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37" name="墨迹 36"/>
              <p14:cNvContentPartPr/>
              <p14:nvPr/>
            </p14:nvContentPartPr>
            <p14:xfrm>
              <a:off x="3909083" y="4992669"/>
              <a:ext cx="52563" cy="58185"/>
            </p14:xfrm>
          </p:contentPart>
        </mc:Choice>
        <mc:Fallback xmlns="">
          <p:pic>
            <p:nvPicPr>
              <p:cNvPr id="37" name="墨迹 36"/>
            </p:nvPicPr>
            <p:blipFill>
              <a:blip r:embed="rId64"/>
            </p:blipFill>
            <p:spPr>
              <a:xfrm>
                <a:off x="3909083" y="4992669"/>
                <a:ext cx="52563" cy="58185"/>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38" name="墨迹 37"/>
              <p14:cNvContentPartPr/>
              <p14:nvPr/>
            </p14:nvContentPartPr>
            <p14:xfrm>
              <a:off x="3978600" y="4898894"/>
              <a:ext cx="54263" cy="39543"/>
            </p14:xfrm>
          </p:contentPart>
        </mc:Choice>
        <mc:Fallback xmlns="">
          <p:pic>
            <p:nvPicPr>
              <p:cNvPr id="38" name="墨迹 37"/>
            </p:nvPicPr>
            <p:blipFill>
              <a:blip r:embed="rId66"/>
            </p:blipFill>
            <p:spPr>
              <a:xfrm>
                <a:off x="3978600" y="4898894"/>
                <a:ext cx="54263" cy="39543"/>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39" name="墨迹 38"/>
              <p14:cNvContentPartPr/>
              <p14:nvPr/>
            </p14:nvContentPartPr>
            <p14:xfrm>
              <a:off x="3985930" y="4900024"/>
              <a:ext cx="44659" cy="76827"/>
            </p14:xfrm>
          </p:contentPart>
        </mc:Choice>
        <mc:Fallback xmlns="">
          <p:pic>
            <p:nvPicPr>
              <p:cNvPr id="39" name="墨迹 38"/>
            </p:nvPicPr>
            <p:blipFill>
              <a:blip r:embed="rId68"/>
            </p:blipFill>
            <p:spPr>
              <a:xfrm>
                <a:off x="3985930" y="4900024"/>
                <a:ext cx="44659" cy="76827"/>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40" name="墨迹 39"/>
              <p14:cNvContentPartPr/>
              <p14:nvPr/>
            </p14:nvContentPartPr>
            <p14:xfrm>
              <a:off x="4010257" y="4942957"/>
              <a:ext cx="18102" cy="112982"/>
            </p14:xfrm>
          </p:contentPart>
        </mc:Choice>
        <mc:Fallback xmlns="">
          <p:pic>
            <p:nvPicPr>
              <p:cNvPr id="40" name="墨迹 39"/>
            </p:nvPicPr>
            <p:blipFill>
              <a:blip r:embed="rId70"/>
            </p:blipFill>
            <p:spPr>
              <a:xfrm>
                <a:off x="4010257" y="4942957"/>
                <a:ext cx="18102" cy="112982"/>
              </a:xfrm>
              <a:prstGeom prst="rect"/>
            </p:spPr>
          </p:pic>
        </mc:Fallback>
      </mc:AlternateContent>
      <mc:AlternateContent xmlns:mc="http://schemas.openxmlformats.org/markup-compatibility/2006" xmlns:p14="http://schemas.microsoft.com/office/powerpoint/2010/main">
        <mc:Choice Requires="p14">
          <p:contentPart r:id="rId71" p14:bwMode="auto">
            <p14:nvContentPartPr>
              <p14:cNvPr id="41" name="墨迹 40"/>
              <p14:cNvContentPartPr/>
              <p14:nvPr/>
            </p14:nvContentPartPr>
            <p14:xfrm>
              <a:off x="3996658" y="4999448"/>
              <a:ext cx="19250" cy="22596"/>
            </p14:xfrm>
          </p:contentPart>
        </mc:Choice>
        <mc:Fallback xmlns="">
          <p:pic>
            <p:nvPicPr>
              <p:cNvPr id="41" name="墨迹 40"/>
            </p:nvPicPr>
            <p:blipFill>
              <a:blip r:embed="rId72"/>
            </p:blipFill>
            <p:spPr>
              <a:xfrm>
                <a:off x="3996658" y="4999448"/>
                <a:ext cx="19250" cy="22596"/>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42" name="墨迹 41"/>
              <p14:cNvContentPartPr/>
              <p14:nvPr/>
            </p14:nvContentPartPr>
            <p14:xfrm>
              <a:off x="4048669" y="4902848"/>
              <a:ext cx="38434" cy="19772"/>
            </p14:xfrm>
          </p:contentPart>
        </mc:Choice>
        <mc:Fallback xmlns="">
          <p:pic>
            <p:nvPicPr>
              <p:cNvPr id="42" name="墨迹 41"/>
            </p:nvPicPr>
            <p:blipFill>
              <a:blip r:embed="rId74"/>
            </p:blipFill>
            <p:spPr>
              <a:xfrm>
                <a:off x="4048669" y="4902848"/>
                <a:ext cx="38434" cy="19772"/>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43" name="墨迹 42"/>
              <p14:cNvContentPartPr/>
              <p14:nvPr/>
            </p14:nvContentPartPr>
            <p14:xfrm>
              <a:off x="4048669" y="4931658"/>
              <a:ext cx="36182" cy="31071"/>
            </p14:xfrm>
          </p:contentPart>
        </mc:Choice>
        <mc:Fallback xmlns="">
          <p:pic>
            <p:nvPicPr>
              <p:cNvPr id="43" name="墨迹 42"/>
            </p:nvPicPr>
            <p:blipFill>
              <a:blip r:embed="rId76"/>
            </p:blipFill>
            <p:spPr>
              <a:xfrm>
                <a:off x="4048669" y="4931658"/>
                <a:ext cx="36182" cy="31071"/>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44" name="墨迹 43"/>
              <p14:cNvContentPartPr/>
              <p14:nvPr/>
            </p14:nvContentPartPr>
            <p14:xfrm>
              <a:off x="4057720" y="4884206"/>
              <a:ext cx="11303" cy="55361"/>
            </p14:xfrm>
          </p:contentPart>
        </mc:Choice>
        <mc:Fallback xmlns="">
          <p:pic>
            <p:nvPicPr>
              <p:cNvPr id="44" name="墨迹 43"/>
            </p:nvPicPr>
            <p:blipFill>
              <a:blip r:embed="rId78"/>
            </p:blipFill>
            <p:spPr>
              <a:xfrm>
                <a:off x="4057720" y="4884206"/>
                <a:ext cx="11303" cy="55361"/>
              </a:xfrm>
              <a:prstGeom prst="rect"/>
            </p:spPr>
          </p:pic>
        </mc:Fallback>
      </mc:AlternateContent>
      <mc:AlternateContent xmlns:mc="http://schemas.openxmlformats.org/markup-compatibility/2006" xmlns:p14="http://schemas.microsoft.com/office/powerpoint/2010/main">
        <mc:Choice Requires="p14">
          <p:contentPart r:id="rId79" p14:bwMode="auto">
            <p14:nvContentPartPr>
              <p14:cNvPr id="45" name="墨迹 44"/>
              <p14:cNvContentPartPr/>
              <p14:nvPr/>
            </p14:nvContentPartPr>
            <p14:xfrm>
              <a:off x="4053967" y="4985890"/>
              <a:ext cx="48964" cy="42933"/>
            </p14:xfrm>
          </p:contentPart>
        </mc:Choice>
        <mc:Fallback xmlns="">
          <p:pic>
            <p:nvPicPr>
              <p:cNvPr id="45" name="墨迹 44"/>
            </p:nvPicPr>
            <p:blipFill>
              <a:blip r:embed="rId80"/>
            </p:blipFill>
            <p:spPr>
              <a:xfrm>
                <a:off x="4053967" y="4985890"/>
                <a:ext cx="48964" cy="42933"/>
              </a:xfrm>
              <a:prstGeom prst="rect"/>
            </p:spPr>
          </p:pic>
        </mc:Fallback>
      </mc:AlternateContent>
      <mc:AlternateContent xmlns:mc="http://schemas.openxmlformats.org/markup-compatibility/2006" xmlns:p14="http://schemas.microsoft.com/office/powerpoint/2010/main">
        <mc:Choice Requires="p14">
          <p:contentPart r:id="rId81" p14:bwMode="auto">
            <p14:nvContentPartPr>
              <p14:cNvPr id="46" name="墨迹 45"/>
              <p14:cNvContentPartPr/>
              <p14:nvPr/>
            </p14:nvContentPartPr>
            <p14:xfrm>
              <a:off x="4118760" y="4890985"/>
              <a:ext cx="55388" cy="51972"/>
            </p14:xfrm>
          </p:contentPart>
        </mc:Choice>
        <mc:Fallback xmlns="">
          <p:pic>
            <p:nvPicPr>
              <p:cNvPr id="46" name="墨迹 45"/>
            </p:nvPicPr>
            <p:blipFill>
              <a:blip r:embed="rId82"/>
            </p:blipFill>
            <p:spPr>
              <a:xfrm>
                <a:off x="4118760" y="4890985"/>
                <a:ext cx="55388" cy="51972"/>
              </a:xfrm>
              <a:prstGeom prst="rect"/>
            </p:spPr>
          </p:pic>
        </mc:Fallback>
      </mc:AlternateContent>
      <mc:AlternateContent xmlns:mc="http://schemas.openxmlformats.org/markup-compatibility/2006" xmlns:p14="http://schemas.microsoft.com/office/powerpoint/2010/main">
        <mc:Choice Requires="p14">
          <p:contentPart r:id="rId83" p14:bwMode="auto">
            <p14:nvContentPartPr>
              <p14:cNvPr id="47" name="墨迹 46"/>
              <p14:cNvContentPartPr/>
              <p14:nvPr/>
            </p14:nvContentPartPr>
            <p14:xfrm>
              <a:off x="4123285" y="4877427"/>
              <a:ext cx="33909" cy="133319"/>
            </p14:xfrm>
          </p:contentPart>
        </mc:Choice>
        <mc:Fallback xmlns="">
          <p:pic>
            <p:nvPicPr>
              <p:cNvPr id="47" name="墨迹 46"/>
            </p:nvPicPr>
            <p:blipFill>
              <a:blip r:embed="rId84"/>
            </p:blipFill>
            <p:spPr>
              <a:xfrm>
                <a:off x="4123285" y="4877427"/>
                <a:ext cx="33909" cy="133319"/>
              </a:xfrm>
              <a:prstGeom prst="rect"/>
            </p:spPr>
          </p:pic>
        </mc:Fallback>
      </mc:AlternateContent>
      <mc:AlternateContent xmlns:mc="http://schemas.openxmlformats.org/markup-compatibility/2006" xmlns:p14="http://schemas.microsoft.com/office/powerpoint/2010/main">
        <mc:Choice Requires="p14">
          <p:contentPart r:id="rId85" p14:bwMode="auto">
            <p14:nvContentPartPr>
              <p14:cNvPr id="48" name="墨迹 47"/>
              <p14:cNvContentPartPr/>
              <p14:nvPr/>
            </p14:nvContentPartPr>
            <p14:xfrm>
              <a:off x="4184877" y="4863869"/>
              <a:ext cx="37860" cy="82477"/>
            </p14:xfrm>
          </p:contentPart>
        </mc:Choice>
        <mc:Fallback xmlns="">
          <p:pic>
            <p:nvPicPr>
              <p:cNvPr id="48" name="墨迹 47"/>
            </p:nvPicPr>
            <p:blipFill>
              <a:blip r:embed="rId86"/>
            </p:blipFill>
            <p:spPr>
              <a:xfrm>
                <a:off x="4184877" y="4863869"/>
                <a:ext cx="37860" cy="82477"/>
              </a:xfrm>
              <a:prstGeom prst="rect"/>
            </p:spPr>
          </p:pic>
        </mc:Fallback>
      </mc:AlternateContent>
      <mc:AlternateContent xmlns:mc="http://schemas.openxmlformats.org/markup-compatibility/2006" xmlns:p14="http://schemas.microsoft.com/office/powerpoint/2010/main">
        <mc:Choice Requires="p14">
          <p:contentPart r:id="rId87" p14:bwMode="auto">
            <p14:nvContentPartPr>
              <p14:cNvPr id="49" name="墨迹 48"/>
              <p14:cNvContentPartPr/>
              <p14:nvPr/>
            </p14:nvContentPartPr>
            <p14:xfrm>
              <a:off x="4209183" y="4909062"/>
              <a:ext cx="31634" cy="23726"/>
            </p14:xfrm>
          </p:contentPart>
        </mc:Choice>
        <mc:Fallback xmlns="">
          <p:pic>
            <p:nvPicPr>
              <p:cNvPr id="49" name="墨迹 48"/>
            </p:nvPicPr>
            <p:blipFill>
              <a:blip r:embed="rId88"/>
            </p:blipFill>
            <p:spPr>
              <a:xfrm>
                <a:off x="4209183" y="4909062"/>
                <a:ext cx="31634" cy="23726"/>
              </a:xfrm>
              <a:prstGeom prst="rect"/>
            </p:spPr>
          </p:pic>
        </mc:Fallback>
      </mc:AlternateContent>
      <mc:AlternateContent xmlns:mc="http://schemas.openxmlformats.org/markup-compatibility/2006" xmlns:p14="http://schemas.microsoft.com/office/powerpoint/2010/main">
        <mc:Choice Requires="p14">
          <p:contentPart r:id="rId89" p14:bwMode="auto">
            <p14:nvContentPartPr>
              <p14:cNvPr id="50" name="墨迹 49"/>
              <p14:cNvContentPartPr/>
              <p14:nvPr/>
            </p14:nvContentPartPr>
            <p14:xfrm>
              <a:off x="4194105" y="4926010"/>
              <a:ext cx="59163" cy="50276"/>
            </p14:xfrm>
          </p:contentPart>
        </mc:Choice>
        <mc:Fallback xmlns="">
          <p:pic>
            <p:nvPicPr>
              <p:cNvPr id="50" name="墨迹 49"/>
            </p:nvPicPr>
            <p:blipFill>
              <a:blip r:embed="rId90"/>
            </p:blipFill>
            <p:spPr>
              <a:xfrm>
                <a:off x="4194105" y="4926010"/>
                <a:ext cx="59163" cy="50276"/>
              </a:xfrm>
              <a:prstGeom prst="rect"/>
            </p:spPr>
          </p:pic>
        </mc:Fallback>
      </mc:AlternateContent>
      <mc:AlternateContent xmlns:mc="http://schemas.openxmlformats.org/markup-compatibility/2006" xmlns:p14="http://schemas.microsoft.com/office/powerpoint/2010/main">
        <mc:Choice Requires="p14">
          <p:contentPart r:id="rId91" p14:bwMode="auto">
            <p14:nvContentPartPr>
              <p14:cNvPr id="51" name="墨迹 50"/>
              <p14:cNvContentPartPr/>
              <p14:nvPr/>
            </p14:nvContentPartPr>
            <p14:xfrm>
              <a:off x="4197880" y="4940697"/>
              <a:ext cx="31634" cy="63270"/>
            </p14:xfrm>
          </p:contentPart>
        </mc:Choice>
        <mc:Fallback xmlns="">
          <p:pic>
            <p:nvPicPr>
              <p:cNvPr id="51" name="墨迹 50"/>
            </p:nvPicPr>
            <p:blipFill>
              <a:blip r:embed="rId92"/>
            </p:blipFill>
            <p:spPr>
              <a:xfrm>
                <a:off x="4197880" y="4940697"/>
                <a:ext cx="31634" cy="63270"/>
              </a:xfrm>
              <a:prstGeom prst="rect"/>
            </p:spPr>
          </p:pic>
        </mc:Fallback>
      </mc:AlternateContent>
      <mc:AlternateContent xmlns:mc="http://schemas.openxmlformats.org/markup-compatibility/2006" xmlns:p14="http://schemas.microsoft.com/office/powerpoint/2010/main">
        <mc:Choice Requires="p14">
          <p:contentPart r:id="rId93" p14:bwMode="auto">
            <p14:nvContentPartPr>
              <p14:cNvPr id="52" name="墨迹 51"/>
              <p14:cNvContentPartPr/>
              <p14:nvPr/>
            </p14:nvContentPartPr>
            <p14:xfrm>
              <a:off x="4227263" y="4965553"/>
              <a:ext cx="59914" cy="32765"/>
            </p14:xfrm>
          </p:contentPart>
        </mc:Choice>
        <mc:Fallback xmlns="">
          <p:pic>
            <p:nvPicPr>
              <p:cNvPr id="52" name="墨迹 51"/>
            </p:nvPicPr>
            <p:blipFill>
              <a:blip r:embed="rId94"/>
            </p:blipFill>
            <p:spPr>
              <a:xfrm>
                <a:off x="4227263" y="4965553"/>
                <a:ext cx="59914" cy="32765"/>
              </a:xfrm>
              <a:prstGeom prst="rect"/>
            </p:spPr>
          </p:pic>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9" name="Rectangle 3"/>
          <p:cNvSpPr/>
          <p:nvPr>
            <p:ph idx="1"/>
          </p:nvPr>
        </p:nvSpPr>
        <p:spPr>
          <a:xfrm>
            <a:off x="611560" y="926306"/>
            <a:ext cx="8699500" cy="4548187"/>
          </a:xfrm>
        </p:spPr>
        <p:txBody>
          <a:bodyPr/>
          <a:lstStyle/>
          <a:p>
            <a:pPr eaLnBrk="1" hangingPunct="1">
              <a:lnSpc>
                <a:spcPct val="80000"/>
              </a:lnSpc>
            </a:pPr>
            <a:endParaRPr lang="en-US" altLang="zh-CN" sz="2400" dirty="0">
              <a:latin typeface="Times New Roman" panose="02020503050405090304" pitchFamily="18" charset="0"/>
            </a:endParaRPr>
          </a:p>
          <a:p>
            <a:pPr eaLnBrk="1" hangingPunct="1">
              <a:lnSpc>
                <a:spcPct val="80000"/>
              </a:lnSpc>
            </a:pPr>
            <a:endParaRPr lang="en-US" altLang="zh-CN" sz="2400" dirty="0">
              <a:latin typeface="Times New Roman" panose="02020503050405090304" pitchFamily="18" charset="0"/>
            </a:endParaRPr>
          </a:p>
          <a:p>
            <a:pPr eaLnBrk="1" hangingPunct="1">
              <a:lnSpc>
                <a:spcPct val="80000"/>
              </a:lnSpc>
            </a:pPr>
            <a:endParaRPr lang="en-US" altLang="zh-CN" sz="2400" dirty="0">
              <a:latin typeface="Times New Roman" panose="02020503050405090304" pitchFamily="18" charset="0"/>
            </a:endParaRPr>
          </a:p>
          <a:p>
            <a:pPr eaLnBrk="1" hangingPunct="1">
              <a:lnSpc>
                <a:spcPct val="80000"/>
              </a:lnSpc>
              <a:spcBef>
                <a:spcPts val="1500"/>
              </a:spcBef>
            </a:pPr>
            <a:r>
              <a:rPr lang="en-US" altLang="zh-CN" sz="2400" dirty="0">
                <a:latin typeface="Times New Roman" panose="02020503050405090304" pitchFamily="18" charset="0"/>
              </a:rPr>
              <a:t>     ——</a:t>
            </a:r>
            <a:r>
              <a:rPr lang="zh-CN" altLang="en-US" sz="2400" dirty="0">
                <a:latin typeface="Times New Roman" panose="02020503050405090304" pitchFamily="18" charset="0"/>
              </a:rPr>
              <a:t>包括电动机空载转矩在内的负载转矩，（</a:t>
            </a:r>
            <a:r>
              <a:rPr lang="en-US" altLang="zh-CN" sz="2400" dirty="0" err="1">
                <a:latin typeface="Times New Roman" panose="02020503050405090304" pitchFamily="18" charset="0"/>
              </a:rPr>
              <a:t>N·m</a:t>
            </a:r>
            <a:r>
              <a:rPr lang="zh-CN" altLang="en-US" sz="2400" dirty="0">
                <a:latin typeface="Times New Roman" panose="02020503050405090304" pitchFamily="18" charset="0"/>
              </a:rPr>
              <a:t>）</a:t>
            </a:r>
            <a:endParaRPr lang="zh-CN" altLang="en-US" sz="2400" dirty="0">
              <a:latin typeface="Times New Roman" panose="02020503050405090304" pitchFamily="18" charset="0"/>
            </a:endParaRPr>
          </a:p>
          <a:p>
            <a:pPr eaLnBrk="1" hangingPunct="1">
              <a:lnSpc>
                <a:spcPct val="80000"/>
              </a:lnSpc>
              <a:spcBef>
                <a:spcPts val="1500"/>
              </a:spcBef>
              <a:buFont typeface="Wingdings" panose="05000000000000000000" pitchFamily="2" charset="2"/>
              <a:buNone/>
            </a:pPr>
            <a:r>
              <a:rPr lang="zh-CN" altLang="en-US" sz="2400" dirty="0">
                <a:latin typeface="Times New Roman" panose="02020503050405090304" pitchFamily="18" charset="0"/>
              </a:rPr>
              <a:t>          </a:t>
            </a:r>
            <a:r>
              <a:rPr lang="en-US" altLang="zh-CN" sz="2400" dirty="0">
                <a:latin typeface="Times New Roman" panose="02020503050405090304" pitchFamily="18" charset="0"/>
              </a:rPr>
              <a:t>——</a:t>
            </a:r>
            <a:r>
              <a:rPr lang="zh-CN" altLang="en-US" sz="2400" dirty="0">
                <a:latin typeface="Times New Roman" panose="02020503050405090304" pitchFamily="18" charset="0"/>
              </a:rPr>
              <a:t>电力拖动装置折算到电动机轴上的飞轮惯量，</a:t>
            </a:r>
            <a:r>
              <a:rPr lang="en-US" altLang="zh-CN" sz="2400" dirty="0">
                <a:latin typeface="Times New Roman" panose="02020503050405090304" pitchFamily="18" charset="0"/>
              </a:rPr>
              <a:t>(N·m</a:t>
            </a:r>
            <a:r>
              <a:rPr lang="en-US" altLang="zh-CN" sz="2400" baseline="30000" dirty="0">
                <a:latin typeface="Times New Roman" panose="02020503050405090304" pitchFamily="18" charset="0"/>
              </a:rPr>
              <a:t>2</a:t>
            </a:r>
            <a:r>
              <a:rPr lang="en-US" altLang="zh-CN" sz="2400" dirty="0">
                <a:latin typeface="Times New Roman" panose="02020503050405090304" pitchFamily="18" charset="0"/>
              </a:rPr>
              <a:t>) </a:t>
            </a:r>
            <a:endParaRPr lang="en-US" altLang="zh-CN" sz="2400" dirty="0">
              <a:latin typeface="Times New Roman" panose="02020503050405090304" pitchFamily="18" charset="0"/>
            </a:endParaRPr>
          </a:p>
          <a:p>
            <a:pPr eaLnBrk="1" hangingPunct="1">
              <a:lnSpc>
                <a:spcPct val="80000"/>
              </a:lnSpc>
              <a:spcBef>
                <a:spcPts val="1500"/>
              </a:spcBef>
              <a:buFont typeface="Wingdings" panose="05000000000000000000" pitchFamily="2" charset="2"/>
              <a:buNone/>
            </a:pPr>
            <a:r>
              <a:rPr lang="en-US" altLang="zh-CN" sz="2400" dirty="0">
                <a:latin typeface="Times New Roman" panose="02020503050405090304" pitchFamily="18" charset="0"/>
              </a:rPr>
              <a:t>                     ——</a:t>
            </a:r>
            <a:r>
              <a:rPr lang="zh-CN" altLang="en-US" sz="2400" dirty="0">
                <a:latin typeface="Times New Roman" panose="02020503050405090304" pitchFamily="18" charset="0"/>
              </a:rPr>
              <a:t>电动机额定励磁下的转矩系数，</a:t>
            </a:r>
            <a:r>
              <a:rPr lang="en-US" altLang="zh-CN" sz="2400" dirty="0">
                <a:latin typeface="Times New Roman" panose="02020503050405090304" pitchFamily="18" charset="0"/>
              </a:rPr>
              <a:t>(</a:t>
            </a:r>
            <a:r>
              <a:rPr lang="en-US" altLang="zh-CN" sz="2400" dirty="0" err="1">
                <a:latin typeface="Times New Roman" panose="02020503050405090304" pitchFamily="18" charset="0"/>
              </a:rPr>
              <a:t>N·m</a:t>
            </a:r>
            <a:r>
              <a:rPr lang="en-US" altLang="zh-CN" sz="2400" dirty="0">
                <a:latin typeface="Times New Roman" panose="02020503050405090304" pitchFamily="18" charset="0"/>
              </a:rPr>
              <a:t>/A)</a:t>
            </a:r>
            <a:endParaRPr lang="en-US" altLang="zh-CN" sz="2400" dirty="0">
              <a:latin typeface="Times New Roman" panose="02020503050405090304" pitchFamily="18" charset="0"/>
            </a:endParaRPr>
          </a:p>
          <a:p>
            <a:pPr eaLnBrk="1" hangingPunct="1">
              <a:lnSpc>
                <a:spcPct val="80000"/>
              </a:lnSpc>
              <a:spcBef>
                <a:spcPts val="1500"/>
              </a:spcBef>
            </a:pPr>
            <a:r>
              <a:rPr lang="zh-CN" altLang="en-US" sz="2400" dirty="0">
                <a:latin typeface="Times New Roman" panose="02020503050405090304" pitchFamily="18" charset="0"/>
              </a:rPr>
              <a:t>再定义下列时间常数：</a:t>
            </a:r>
            <a:endParaRPr lang="zh-CN" altLang="en-US" sz="2400" dirty="0">
              <a:latin typeface="Times New Roman" panose="02020503050405090304" pitchFamily="18" charset="0"/>
            </a:endParaRPr>
          </a:p>
          <a:p>
            <a:pPr eaLnBrk="1" hangingPunct="1">
              <a:lnSpc>
                <a:spcPct val="80000"/>
              </a:lnSpc>
              <a:spcBef>
                <a:spcPts val="1500"/>
              </a:spcBef>
              <a:buFont typeface="Wingdings" panose="05000000000000000000" pitchFamily="2" charset="2"/>
              <a:buNone/>
            </a:pPr>
            <a:r>
              <a:rPr lang="zh-CN" altLang="en-US" sz="2400" dirty="0">
                <a:latin typeface="Times New Roman" panose="02020503050405090304" pitchFamily="18" charset="0"/>
              </a:rPr>
              <a:t>                   </a:t>
            </a:r>
            <a:r>
              <a:rPr lang="en-US" altLang="zh-CN" sz="2400" dirty="0">
                <a:latin typeface="Times New Roman" panose="02020503050405090304" pitchFamily="18" charset="0"/>
              </a:rPr>
              <a:t>——</a:t>
            </a:r>
            <a:r>
              <a:rPr lang="zh-CN" altLang="en-US" sz="2400" dirty="0">
                <a:latin typeface="Times New Roman" panose="02020503050405090304" pitchFamily="18" charset="0"/>
              </a:rPr>
              <a:t>电枢回路电磁时间常数</a:t>
            </a:r>
            <a:r>
              <a:rPr lang="en-US" altLang="zh-CN" sz="2400" dirty="0">
                <a:latin typeface="Times New Roman" panose="02020503050405090304" pitchFamily="18" charset="0"/>
              </a:rPr>
              <a:t>(s)</a:t>
            </a:r>
            <a:endParaRPr lang="en-US" altLang="zh-CN" sz="2400" dirty="0">
              <a:latin typeface="Times New Roman" panose="02020503050405090304" pitchFamily="18" charset="0"/>
            </a:endParaRPr>
          </a:p>
          <a:p>
            <a:pPr eaLnBrk="1" hangingPunct="1">
              <a:lnSpc>
                <a:spcPct val="80000"/>
              </a:lnSpc>
              <a:spcBef>
                <a:spcPts val="1500"/>
              </a:spcBef>
              <a:buFont typeface="Wingdings" panose="05000000000000000000" pitchFamily="2" charset="2"/>
              <a:buNone/>
            </a:pPr>
            <a:endParaRPr lang="en-US" altLang="zh-CN" sz="2400" dirty="0">
              <a:latin typeface="Times New Roman" panose="02020503050405090304" pitchFamily="18" charset="0"/>
            </a:endParaRPr>
          </a:p>
          <a:p>
            <a:pPr eaLnBrk="1" hangingPunct="1">
              <a:lnSpc>
                <a:spcPct val="80000"/>
              </a:lnSpc>
              <a:spcBef>
                <a:spcPts val="1500"/>
              </a:spcBef>
              <a:buFont typeface="Wingdings" panose="05000000000000000000" pitchFamily="2" charset="2"/>
              <a:buNone/>
            </a:pPr>
            <a:r>
              <a:rPr lang="en-US" altLang="zh-CN" sz="2400" dirty="0">
                <a:latin typeface="Times New Roman" panose="02020503050405090304" pitchFamily="18" charset="0"/>
              </a:rPr>
              <a:t>                          ——</a:t>
            </a:r>
            <a:r>
              <a:rPr lang="zh-CN" altLang="en-US" sz="2400" dirty="0">
                <a:latin typeface="Times New Roman" panose="02020503050405090304" pitchFamily="18" charset="0"/>
              </a:rPr>
              <a:t>电力拖动系统机电时间常数</a:t>
            </a:r>
            <a:r>
              <a:rPr lang="en-US" altLang="zh-CN" sz="2400" dirty="0">
                <a:latin typeface="Times New Roman" panose="02020503050405090304" pitchFamily="18" charset="0"/>
              </a:rPr>
              <a:t>(s)</a:t>
            </a:r>
            <a:endParaRPr lang="en-US" altLang="zh-CN" sz="2400" dirty="0">
              <a:latin typeface="Times New Roman" panose="02020503050405090304" pitchFamily="18" charset="0"/>
            </a:endParaRPr>
          </a:p>
        </p:txBody>
      </p:sp>
      <p:sp>
        <p:nvSpPr>
          <p:cNvPr id="51210" name="Rectangle 5"/>
          <p:cNvSpPr/>
          <p:nvPr/>
        </p:nvSpPr>
        <p:spPr bwMode="auto">
          <a:xfrm>
            <a:off x="0" y="3314700"/>
            <a:ext cx="9144000" cy="0"/>
          </a:xfrm>
          <a:prstGeom prst="rect">
            <a:avLst/>
          </a:prstGeom>
          <a:noFill/>
          <a:ln w="9525">
            <a:noFill/>
            <a:miter lim="800000"/>
          </a:ln>
        </p:spPr>
        <p:txBody>
          <a:bodyPr wrap="none" anchor="ctr">
            <a:spAutoFit/>
          </a:bodyPr>
          <a:lstStyle/>
          <a:p>
            <a:endParaRPr lang="zh-CN" altLang="en-US"/>
          </a:p>
        </p:txBody>
      </p:sp>
      <p:sp>
        <p:nvSpPr>
          <p:cNvPr id="51211" name="Rectangle 7"/>
          <p:cNvSpPr/>
          <p:nvPr/>
        </p:nvSpPr>
        <p:spPr bwMode="auto">
          <a:xfrm>
            <a:off x="0" y="3314700"/>
            <a:ext cx="9144000" cy="0"/>
          </a:xfrm>
          <a:prstGeom prst="rect">
            <a:avLst/>
          </a:prstGeom>
          <a:noFill/>
          <a:ln w="9525">
            <a:noFill/>
            <a:miter lim="800000"/>
          </a:ln>
        </p:spPr>
        <p:txBody>
          <a:bodyPr wrap="none" anchor="ctr">
            <a:spAutoFit/>
          </a:bodyPr>
          <a:lstStyle/>
          <a:p>
            <a:endParaRPr lang="zh-CN" altLang="en-US"/>
          </a:p>
        </p:txBody>
      </p:sp>
      <p:sp>
        <p:nvSpPr>
          <p:cNvPr id="51212" name="Rectangle 9"/>
          <p:cNvSpPr/>
          <p:nvPr/>
        </p:nvSpPr>
        <p:spPr bwMode="auto">
          <a:xfrm>
            <a:off x="0" y="3319463"/>
            <a:ext cx="9144000" cy="0"/>
          </a:xfrm>
          <a:prstGeom prst="rect">
            <a:avLst/>
          </a:prstGeom>
          <a:noFill/>
          <a:ln w="9525">
            <a:noFill/>
            <a:miter lim="800000"/>
          </a:ln>
        </p:spPr>
        <p:txBody>
          <a:bodyPr wrap="none" anchor="ctr">
            <a:spAutoFit/>
          </a:bodyPr>
          <a:lstStyle/>
          <a:p>
            <a:endParaRPr lang="zh-CN" altLang="en-US"/>
          </a:p>
        </p:txBody>
      </p:sp>
      <p:graphicFrame>
        <p:nvGraphicFramePr>
          <p:cNvPr id="51204" name="Object 4"/>
          <p:cNvGraphicFramePr>
            <a:graphicFrameLocks noChangeAspect="1"/>
          </p:cNvGraphicFramePr>
          <p:nvPr/>
        </p:nvGraphicFramePr>
        <p:xfrm>
          <a:off x="899592" y="2132856"/>
          <a:ext cx="298450" cy="360363"/>
        </p:xfrm>
        <a:graphic>
          <a:graphicData uri="http://schemas.openxmlformats.org/presentationml/2006/ole">
            <mc:AlternateContent xmlns:mc="http://schemas.openxmlformats.org/markup-compatibility/2006">
              <mc:Choice xmlns:v="urn:schemas-microsoft-com:vml" Requires="v">
                <p:oleObj spid="_x0000_s38404" name="公式" r:id="rId1" imgW="177800" imgH="215900" progId="Equation.3">
                  <p:embed/>
                </p:oleObj>
              </mc:Choice>
              <mc:Fallback>
                <p:oleObj name="公式" r:id="rId1" imgW="177800" imgH="2159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2132856"/>
                        <a:ext cx="298450" cy="360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13" name="Rectangle 11"/>
          <p:cNvSpPr/>
          <p:nvPr/>
        </p:nvSpPr>
        <p:spPr bwMode="auto">
          <a:xfrm>
            <a:off x="0" y="3328988"/>
            <a:ext cx="9144000" cy="0"/>
          </a:xfrm>
          <a:prstGeom prst="rect">
            <a:avLst/>
          </a:prstGeom>
          <a:noFill/>
          <a:ln w="9525">
            <a:noFill/>
            <a:miter lim="800000"/>
          </a:ln>
        </p:spPr>
        <p:txBody>
          <a:bodyPr wrap="none" anchor="ctr">
            <a:spAutoFit/>
          </a:bodyPr>
          <a:lstStyle/>
          <a:p>
            <a:endParaRPr lang="zh-CN" altLang="en-US"/>
          </a:p>
        </p:txBody>
      </p:sp>
      <p:graphicFrame>
        <p:nvGraphicFramePr>
          <p:cNvPr id="51205" name="Object 5"/>
          <p:cNvGraphicFramePr>
            <a:graphicFrameLocks noChangeAspect="1"/>
          </p:cNvGraphicFramePr>
          <p:nvPr/>
        </p:nvGraphicFramePr>
        <p:xfrm>
          <a:off x="899592" y="2708920"/>
          <a:ext cx="503238" cy="303212"/>
        </p:xfrm>
        <a:graphic>
          <a:graphicData uri="http://schemas.openxmlformats.org/presentationml/2006/ole">
            <mc:AlternateContent xmlns:mc="http://schemas.openxmlformats.org/markup-compatibility/2006">
              <mc:Choice xmlns:v="urn:schemas-microsoft-com:vml" Requires="v">
                <p:oleObj spid="_x0000_s2" name="公式" r:id="rId3" imgW="330200" imgH="203200" progId="Equation.3">
                  <p:embed/>
                </p:oleObj>
              </mc:Choice>
              <mc:Fallback>
                <p:oleObj name="公式" r:id="rId3" imgW="330200" imgH="203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92" y="2708920"/>
                        <a:ext cx="503238" cy="303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14" name="Rectangle 13"/>
          <p:cNvSpPr/>
          <p:nvPr/>
        </p:nvSpPr>
        <p:spPr bwMode="auto">
          <a:xfrm>
            <a:off x="0" y="3233738"/>
            <a:ext cx="9144000" cy="0"/>
          </a:xfrm>
          <a:prstGeom prst="rect">
            <a:avLst/>
          </a:prstGeom>
          <a:noFill/>
          <a:ln w="9525">
            <a:noFill/>
            <a:miter lim="800000"/>
          </a:ln>
        </p:spPr>
        <p:txBody>
          <a:bodyPr wrap="none" anchor="ctr">
            <a:spAutoFit/>
          </a:bodyPr>
          <a:lstStyle/>
          <a:p>
            <a:endParaRPr lang="zh-CN" altLang="en-US"/>
          </a:p>
        </p:txBody>
      </p:sp>
      <p:graphicFrame>
        <p:nvGraphicFramePr>
          <p:cNvPr id="51206" name="Object 6"/>
          <p:cNvGraphicFramePr>
            <a:graphicFrameLocks noChangeAspect="1"/>
          </p:cNvGraphicFramePr>
          <p:nvPr/>
        </p:nvGraphicFramePr>
        <p:xfrm>
          <a:off x="827584" y="3003550"/>
          <a:ext cx="1223963" cy="650875"/>
        </p:xfrm>
        <a:graphic>
          <a:graphicData uri="http://schemas.openxmlformats.org/presentationml/2006/ole">
            <mc:AlternateContent xmlns:mc="http://schemas.openxmlformats.org/markup-compatibility/2006">
              <mc:Choice xmlns:v="urn:schemas-microsoft-com:vml" Requires="v">
                <p:oleObj spid="_x0000_s3" name="公式" r:id="rId5" imgW="735965" imgH="393700" progId="Equation.3">
                  <p:embed/>
                </p:oleObj>
              </mc:Choice>
              <mc:Fallback>
                <p:oleObj name="公式" r:id="rId5" imgW="735965" imgH="3937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584" y="3003550"/>
                        <a:ext cx="1223963" cy="650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15" name="Rectangle 15"/>
          <p:cNvSpPr/>
          <p:nvPr/>
        </p:nvSpPr>
        <p:spPr bwMode="auto">
          <a:xfrm>
            <a:off x="0" y="3233738"/>
            <a:ext cx="9144000" cy="0"/>
          </a:xfrm>
          <a:prstGeom prst="rect">
            <a:avLst/>
          </a:prstGeom>
          <a:noFill/>
          <a:ln w="9525">
            <a:noFill/>
            <a:miter lim="800000"/>
          </a:ln>
        </p:spPr>
        <p:txBody>
          <a:bodyPr wrap="none" anchor="ctr">
            <a:spAutoFit/>
          </a:bodyPr>
          <a:lstStyle/>
          <a:p>
            <a:endParaRPr lang="zh-CN" altLang="en-US"/>
          </a:p>
        </p:txBody>
      </p:sp>
      <p:graphicFrame>
        <p:nvGraphicFramePr>
          <p:cNvPr id="51207" name="Object 7"/>
          <p:cNvGraphicFramePr>
            <a:graphicFrameLocks noChangeAspect="1"/>
          </p:cNvGraphicFramePr>
          <p:nvPr/>
        </p:nvGraphicFramePr>
        <p:xfrm>
          <a:off x="971600" y="4005064"/>
          <a:ext cx="792162" cy="676275"/>
        </p:xfrm>
        <a:graphic>
          <a:graphicData uri="http://schemas.openxmlformats.org/presentationml/2006/ole">
            <mc:AlternateContent xmlns:mc="http://schemas.openxmlformats.org/markup-compatibility/2006">
              <mc:Choice xmlns:v="urn:schemas-microsoft-com:vml" Requires="v">
                <p:oleObj spid="_x0000_s4" name="公式" r:id="rId7" imgW="457200" imgH="393700" progId="Equation.3">
                  <p:embed/>
                </p:oleObj>
              </mc:Choice>
              <mc:Fallback>
                <p:oleObj name="公式" r:id="rId7" imgW="457200" imgH="3937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1600" y="4005064"/>
                        <a:ext cx="792162" cy="676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16" name="Rectangle 17"/>
          <p:cNvSpPr/>
          <p:nvPr/>
        </p:nvSpPr>
        <p:spPr bwMode="auto">
          <a:xfrm>
            <a:off x="0" y="3200400"/>
            <a:ext cx="9144000" cy="0"/>
          </a:xfrm>
          <a:prstGeom prst="rect">
            <a:avLst/>
          </a:prstGeom>
          <a:noFill/>
          <a:ln w="9525">
            <a:noFill/>
            <a:miter lim="800000"/>
          </a:ln>
        </p:spPr>
        <p:txBody>
          <a:bodyPr wrap="none" anchor="ctr">
            <a:spAutoFit/>
          </a:bodyPr>
          <a:lstStyle/>
          <a:p>
            <a:endParaRPr lang="zh-CN" altLang="en-US"/>
          </a:p>
        </p:txBody>
      </p:sp>
      <p:graphicFrame>
        <p:nvGraphicFramePr>
          <p:cNvPr id="51208" name="Object 8"/>
          <p:cNvGraphicFramePr>
            <a:graphicFrameLocks noChangeAspect="1"/>
          </p:cNvGraphicFramePr>
          <p:nvPr/>
        </p:nvGraphicFramePr>
        <p:xfrm>
          <a:off x="961356" y="4725144"/>
          <a:ext cx="1522412" cy="752475"/>
        </p:xfrm>
        <a:graphic>
          <a:graphicData uri="http://schemas.openxmlformats.org/presentationml/2006/ole">
            <mc:AlternateContent xmlns:mc="http://schemas.openxmlformats.org/markup-compatibility/2006">
              <mc:Choice xmlns:v="urn:schemas-microsoft-com:vml" Requires="v">
                <p:oleObj spid="_x0000_s5" name="Equation" r:id="rId9" imgW="927100" imgH="457200" progId="Equation.DSMT4">
                  <p:embed/>
                </p:oleObj>
              </mc:Choice>
              <mc:Fallback>
                <p:oleObj name="Equation" r:id="rId9" imgW="927100" imgH="457200"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61356" y="4725144"/>
                        <a:ext cx="1522412" cy="752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9" name="Rectangle 3"/>
          <p:cNvSpPr/>
          <p:nvPr>
            <p:ph idx="1"/>
          </p:nvPr>
        </p:nvSpPr>
        <p:spPr/>
        <p:txBody>
          <a:bodyPr/>
          <a:lstStyle/>
          <a:p>
            <a:pPr eaLnBrk="1" hangingPunct="1"/>
            <a:r>
              <a:rPr lang="zh-CN" altLang="en-US" dirty="0">
                <a:latin typeface="Times New Roman" panose="02020503050405090304" pitchFamily="18" charset="0"/>
              </a:rPr>
              <a:t>整理后得</a:t>
            </a:r>
            <a:endParaRPr lang="zh-CN" altLang="en-US" dirty="0">
              <a:latin typeface="Times New Roman" panose="02020503050405090304" pitchFamily="18" charset="0"/>
            </a:endParaRPr>
          </a:p>
          <a:p>
            <a:pPr eaLnBrk="1" hangingPunct="1">
              <a:buFont typeface="Wingdings" panose="05000000000000000000" pitchFamily="2" charset="2"/>
              <a:buNone/>
            </a:pPr>
            <a:r>
              <a:rPr lang="zh-CN" altLang="en-US" dirty="0">
                <a:latin typeface="Times New Roman" panose="02020503050405090304" pitchFamily="18" charset="0"/>
              </a:rPr>
              <a:t>						</a:t>
            </a:r>
            <a:endParaRPr lang="zh-CN" altLang="en-US" dirty="0">
              <a:latin typeface="Times New Roman" panose="02020503050405090304" pitchFamily="18" charset="0"/>
            </a:endParaRPr>
          </a:p>
          <a:p>
            <a:pPr eaLnBrk="1" hangingPunct="1">
              <a:buFont typeface="Wingdings" panose="05000000000000000000" pitchFamily="2" charset="2"/>
              <a:buNone/>
            </a:pPr>
            <a:r>
              <a:rPr lang="zh-CN" altLang="en-US" dirty="0">
                <a:latin typeface="Times New Roman" panose="02020503050405090304" pitchFamily="18" charset="0"/>
              </a:rPr>
              <a:t>                                                         </a:t>
            </a:r>
            <a:r>
              <a:rPr lang="en-US" altLang="zh-CN" dirty="0">
                <a:latin typeface="Times New Roman" panose="02020503050405090304" pitchFamily="18" charset="0"/>
              </a:rPr>
              <a:t>(3-13)</a:t>
            </a:r>
            <a:endParaRPr lang="en-US" altLang="zh-CN" dirty="0">
              <a:latin typeface="Times New Roman" panose="02020503050405090304" pitchFamily="18" charset="0"/>
            </a:endParaRPr>
          </a:p>
          <a:p>
            <a:pPr eaLnBrk="1" hangingPunct="1">
              <a:buFont typeface="Wingdings" panose="05000000000000000000" pitchFamily="2" charset="2"/>
              <a:buNone/>
            </a:pPr>
            <a:r>
              <a:rPr lang="en-US" altLang="zh-CN" dirty="0">
                <a:latin typeface="Times New Roman" panose="02020503050405090304" pitchFamily="18" charset="0"/>
              </a:rPr>
              <a:t>							    </a:t>
            </a:r>
            <a:endParaRPr lang="en-US" altLang="zh-CN" dirty="0">
              <a:latin typeface="Times New Roman" panose="02020503050405090304" pitchFamily="18" charset="0"/>
            </a:endParaRPr>
          </a:p>
          <a:p>
            <a:pPr eaLnBrk="1" hangingPunct="1">
              <a:buFont typeface="Wingdings" panose="05000000000000000000" pitchFamily="2" charset="2"/>
              <a:buNone/>
            </a:pPr>
            <a:r>
              <a:rPr lang="en-US" altLang="zh-CN" dirty="0">
                <a:latin typeface="Times New Roman" panose="02020503050405090304" pitchFamily="18" charset="0"/>
              </a:rPr>
              <a:t>                                                         (3-14)</a:t>
            </a:r>
            <a:endParaRPr lang="en-US" altLang="zh-CN" dirty="0">
              <a:latin typeface="Times New Roman" panose="02020503050405090304" pitchFamily="18" charset="0"/>
            </a:endParaRPr>
          </a:p>
          <a:p>
            <a:pPr eaLnBrk="1" hangingPunct="1">
              <a:buFont typeface="Wingdings" panose="05000000000000000000" pitchFamily="2" charset="2"/>
              <a:buNone/>
            </a:pPr>
            <a:endParaRPr lang="en-US" altLang="zh-CN" dirty="0">
              <a:latin typeface="Times New Roman" panose="02020503050405090304" pitchFamily="18" charset="0"/>
            </a:endParaRPr>
          </a:p>
          <a:p>
            <a:pPr eaLnBrk="1" hangingPunct="1">
              <a:buFont typeface="Wingdings" panose="05000000000000000000" pitchFamily="2" charset="2"/>
              <a:buNone/>
            </a:pPr>
            <a:r>
              <a:rPr lang="zh-CN" altLang="en-US" dirty="0">
                <a:latin typeface="Times New Roman" panose="02020503050405090304" pitchFamily="18" charset="0"/>
              </a:rPr>
              <a:t>式中，                        </a:t>
            </a:r>
            <a:r>
              <a:rPr lang="en-US" altLang="zh-CN" dirty="0">
                <a:latin typeface="Times New Roman" panose="02020503050405090304" pitchFamily="18" charset="0"/>
              </a:rPr>
              <a:t>——</a:t>
            </a:r>
            <a:r>
              <a:rPr lang="zh-CN" altLang="en-US" dirty="0">
                <a:latin typeface="Times New Roman" panose="02020503050405090304" pitchFamily="18" charset="0"/>
              </a:rPr>
              <a:t>负载电流（</a:t>
            </a:r>
            <a:r>
              <a:rPr lang="en-US" altLang="zh-CN" dirty="0">
                <a:latin typeface="Times New Roman" panose="02020503050405090304" pitchFamily="18" charset="0"/>
              </a:rPr>
              <a:t>A</a:t>
            </a:r>
            <a:r>
              <a:rPr lang="zh-CN" altLang="en-US" dirty="0">
                <a:latin typeface="Times New Roman" panose="02020503050405090304" pitchFamily="18" charset="0"/>
              </a:rPr>
              <a:t>）。</a:t>
            </a:r>
            <a:endParaRPr lang="zh-CN" altLang="en-US" dirty="0">
              <a:latin typeface="Times New Roman" panose="02020503050405090304" pitchFamily="18" charset="0"/>
            </a:endParaRPr>
          </a:p>
        </p:txBody>
      </p:sp>
      <p:sp>
        <p:nvSpPr>
          <p:cNvPr id="52230" name="Rectangle 5"/>
          <p:cNvSpPr/>
          <p:nvPr/>
        </p:nvSpPr>
        <p:spPr bwMode="auto">
          <a:xfrm>
            <a:off x="0" y="3233738"/>
            <a:ext cx="9144000" cy="0"/>
          </a:xfrm>
          <a:prstGeom prst="rect">
            <a:avLst/>
          </a:prstGeom>
          <a:noFill/>
          <a:ln w="9525">
            <a:noFill/>
            <a:miter lim="800000"/>
          </a:ln>
        </p:spPr>
        <p:txBody>
          <a:bodyPr wrap="none" anchor="ctr">
            <a:spAutoFit/>
          </a:bodyPr>
          <a:lstStyle/>
          <a:p>
            <a:endParaRPr lang="zh-CN" altLang="en-US"/>
          </a:p>
        </p:txBody>
      </p:sp>
      <p:graphicFrame>
        <p:nvGraphicFramePr>
          <p:cNvPr id="52226" name="Object 2"/>
          <p:cNvGraphicFramePr>
            <a:graphicFrameLocks noChangeAspect="1"/>
          </p:cNvGraphicFramePr>
          <p:nvPr/>
        </p:nvGraphicFramePr>
        <p:xfrm>
          <a:off x="1043608" y="1988840"/>
          <a:ext cx="4321175" cy="1060450"/>
        </p:xfrm>
        <a:graphic>
          <a:graphicData uri="http://schemas.openxmlformats.org/presentationml/2006/ole">
            <mc:AlternateContent xmlns:mc="http://schemas.openxmlformats.org/markup-compatibility/2006">
              <mc:Choice xmlns:v="urn:schemas-microsoft-com:vml" Requires="v">
                <p:oleObj spid="_x0000_s38404" name="公式" r:id="rId1" imgW="1586865" imgH="393700" progId="Equation.3">
                  <p:embed/>
                </p:oleObj>
              </mc:Choice>
              <mc:Fallback>
                <p:oleObj name="公式" r:id="rId1" imgW="1586865" imgH="3937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988840"/>
                        <a:ext cx="4321175" cy="1060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231" name="Rectangle 7"/>
          <p:cNvSpPr/>
          <p:nvPr/>
        </p:nvSpPr>
        <p:spPr bwMode="auto">
          <a:xfrm>
            <a:off x="0" y="3224213"/>
            <a:ext cx="9144000" cy="0"/>
          </a:xfrm>
          <a:prstGeom prst="rect">
            <a:avLst/>
          </a:prstGeom>
          <a:noFill/>
          <a:ln w="9525">
            <a:noFill/>
            <a:miter lim="800000"/>
          </a:ln>
        </p:spPr>
        <p:txBody>
          <a:bodyPr wrap="none" anchor="ctr">
            <a:spAutoFit/>
          </a:bodyPr>
          <a:lstStyle/>
          <a:p>
            <a:endParaRPr lang="zh-CN" altLang="en-US"/>
          </a:p>
        </p:txBody>
      </p:sp>
      <p:graphicFrame>
        <p:nvGraphicFramePr>
          <p:cNvPr id="52227" name="Object 3"/>
          <p:cNvGraphicFramePr>
            <a:graphicFrameLocks noChangeAspect="1"/>
          </p:cNvGraphicFramePr>
          <p:nvPr/>
        </p:nvGraphicFramePr>
        <p:xfrm>
          <a:off x="1259632" y="3068960"/>
          <a:ext cx="2592388" cy="960437"/>
        </p:xfrm>
        <a:graphic>
          <a:graphicData uri="http://schemas.openxmlformats.org/presentationml/2006/ole">
            <mc:AlternateContent xmlns:mc="http://schemas.openxmlformats.org/markup-compatibility/2006">
              <mc:Choice xmlns:v="urn:schemas-microsoft-com:vml" Requires="v">
                <p:oleObj spid="_x0000_s2" name="公式" r:id="rId3" imgW="1104265" imgH="406400" progId="Equation.3">
                  <p:embed/>
                </p:oleObj>
              </mc:Choice>
              <mc:Fallback>
                <p:oleObj name="公式" r:id="rId3" imgW="1104265" imgH="4064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632" y="3068960"/>
                        <a:ext cx="2592388" cy="960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232" name="Rectangle 9"/>
          <p:cNvSpPr/>
          <p:nvPr/>
        </p:nvSpPr>
        <p:spPr bwMode="auto">
          <a:xfrm>
            <a:off x="0" y="3205163"/>
            <a:ext cx="9144000" cy="0"/>
          </a:xfrm>
          <a:prstGeom prst="rect">
            <a:avLst/>
          </a:prstGeom>
          <a:noFill/>
          <a:ln w="9525">
            <a:noFill/>
            <a:miter lim="800000"/>
          </a:ln>
        </p:spPr>
        <p:txBody>
          <a:bodyPr wrap="none" anchor="ctr">
            <a:spAutoFit/>
          </a:bodyPr>
          <a:lstStyle/>
          <a:p>
            <a:endParaRPr lang="zh-CN" altLang="en-US"/>
          </a:p>
        </p:txBody>
      </p:sp>
      <p:graphicFrame>
        <p:nvGraphicFramePr>
          <p:cNvPr id="52228" name="Object 4"/>
          <p:cNvGraphicFramePr>
            <a:graphicFrameLocks noChangeAspect="1"/>
          </p:cNvGraphicFramePr>
          <p:nvPr/>
        </p:nvGraphicFramePr>
        <p:xfrm>
          <a:off x="1979712" y="4149080"/>
          <a:ext cx="1366838" cy="989012"/>
        </p:xfrm>
        <a:graphic>
          <a:graphicData uri="http://schemas.openxmlformats.org/presentationml/2006/ole">
            <mc:AlternateContent xmlns:mc="http://schemas.openxmlformats.org/markup-compatibility/2006">
              <mc:Choice xmlns:v="urn:schemas-microsoft-com:vml" Requires="v">
                <p:oleObj spid="_x0000_s3" name="公式" r:id="rId5" imgW="622300" imgH="444500" progId="Equation.3">
                  <p:embed/>
                </p:oleObj>
              </mc:Choice>
              <mc:Fallback>
                <p:oleObj name="公式" r:id="rId5" imgW="622300" imgH="4445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9712" y="4149080"/>
                        <a:ext cx="1366838" cy="989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p14="http://schemas.microsoft.com/office/powerpoint/2010/main">
        <mc:Choice Requires="p14">
          <p:contentPart r:id="rId7" p14:bwMode="auto">
            <p14:nvContentPartPr>
              <p14:cNvPr id="4" name="墨迹 3"/>
              <p14:cNvContentPartPr/>
              <p14:nvPr/>
            </p14:nvContentPartPr>
            <p14:xfrm>
              <a:off x="5820964" y="3112650"/>
              <a:ext cx="88171" cy="175475"/>
            </p14:xfrm>
          </p:contentPart>
        </mc:Choice>
        <mc:Fallback xmlns="">
          <p:pic>
            <p:nvPicPr>
              <p:cNvPr id="4" name="墨迹 3"/>
            </p:nvPicPr>
            <p:blipFill>
              <a:blip r:embed="rId8"/>
            </p:blipFill>
            <p:spPr>
              <a:xfrm>
                <a:off x="5820964" y="3112650"/>
                <a:ext cx="88171" cy="175475"/>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5" name="墨迹 4"/>
              <p14:cNvContentPartPr/>
              <p14:nvPr/>
            </p14:nvContentPartPr>
            <p14:xfrm>
              <a:off x="5930018" y="3187218"/>
              <a:ext cx="69539" cy="90386"/>
            </p14:xfrm>
          </p:contentPart>
        </mc:Choice>
        <mc:Fallback xmlns="">
          <p:pic>
            <p:nvPicPr>
              <p:cNvPr id="5" name="墨迹 4"/>
            </p:nvPicPr>
            <p:blipFill>
              <a:blip r:embed="rId10"/>
            </p:blipFill>
            <p:spPr>
              <a:xfrm>
                <a:off x="5930018" y="3187218"/>
                <a:ext cx="69539" cy="90386"/>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6" name="墨迹 5"/>
              <p14:cNvContentPartPr/>
              <p14:nvPr/>
            </p14:nvContentPartPr>
            <p14:xfrm>
              <a:off x="6052098" y="3207555"/>
              <a:ext cx="67265" cy="9039"/>
            </p14:xfrm>
          </p:contentPart>
        </mc:Choice>
        <mc:Fallback xmlns="">
          <p:pic>
            <p:nvPicPr>
              <p:cNvPr id="6" name="墨迹 5"/>
            </p:nvPicPr>
            <p:blipFill>
              <a:blip r:embed="rId12"/>
            </p:blipFill>
            <p:spPr>
              <a:xfrm>
                <a:off x="6052098" y="3207555"/>
                <a:ext cx="67265" cy="9039"/>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7" name="墨迹 6"/>
              <p14:cNvContentPartPr/>
              <p14:nvPr/>
            </p14:nvContentPartPr>
            <p14:xfrm>
              <a:off x="6181529" y="3103612"/>
              <a:ext cx="84771" cy="168060"/>
            </p14:xfrm>
          </p:contentPart>
        </mc:Choice>
        <mc:Fallback xmlns="">
          <p:pic>
            <p:nvPicPr>
              <p:cNvPr id="7" name="墨迹 6"/>
            </p:nvPicPr>
            <p:blipFill>
              <a:blip r:embed="rId14"/>
            </p:blipFill>
            <p:spPr>
              <a:xfrm>
                <a:off x="6181529" y="3103612"/>
                <a:ext cx="84771" cy="16806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8" name="墨迹 7"/>
              <p14:cNvContentPartPr/>
              <p14:nvPr/>
            </p14:nvContentPartPr>
            <p14:xfrm>
              <a:off x="6279855" y="3189478"/>
              <a:ext cx="59914" cy="76828"/>
            </p14:xfrm>
          </p:contentPart>
        </mc:Choice>
        <mc:Fallback xmlns="">
          <p:pic>
            <p:nvPicPr>
              <p:cNvPr id="8" name="墨迹 7"/>
            </p:nvPicPr>
            <p:blipFill>
              <a:blip r:embed="rId16"/>
            </p:blipFill>
            <p:spPr>
              <a:xfrm>
                <a:off x="6279855" y="3189478"/>
                <a:ext cx="59914" cy="76828"/>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9" name="墨迹 8"/>
              <p14:cNvContentPartPr/>
              <p14:nvPr/>
            </p14:nvContentPartPr>
            <p14:xfrm>
              <a:off x="6380101" y="3178179"/>
              <a:ext cx="52342" cy="9039"/>
            </p14:xfrm>
          </p:contentPart>
        </mc:Choice>
        <mc:Fallback xmlns="">
          <p:pic>
            <p:nvPicPr>
              <p:cNvPr id="9" name="墨迹 8"/>
            </p:nvPicPr>
            <p:blipFill>
              <a:blip r:embed="rId18"/>
            </p:blipFill>
            <p:spPr>
              <a:xfrm>
                <a:off x="6380101" y="3178179"/>
                <a:ext cx="52342" cy="9039"/>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0" name="墨迹 9"/>
              <p14:cNvContentPartPr/>
              <p14:nvPr/>
            </p14:nvContentPartPr>
            <p14:xfrm>
              <a:off x="6393722" y="3210945"/>
              <a:ext cx="50024" cy="14687"/>
            </p14:xfrm>
          </p:contentPart>
        </mc:Choice>
        <mc:Fallback xmlns="">
          <p:pic>
            <p:nvPicPr>
              <p:cNvPr id="10" name="墨迹 9"/>
            </p:nvPicPr>
            <p:blipFill>
              <a:blip r:embed="rId20"/>
            </p:blipFill>
            <p:spPr>
              <a:xfrm>
                <a:off x="6393722" y="3210945"/>
                <a:ext cx="50024" cy="14687"/>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1" name="墨迹 10"/>
              <p14:cNvContentPartPr/>
              <p14:nvPr/>
            </p14:nvContentPartPr>
            <p14:xfrm>
              <a:off x="6630243" y="2952216"/>
              <a:ext cx="103999" cy="189244"/>
            </p14:xfrm>
          </p:contentPart>
        </mc:Choice>
        <mc:Fallback xmlns="">
          <p:pic>
            <p:nvPicPr>
              <p:cNvPr id="11" name="墨迹 10"/>
            </p:nvPicPr>
            <p:blipFill>
              <a:blip r:embed="rId22"/>
            </p:blipFill>
            <p:spPr>
              <a:xfrm>
                <a:off x="6630243" y="2952216"/>
                <a:ext cx="103999" cy="189244"/>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2" name="墨迹 11"/>
              <p14:cNvContentPartPr/>
              <p14:nvPr/>
            </p14:nvContentPartPr>
            <p14:xfrm>
              <a:off x="6679428" y="3044861"/>
              <a:ext cx="78546" cy="24856"/>
            </p14:xfrm>
          </p:contentPart>
        </mc:Choice>
        <mc:Fallback xmlns="">
          <p:pic>
            <p:nvPicPr>
              <p:cNvPr id="12" name="墨迹 11"/>
            </p:nvPicPr>
            <p:blipFill>
              <a:blip r:embed="rId24"/>
            </p:blipFill>
            <p:spPr>
              <a:xfrm>
                <a:off x="6679428" y="3044861"/>
                <a:ext cx="78546" cy="24856"/>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3" name="墨迹 12"/>
              <p14:cNvContentPartPr/>
              <p14:nvPr/>
            </p14:nvContentPartPr>
            <p14:xfrm>
              <a:off x="6802059" y="2986110"/>
              <a:ext cx="24858" cy="115242"/>
            </p14:xfrm>
          </p:contentPart>
        </mc:Choice>
        <mc:Fallback xmlns="">
          <p:pic>
            <p:nvPicPr>
              <p:cNvPr id="13" name="墨迹 12"/>
            </p:nvPicPr>
            <p:blipFill>
              <a:blip r:embed="rId26"/>
            </p:blipFill>
            <p:spPr>
              <a:xfrm>
                <a:off x="6802059" y="2986110"/>
                <a:ext cx="24858" cy="115242"/>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4" name="墨迹 13"/>
              <p14:cNvContentPartPr/>
              <p14:nvPr/>
            </p14:nvContentPartPr>
            <p14:xfrm>
              <a:off x="6788483" y="2990630"/>
              <a:ext cx="81415" cy="112205"/>
            </p14:xfrm>
          </p:contentPart>
        </mc:Choice>
        <mc:Fallback xmlns="">
          <p:pic>
            <p:nvPicPr>
              <p:cNvPr id="14" name="墨迹 13"/>
            </p:nvPicPr>
            <p:blipFill>
              <a:blip r:embed="rId28"/>
            </p:blipFill>
            <p:spPr>
              <a:xfrm>
                <a:off x="6788483" y="2990630"/>
                <a:ext cx="81415" cy="112205"/>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5" name="墨迹 14"/>
              <p14:cNvContentPartPr/>
              <p14:nvPr/>
            </p14:nvContentPartPr>
            <p14:xfrm>
              <a:off x="6854048" y="2911543"/>
              <a:ext cx="58766" cy="85866"/>
            </p14:xfrm>
          </p:contentPart>
        </mc:Choice>
        <mc:Fallback xmlns="">
          <p:pic>
            <p:nvPicPr>
              <p:cNvPr id="15" name="墨迹 14"/>
            </p:nvPicPr>
            <p:blipFill>
              <a:blip r:embed="rId30"/>
            </p:blipFill>
            <p:spPr>
              <a:xfrm>
                <a:off x="6854048" y="2911543"/>
                <a:ext cx="58766" cy="85866"/>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16" name="墨迹 15"/>
              <p14:cNvContentPartPr/>
              <p14:nvPr/>
            </p14:nvContentPartPr>
            <p14:xfrm>
              <a:off x="6487831" y="3132987"/>
              <a:ext cx="522183" cy="90385"/>
            </p14:xfrm>
          </p:contentPart>
        </mc:Choice>
        <mc:Fallback xmlns="">
          <p:pic>
            <p:nvPicPr>
              <p:cNvPr id="16" name="墨迹 15"/>
            </p:nvPicPr>
            <p:blipFill>
              <a:blip r:embed="rId32"/>
            </p:blipFill>
            <p:spPr>
              <a:xfrm>
                <a:off x="6487831" y="3132987"/>
                <a:ext cx="522183" cy="90385"/>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17" name="墨迹 16"/>
              <p14:cNvContentPartPr/>
              <p14:nvPr/>
            </p14:nvContentPartPr>
            <p14:xfrm>
              <a:off x="6591787" y="3273085"/>
              <a:ext cx="74064" cy="128799"/>
            </p14:xfrm>
          </p:contentPart>
        </mc:Choice>
        <mc:Fallback xmlns="">
          <p:pic>
            <p:nvPicPr>
              <p:cNvPr id="17" name="墨迹 16"/>
            </p:nvPicPr>
            <p:blipFill>
              <a:blip r:embed="rId34"/>
            </p:blipFill>
            <p:spPr>
              <a:xfrm>
                <a:off x="6591787" y="3273085"/>
                <a:ext cx="74064" cy="128799"/>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18" name="墨迹 17"/>
              <p14:cNvContentPartPr/>
              <p14:nvPr/>
            </p14:nvContentPartPr>
            <p14:xfrm>
              <a:off x="6708237" y="3266306"/>
              <a:ext cx="53114" cy="132753"/>
            </p14:xfrm>
          </p:contentPart>
        </mc:Choice>
        <mc:Fallback xmlns="">
          <p:pic>
            <p:nvPicPr>
              <p:cNvPr id="18" name="墨迹 17"/>
            </p:nvPicPr>
            <p:blipFill>
              <a:blip r:embed="rId36"/>
            </p:blipFill>
            <p:spPr>
              <a:xfrm>
                <a:off x="6708237" y="3266306"/>
                <a:ext cx="53114" cy="132753"/>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19" name="墨迹 18"/>
              <p14:cNvContentPartPr/>
              <p14:nvPr/>
            </p14:nvContentPartPr>
            <p14:xfrm>
              <a:off x="6779454" y="3264611"/>
              <a:ext cx="69296" cy="110157"/>
            </p14:xfrm>
          </p:contentPart>
        </mc:Choice>
        <mc:Fallback xmlns="">
          <p:pic>
            <p:nvPicPr>
              <p:cNvPr id="19" name="墨迹 18"/>
            </p:nvPicPr>
            <p:blipFill>
              <a:blip r:embed="rId38"/>
            </p:blipFill>
            <p:spPr>
              <a:xfrm>
                <a:off x="6779454" y="3264611"/>
                <a:ext cx="69296" cy="110157"/>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0" name="墨迹 19"/>
              <p14:cNvContentPartPr/>
              <p14:nvPr/>
            </p14:nvContentPartPr>
            <p14:xfrm>
              <a:off x="6833694" y="3255007"/>
              <a:ext cx="57640" cy="38414"/>
            </p14:xfrm>
          </p:contentPart>
        </mc:Choice>
        <mc:Fallback xmlns="">
          <p:pic>
            <p:nvPicPr>
              <p:cNvPr id="20" name="墨迹 19"/>
            </p:nvPicPr>
            <p:blipFill>
              <a:blip r:embed="rId40"/>
            </p:blipFill>
            <p:spPr>
              <a:xfrm>
                <a:off x="6833694" y="3255007"/>
                <a:ext cx="57640" cy="38414"/>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1" name="墨迹 20"/>
              <p14:cNvContentPartPr/>
              <p14:nvPr/>
            </p14:nvContentPartPr>
            <p14:xfrm>
              <a:off x="7089112" y="2907023"/>
              <a:ext cx="104021" cy="210853"/>
            </p14:xfrm>
          </p:contentPart>
        </mc:Choice>
        <mc:Fallback xmlns="">
          <p:pic>
            <p:nvPicPr>
              <p:cNvPr id="21" name="墨迹 20"/>
            </p:nvPicPr>
            <p:blipFill>
              <a:blip r:embed="rId42"/>
            </p:blipFill>
            <p:spPr>
              <a:xfrm>
                <a:off x="7089112" y="2907023"/>
                <a:ext cx="104021" cy="210853"/>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22" name="墨迹 21"/>
              <p14:cNvContentPartPr/>
              <p14:nvPr/>
            </p14:nvContentPartPr>
            <p14:xfrm>
              <a:off x="7236049" y="2974812"/>
              <a:ext cx="61062" cy="122021"/>
            </p14:xfrm>
          </p:contentPart>
        </mc:Choice>
        <mc:Fallback xmlns="">
          <p:pic>
            <p:nvPicPr>
              <p:cNvPr id="22" name="墨迹 21"/>
            </p:nvPicPr>
            <p:blipFill>
              <a:blip r:embed="rId44"/>
            </p:blipFill>
            <p:spPr>
              <a:xfrm>
                <a:off x="7236049" y="2974812"/>
                <a:ext cx="61062" cy="122021"/>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23" name="墨迹 22"/>
              <p14:cNvContentPartPr/>
              <p14:nvPr/>
            </p14:nvContentPartPr>
            <p14:xfrm>
              <a:off x="7055225" y="3155583"/>
              <a:ext cx="330056" cy="33895"/>
            </p14:xfrm>
          </p:contentPart>
        </mc:Choice>
        <mc:Fallback xmlns="">
          <p:pic>
            <p:nvPicPr>
              <p:cNvPr id="23" name="墨迹 22"/>
            </p:nvPicPr>
            <p:blipFill>
              <a:blip r:embed="rId46"/>
            </p:blipFill>
            <p:spPr>
              <a:xfrm>
                <a:off x="7055225" y="3155583"/>
                <a:ext cx="330056" cy="33895"/>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24" name="墨迹 23"/>
              <p14:cNvContentPartPr/>
              <p14:nvPr/>
            </p14:nvContentPartPr>
            <p14:xfrm>
              <a:off x="7100414" y="3275344"/>
              <a:ext cx="71240" cy="89820"/>
            </p14:xfrm>
          </p:contentPart>
        </mc:Choice>
        <mc:Fallback xmlns="">
          <p:pic>
            <p:nvPicPr>
              <p:cNvPr id="24" name="墨迹 23"/>
            </p:nvPicPr>
            <p:blipFill>
              <a:blip r:embed="rId48"/>
            </p:blipFill>
            <p:spPr>
              <a:xfrm>
                <a:off x="7100414" y="3275344"/>
                <a:ext cx="71240" cy="89820"/>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25" name="墨迹 24"/>
              <p14:cNvContentPartPr/>
              <p14:nvPr/>
            </p14:nvContentPartPr>
            <p14:xfrm>
              <a:off x="7156929" y="3234671"/>
              <a:ext cx="19250" cy="132188"/>
            </p14:xfrm>
          </p:contentPart>
        </mc:Choice>
        <mc:Fallback xmlns="">
          <p:pic>
            <p:nvPicPr>
              <p:cNvPr id="25" name="墨迹 24"/>
            </p:nvPicPr>
            <p:blipFill>
              <a:blip r:embed="rId50"/>
            </p:blipFill>
            <p:spPr>
              <a:xfrm>
                <a:off x="7156929" y="3234671"/>
                <a:ext cx="19250" cy="132188"/>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26" name="墨迹 25"/>
              <p14:cNvContentPartPr/>
              <p14:nvPr/>
            </p14:nvContentPartPr>
            <p14:xfrm>
              <a:off x="7224746" y="3244274"/>
              <a:ext cx="42982" cy="125975"/>
            </p14:xfrm>
          </p:contentPart>
        </mc:Choice>
        <mc:Fallback xmlns="">
          <p:pic>
            <p:nvPicPr>
              <p:cNvPr id="26" name="墨迹 25"/>
            </p:nvPicPr>
            <p:blipFill>
              <a:blip r:embed="rId52"/>
            </p:blipFill>
            <p:spPr>
              <a:xfrm>
                <a:off x="7224746" y="3244274"/>
                <a:ext cx="42982" cy="125975"/>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27" name="墨迹 26"/>
              <p14:cNvContentPartPr/>
              <p14:nvPr/>
            </p14:nvContentPartPr>
            <p14:xfrm>
              <a:off x="7203288" y="3309239"/>
              <a:ext cx="62188" cy="13558"/>
            </p14:xfrm>
          </p:contentPart>
        </mc:Choice>
        <mc:Fallback xmlns="">
          <p:pic>
            <p:nvPicPr>
              <p:cNvPr id="27" name="墨迹 26"/>
            </p:nvPicPr>
            <p:blipFill>
              <a:blip r:embed="rId54"/>
            </p:blipFill>
            <p:spPr>
              <a:xfrm>
                <a:off x="7203288" y="3309239"/>
                <a:ext cx="62188" cy="13558"/>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28" name="墨迹 27"/>
              <p14:cNvContentPartPr/>
              <p14:nvPr/>
            </p14:nvContentPartPr>
            <p14:xfrm>
              <a:off x="5272070" y="3201167"/>
              <a:ext cx="309326" cy="165992"/>
            </p14:xfrm>
          </p:contentPart>
        </mc:Choice>
        <mc:Fallback xmlns="">
          <p:pic>
            <p:nvPicPr>
              <p:cNvPr id="28" name="墨迹 27"/>
            </p:nvPicPr>
            <p:blipFill>
              <a:blip r:embed="rId56"/>
            </p:blipFill>
            <p:spPr>
              <a:xfrm>
                <a:off x="5272070" y="3201167"/>
                <a:ext cx="309326" cy="165992"/>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29" name="墨迹 28"/>
              <p14:cNvContentPartPr/>
              <p14:nvPr/>
            </p14:nvContentPartPr>
            <p14:xfrm>
              <a:off x="5151579" y="3279281"/>
              <a:ext cx="156297" cy="175757"/>
            </p14:xfrm>
          </p:contentPart>
        </mc:Choice>
        <mc:Fallback xmlns="">
          <p:pic>
            <p:nvPicPr>
              <p:cNvPr id="29" name="墨迹 28"/>
            </p:nvPicPr>
            <p:blipFill>
              <a:blip r:embed="rId58"/>
            </p:blipFill>
            <p:spPr>
              <a:xfrm>
                <a:off x="5151579" y="3279281"/>
                <a:ext cx="156297" cy="175757"/>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30" name="墨迹 29"/>
              <p14:cNvContentPartPr/>
              <p14:nvPr/>
            </p14:nvContentPartPr>
            <p14:xfrm>
              <a:off x="3141086" y="1638671"/>
              <a:ext cx="20464" cy="197800"/>
            </p14:xfrm>
          </p:contentPart>
        </mc:Choice>
        <mc:Fallback xmlns="">
          <p:pic>
            <p:nvPicPr>
              <p:cNvPr id="30" name="墨迹 29"/>
            </p:nvPicPr>
            <p:blipFill>
              <a:blip r:embed="rId60"/>
            </p:blipFill>
            <p:spPr>
              <a:xfrm>
                <a:off x="3141086" y="1638671"/>
                <a:ext cx="20464" cy="197800"/>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31" name="墨迹 30"/>
              <p14:cNvContentPartPr/>
              <p14:nvPr/>
            </p14:nvContentPartPr>
            <p14:xfrm>
              <a:off x="3147046" y="1622756"/>
              <a:ext cx="78193" cy="155739"/>
            </p14:xfrm>
          </p:contentPart>
        </mc:Choice>
        <mc:Fallback xmlns="">
          <p:pic>
            <p:nvPicPr>
              <p:cNvPr id="31" name="墨迹 30"/>
            </p:nvPicPr>
            <p:blipFill>
              <a:blip r:embed="rId62"/>
            </p:blipFill>
            <p:spPr>
              <a:xfrm>
                <a:off x="3147046" y="1622756"/>
                <a:ext cx="78193" cy="155739"/>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32" name="墨迹 31"/>
              <p14:cNvContentPartPr/>
              <p14:nvPr/>
            </p14:nvContentPartPr>
            <p14:xfrm>
              <a:off x="3239809" y="1600020"/>
              <a:ext cx="101439" cy="168244"/>
            </p14:xfrm>
          </p:contentPart>
        </mc:Choice>
        <mc:Fallback xmlns="">
          <p:pic>
            <p:nvPicPr>
              <p:cNvPr id="32" name="墨迹 31"/>
            </p:nvPicPr>
            <p:blipFill>
              <a:blip r:embed="rId64"/>
            </p:blipFill>
            <p:spPr>
              <a:xfrm>
                <a:off x="3239809" y="1600020"/>
                <a:ext cx="101439" cy="168244"/>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33" name="墨迹 32"/>
              <p14:cNvContentPartPr/>
              <p14:nvPr/>
            </p14:nvContentPartPr>
            <p14:xfrm>
              <a:off x="3348069" y="1694373"/>
              <a:ext cx="90975" cy="80711"/>
            </p14:xfrm>
          </p:contentPart>
        </mc:Choice>
        <mc:Fallback xmlns="">
          <p:pic>
            <p:nvPicPr>
              <p:cNvPr id="33" name="墨迹 32"/>
            </p:nvPicPr>
            <p:blipFill>
              <a:blip r:embed="rId66"/>
            </p:blipFill>
            <p:spPr>
              <a:xfrm>
                <a:off x="3348069" y="1694373"/>
                <a:ext cx="90975" cy="80711"/>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34" name="墨迹 33"/>
              <p14:cNvContentPartPr/>
              <p14:nvPr/>
            </p14:nvContentPartPr>
            <p14:xfrm>
              <a:off x="3411736" y="1606841"/>
              <a:ext cx="23886" cy="148918"/>
            </p14:xfrm>
          </p:contentPart>
        </mc:Choice>
        <mc:Fallback xmlns="">
          <p:pic>
            <p:nvPicPr>
              <p:cNvPr id="34" name="墨迹 33"/>
            </p:nvPicPr>
            <p:blipFill>
              <a:blip r:embed="rId68"/>
            </p:blipFill>
            <p:spPr>
              <a:xfrm>
                <a:off x="3411736" y="1606841"/>
                <a:ext cx="23886" cy="148918"/>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35" name="墨迹 34"/>
              <p14:cNvContentPartPr/>
              <p14:nvPr/>
            </p14:nvContentPartPr>
            <p14:xfrm>
              <a:off x="3500459" y="1646628"/>
              <a:ext cx="92100" cy="26146"/>
            </p14:xfrm>
          </p:contentPart>
        </mc:Choice>
        <mc:Fallback xmlns="">
          <p:pic>
            <p:nvPicPr>
              <p:cNvPr id="35" name="墨迹 34"/>
            </p:nvPicPr>
            <p:blipFill>
              <a:blip r:embed="rId70"/>
            </p:blipFill>
            <p:spPr>
              <a:xfrm>
                <a:off x="3500459" y="1646628"/>
                <a:ext cx="92100" cy="26146"/>
              </a:xfrm>
              <a:prstGeom prst="rect"/>
            </p:spPr>
          </p:pic>
        </mc:Fallback>
      </mc:AlternateContent>
      <mc:AlternateContent xmlns:mc="http://schemas.openxmlformats.org/markup-compatibility/2006" xmlns:p14="http://schemas.microsoft.com/office/powerpoint/2010/main">
        <mc:Choice Requires="p14">
          <p:contentPart r:id="rId71" p14:bwMode="auto">
            <p14:nvContentPartPr>
              <p14:cNvPr id="36" name="墨迹 35"/>
              <p14:cNvContentPartPr/>
              <p14:nvPr/>
            </p14:nvContentPartPr>
            <p14:xfrm>
              <a:off x="3544236" y="1601441"/>
              <a:ext cx="17638" cy="99753"/>
            </p14:xfrm>
          </p:contentPart>
        </mc:Choice>
        <mc:Fallback xmlns="">
          <p:pic>
            <p:nvPicPr>
              <p:cNvPr id="36" name="墨迹 35"/>
            </p:nvPicPr>
            <p:blipFill>
              <a:blip r:embed="rId72"/>
            </p:blipFill>
            <p:spPr>
              <a:xfrm>
                <a:off x="3544236" y="1601441"/>
                <a:ext cx="17638" cy="99753"/>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37" name="墨迹 36"/>
              <p14:cNvContentPartPr/>
              <p14:nvPr/>
            </p14:nvContentPartPr>
            <p14:xfrm>
              <a:off x="3765061" y="1545170"/>
              <a:ext cx="17439" cy="190411"/>
            </p14:xfrm>
          </p:contentPart>
        </mc:Choice>
        <mc:Fallback xmlns="">
          <p:pic>
            <p:nvPicPr>
              <p:cNvPr id="37" name="墨迹 36"/>
            </p:nvPicPr>
            <p:blipFill>
              <a:blip r:embed="rId74"/>
            </p:blipFill>
            <p:spPr>
              <a:xfrm>
                <a:off x="3765061" y="1545170"/>
                <a:ext cx="17439" cy="190411"/>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38" name="墨迹 37"/>
              <p14:cNvContentPartPr/>
              <p14:nvPr/>
            </p14:nvContentPartPr>
            <p14:xfrm>
              <a:off x="3787026" y="1554549"/>
              <a:ext cx="85301" cy="120498"/>
            </p14:xfrm>
          </p:contentPart>
        </mc:Choice>
        <mc:Fallback xmlns="">
          <p:pic>
            <p:nvPicPr>
              <p:cNvPr id="38" name="墨迹 37"/>
            </p:nvPicPr>
            <p:blipFill>
              <a:blip r:embed="rId76"/>
            </p:blipFill>
            <p:spPr>
              <a:xfrm>
                <a:off x="3787026" y="1554549"/>
                <a:ext cx="85301" cy="120498"/>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39" name="墨迹 38"/>
              <p14:cNvContentPartPr/>
              <p14:nvPr/>
            </p14:nvContentPartPr>
            <p14:xfrm>
              <a:off x="3878817" y="1564211"/>
              <a:ext cx="67442" cy="170802"/>
            </p14:xfrm>
          </p:contentPart>
        </mc:Choice>
        <mc:Fallback xmlns="">
          <p:pic>
            <p:nvPicPr>
              <p:cNvPr id="39" name="墨迹 38"/>
            </p:nvPicPr>
            <p:blipFill>
              <a:blip r:embed="rId78"/>
            </p:blipFill>
            <p:spPr>
              <a:xfrm>
                <a:off x="3878817" y="1564211"/>
                <a:ext cx="67442" cy="170802"/>
              </a:xfrm>
              <a:prstGeom prst="rect"/>
            </p:spPr>
          </p:pic>
        </mc:Fallback>
      </mc:AlternateContent>
      <mc:AlternateContent xmlns:mc="http://schemas.openxmlformats.org/markup-compatibility/2006" xmlns:p14="http://schemas.microsoft.com/office/powerpoint/2010/main">
        <mc:Choice Requires="p14">
          <p:contentPart r:id="rId79" p14:bwMode="auto">
            <p14:nvContentPartPr>
              <p14:cNvPr id="40" name="墨迹 39"/>
              <p14:cNvContentPartPr/>
              <p14:nvPr/>
            </p14:nvContentPartPr>
            <p14:xfrm>
              <a:off x="3975819" y="1640944"/>
              <a:ext cx="40951" cy="102310"/>
            </p14:xfrm>
          </p:contentPart>
        </mc:Choice>
        <mc:Fallback xmlns="">
          <p:pic>
            <p:nvPicPr>
              <p:cNvPr id="40" name="墨迹 39"/>
            </p:nvPicPr>
            <p:blipFill>
              <a:blip r:embed="rId80"/>
            </p:blipFill>
            <p:spPr>
              <a:xfrm>
                <a:off x="3975819" y="1640944"/>
                <a:ext cx="40951" cy="102310"/>
              </a:xfrm>
              <a:prstGeom prst="rect"/>
            </p:spPr>
          </p:pic>
        </mc:Fallback>
      </mc:AlternateContent>
      <mc:AlternateContent xmlns:mc="http://schemas.openxmlformats.org/markup-compatibility/2006" xmlns:p14="http://schemas.microsoft.com/office/powerpoint/2010/main">
        <mc:Choice Requires="p14">
          <p:contentPart r:id="rId81" p14:bwMode="auto">
            <p14:nvContentPartPr>
              <p14:cNvPr id="42" name="墨迹 41"/>
              <p14:cNvContentPartPr/>
              <p14:nvPr/>
            </p14:nvContentPartPr>
            <p14:xfrm>
              <a:off x="4091827" y="1606841"/>
              <a:ext cx="54594" cy="104583"/>
            </p14:xfrm>
          </p:contentPart>
        </mc:Choice>
        <mc:Fallback xmlns="">
          <p:pic>
            <p:nvPicPr>
              <p:cNvPr id="42" name="墨迹 41"/>
            </p:nvPicPr>
            <p:blipFill>
              <a:blip r:embed="rId82"/>
            </p:blipFill>
            <p:spPr>
              <a:xfrm>
                <a:off x="4091827" y="1606841"/>
                <a:ext cx="54594" cy="104583"/>
              </a:xfrm>
              <a:prstGeom prst="rect"/>
            </p:spPr>
          </p:pic>
        </mc:Fallback>
      </mc:AlternateContent>
      <mc:AlternateContent xmlns:mc="http://schemas.openxmlformats.org/markup-compatibility/2006" xmlns:p14="http://schemas.microsoft.com/office/powerpoint/2010/main">
        <mc:Choice Requires="p14">
          <p:contentPart r:id="rId83" p14:bwMode="auto">
            <p14:nvContentPartPr>
              <p14:cNvPr id="43" name="墨迹 42"/>
              <p14:cNvContentPartPr/>
              <p14:nvPr/>
            </p14:nvContentPartPr>
            <p14:xfrm>
              <a:off x="4189623" y="1552275"/>
              <a:ext cx="57994" cy="158581"/>
            </p14:xfrm>
          </p:contentPart>
        </mc:Choice>
        <mc:Fallback xmlns="">
          <p:pic>
            <p:nvPicPr>
              <p:cNvPr id="43" name="墨迹 42"/>
            </p:nvPicPr>
            <p:blipFill>
              <a:blip r:embed="rId84"/>
            </p:blipFill>
            <p:spPr>
              <a:xfrm>
                <a:off x="4189623" y="1552275"/>
                <a:ext cx="57994" cy="158581"/>
              </a:xfrm>
              <a:prstGeom prst="rect"/>
            </p:spPr>
          </p:pic>
        </mc:Fallback>
      </mc:AlternateContent>
      <mc:AlternateContent xmlns:mc="http://schemas.openxmlformats.org/markup-compatibility/2006" xmlns:p14="http://schemas.microsoft.com/office/powerpoint/2010/main">
        <mc:Choice Requires="p14">
          <p:contentPart r:id="rId85" p14:bwMode="auto">
            <p14:nvContentPartPr>
              <p14:cNvPr id="44" name="墨迹 43"/>
              <p14:cNvContentPartPr/>
              <p14:nvPr/>
            </p14:nvContentPartPr>
            <p14:xfrm>
              <a:off x="4273754" y="1600020"/>
              <a:ext cx="70533" cy="115952"/>
            </p14:xfrm>
          </p:contentPart>
        </mc:Choice>
        <mc:Fallback xmlns="">
          <p:pic>
            <p:nvPicPr>
              <p:cNvPr id="44" name="墨迹 43"/>
            </p:nvPicPr>
            <p:blipFill>
              <a:blip r:embed="rId86"/>
            </p:blipFill>
            <p:spPr>
              <a:xfrm>
                <a:off x="4273754" y="1600020"/>
                <a:ext cx="70533" cy="115952"/>
              </a:xfrm>
              <a:prstGeom prst="rect"/>
            </p:spPr>
          </p:pic>
        </mc:Fallback>
      </mc:AlternateContent>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3"/>
          <p:cNvSpPr/>
          <p:nvPr>
            <p:ph idx="1"/>
          </p:nvPr>
        </p:nvSpPr>
        <p:spPr/>
        <p:txBody>
          <a:bodyPr/>
          <a:lstStyle/>
          <a:p>
            <a:pPr eaLnBrk="1" hangingPunct="1"/>
            <a:r>
              <a:rPr lang="zh-CN" altLang="en-US" dirty="0">
                <a:latin typeface="Times New Roman" panose="02020503050405090304" pitchFamily="18" charset="0"/>
              </a:rPr>
              <a:t>在零初始条件下，取拉氏变换，得电压与电流间的传递函数</a:t>
            </a:r>
            <a:endParaRPr lang="zh-CN" altLang="en-US" dirty="0">
              <a:latin typeface="Times New Roman" panose="02020503050405090304" pitchFamily="18" charset="0"/>
            </a:endParaRPr>
          </a:p>
          <a:p>
            <a:pPr eaLnBrk="1" hangingPunct="1">
              <a:buFont typeface="Wingdings" panose="05000000000000000000" pitchFamily="2" charset="2"/>
              <a:buNone/>
            </a:pPr>
            <a:r>
              <a:rPr lang="zh-CN" altLang="en-US" dirty="0">
                <a:latin typeface="Times New Roman" panose="02020503050405090304" pitchFamily="18" charset="0"/>
              </a:rPr>
              <a:t>						</a:t>
            </a:r>
            <a:endParaRPr lang="zh-CN" altLang="en-US" dirty="0">
              <a:latin typeface="Times New Roman" panose="02020503050405090304" pitchFamily="18" charset="0"/>
            </a:endParaRPr>
          </a:p>
          <a:p>
            <a:pPr eaLnBrk="1" hangingPunct="1">
              <a:buFont typeface="Wingdings" panose="05000000000000000000" pitchFamily="2" charset="2"/>
              <a:buNone/>
            </a:pPr>
            <a:r>
              <a:rPr lang="zh-CN" altLang="en-US" dirty="0">
                <a:latin typeface="Times New Roman" panose="02020503050405090304" pitchFamily="18" charset="0"/>
              </a:rPr>
              <a:t>                                                     </a:t>
            </a:r>
            <a:r>
              <a:rPr lang="en-US" altLang="zh-CN" dirty="0">
                <a:latin typeface="Times New Roman" panose="02020503050405090304" pitchFamily="18" charset="0"/>
              </a:rPr>
              <a:t>(3-15)</a:t>
            </a:r>
            <a:endParaRPr lang="en-US" altLang="zh-CN" dirty="0">
              <a:latin typeface="Times New Roman" panose="02020503050405090304" pitchFamily="18" charset="0"/>
            </a:endParaRPr>
          </a:p>
          <a:p>
            <a:pPr eaLnBrk="1" hangingPunct="1"/>
            <a:r>
              <a:rPr lang="zh-CN" altLang="en-US" dirty="0">
                <a:latin typeface="Times New Roman" panose="02020503050405090304" pitchFamily="18" charset="0"/>
              </a:rPr>
              <a:t>电流与电动势间的传递函数</a:t>
            </a:r>
            <a:endParaRPr lang="zh-CN" altLang="en-US" dirty="0">
              <a:latin typeface="Times New Roman" panose="02020503050405090304" pitchFamily="18" charset="0"/>
            </a:endParaRPr>
          </a:p>
          <a:p>
            <a:pPr eaLnBrk="1" hangingPunct="1">
              <a:buFont typeface="Wingdings" panose="05000000000000000000" pitchFamily="2" charset="2"/>
              <a:buNone/>
            </a:pPr>
            <a:r>
              <a:rPr lang="zh-CN" altLang="en-US" dirty="0">
                <a:latin typeface="Times New Roman" panose="02020503050405090304" pitchFamily="18" charset="0"/>
              </a:rPr>
              <a:t>							</a:t>
            </a:r>
            <a:endParaRPr lang="zh-CN" altLang="en-US" dirty="0">
              <a:latin typeface="Times New Roman" panose="02020503050405090304" pitchFamily="18" charset="0"/>
            </a:endParaRPr>
          </a:p>
          <a:p>
            <a:pPr eaLnBrk="1" hangingPunct="1">
              <a:buFont typeface="Wingdings" panose="05000000000000000000" pitchFamily="2" charset="2"/>
              <a:buNone/>
            </a:pPr>
            <a:r>
              <a:rPr lang="zh-CN" altLang="en-US" dirty="0">
                <a:latin typeface="Times New Roman" panose="02020503050405090304" pitchFamily="18" charset="0"/>
              </a:rPr>
              <a:t>                                                     </a:t>
            </a:r>
            <a:r>
              <a:rPr lang="en-US" altLang="zh-CN" dirty="0">
                <a:latin typeface="Times New Roman" panose="02020503050405090304" pitchFamily="18" charset="0"/>
              </a:rPr>
              <a:t>(3-16)</a:t>
            </a:r>
            <a:endParaRPr lang="en-US" altLang="zh-CN" dirty="0">
              <a:latin typeface="Times New Roman" panose="02020503050405090304" pitchFamily="18" charset="0"/>
            </a:endParaRPr>
          </a:p>
        </p:txBody>
      </p:sp>
      <p:sp>
        <p:nvSpPr>
          <p:cNvPr id="53253" name="Rectangle 5"/>
          <p:cNvSpPr/>
          <p:nvPr/>
        </p:nvSpPr>
        <p:spPr bwMode="auto">
          <a:xfrm>
            <a:off x="0" y="3124200"/>
            <a:ext cx="9144000" cy="0"/>
          </a:xfrm>
          <a:prstGeom prst="rect">
            <a:avLst/>
          </a:prstGeom>
          <a:noFill/>
          <a:ln w="9525">
            <a:noFill/>
            <a:miter lim="800000"/>
          </a:ln>
        </p:spPr>
        <p:txBody>
          <a:bodyPr wrap="none" anchor="ctr">
            <a:spAutoFit/>
          </a:bodyPr>
          <a:lstStyle/>
          <a:p>
            <a:endParaRPr lang="zh-CN" altLang="en-US"/>
          </a:p>
        </p:txBody>
      </p:sp>
      <p:graphicFrame>
        <p:nvGraphicFramePr>
          <p:cNvPr id="53250" name="Object 2"/>
          <p:cNvGraphicFramePr>
            <a:graphicFrameLocks noChangeAspect="1"/>
          </p:cNvGraphicFramePr>
          <p:nvPr/>
        </p:nvGraphicFramePr>
        <p:xfrm>
          <a:off x="1691680" y="2132856"/>
          <a:ext cx="3024188" cy="1247775"/>
        </p:xfrm>
        <a:graphic>
          <a:graphicData uri="http://schemas.openxmlformats.org/presentationml/2006/ole">
            <mc:AlternateContent xmlns:mc="http://schemas.openxmlformats.org/markup-compatibility/2006">
              <mc:Choice xmlns:v="urn:schemas-microsoft-com:vml" Requires="v">
                <p:oleObj spid="_x0000_s38404" name="公式" r:id="rId1" imgW="1473200" imgH="609600" progId="Equation.3">
                  <p:embed/>
                </p:oleObj>
              </mc:Choice>
              <mc:Fallback>
                <p:oleObj name="公式" r:id="rId1" imgW="1473200" imgH="6096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2132856"/>
                        <a:ext cx="3024188" cy="1247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254" name="Rectangle 7"/>
          <p:cNvSpPr/>
          <p:nvPr/>
        </p:nvSpPr>
        <p:spPr bwMode="auto">
          <a:xfrm>
            <a:off x="0" y="3214688"/>
            <a:ext cx="9144000" cy="0"/>
          </a:xfrm>
          <a:prstGeom prst="rect">
            <a:avLst/>
          </a:prstGeom>
          <a:noFill/>
          <a:ln w="9525">
            <a:noFill/>
            <a:miter lim="800000"/>
          </a:ln>
        </p:spPr>
        <p:txBody>
          <a:bodyPr wrap="none" anchor="ctr">
            <a:spAutoFit/>
          </a:bodyPr>
          <a:lstStyle/>
          <a:p>
            <a:endParaRPr lang="zh-CN" altLang="en-US"/>
          </a:p>
        </p:txBody>
      </p:sp>
      <p:graphicFrame>
        <p:nvGraphicFramePr>
          <p:cNvPr id="53251" name="Object 3"/>
          <p:cNvGraphicFramePr>
            <a:graphicFrameLocks noChangeAspect="1"/>
          </p:cNvGraphicFramePr>
          <p:nvPr/>
        </p:nvGraphicFramePr>
        <p:xfrm>
          <a:off x="1691680" y="3861048"/>
          <a:ext cx="3097213" cy="1017588"/>
        </p:xfrm>
        <a:graphic>
          <a:graphicData uri="http://schemas.openxmlformats.org/presentationml/2006/ole">
            <mc:AlternateContent xmlns:mc="http://schemas.openxmlformats.org/markup-compatibility/2006">
              <mc:Choice xmlns:v="urn:schemas-microsoft-com:vml" Requires="v">
                <p:oleObj spid="_x0000_s2" name="公式" r:id="rId3" imgW="1307465" imgH="431800" progId="Equation.3">
                  <p:embed/>
                </p:oleObj>
              </mc:Choice>
              <mc:Fallback>
                <p:oleObj name="公式" r:id="rId3" imgW="1307465" imgH="4318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1680" y="3861048"/>
                        <a:ext cx="3097213" cy="1017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5"/>
          <p:cNvSpPr/>
          <p:nvPr/>
        </p:nvSpPr>
        <p:spPr bwMode="auto">
          <a:xfrm>
            <a:off x="0" y="1647825"/>
            <a:ext cx="9144000" cy="0"/>
          </a:xfrm>
          <a:prstGeom prst="rect">
            <a:avLst/>
          </a:prstGeom>
          <a:noFill/>
          <a:ln w="9525">
            <a:noFill/>
            <a:miter lim="800000"/>
          </a:ln>
        </p:spPr>
        <p:txBody>
          <a:bodyPr wrap="none" anchor="ctr">
            <a:spAutoFit/>
          </a:bodyPr>
          <a:lstStyle/>
          <a:p>
            <a:endParaRPr lang="zh-CN" altLang="en-US"/>
          </a:p>
        </p:txBody>
      </p:sp>
      <p:sp>
        <p:nvSpPr>
          <p:cNvPr id="54276" name="Text Box 6"/>
          <p:cNvSpPr txBox="1"/>
          <p:nvPr/>
        </p:nvSpPr>
        <p:spPr bwMode="auto">
          <a:xfrm>
            <a:off x="4895850" y="981075"/>
            <a:ext cx="4248150" cy="1754326"/>
          </a:xfrm>
          <a:prstGeom prst="rect">
            <a:avLst/>
          </a:prstGeom>
          <a:noFill/>
          <a:ln w="9525">
            <a:noFill/>
            <a:miter lim="800000"/>
          </a:ln>
        </p:spPr>
        <p:txBody>
          <a:bodyPr>
            <a:spAutoFit/>
          </a:bodyPr>
          <a:lstStyle/>
          <a:p>
            <a:r>
              <a:rPr lang="zh-CN" altLang="en-US" dirty="0">
                <a:solidFill>
                  <a:schemeClr val="tx1"/>
                </a:solidFill>
              </a:rPr>
              <a:t>图</a:t>
            </a:r>
            <a:r>
              <a:rPr lang="en-US" altLang="zh-CN" dirty="0">
                <a:solidFill>
                  <a:schemeClr val="tx1"/>
                </a:solidFill>
              </a:rPr>
              <a:t>2-21 </a:t>
            </a:r>
            <a:r>
              <a:rPr lang="zh-CN" altLang="en-US" dirty="0">
                <a:solidFill>
                  <a:schemeClr val="tx1"/>
                </a:solidFill>
              </a:rPr>
              <a:t>额定励磁下直流电动机的动态结构框图</a:t>
            </a:r>
            <a:endParaRPr lang="zh-CN" altLang="en-US" dirty="0">
              <a:solidFill>
                <a:schemeClr val="tx1"/>
              </a:solidFill>
            </a:endParaRPr>
          </a:p>
          <a:p>
            <a:endParaRPr lang="zh-CN" altLang="en-US" dirty="0">
              <a:solidFill>
                <a:schemeClr val="tx1"/>
              </a:solidFill>
            </a:endParaRPr>
          </a:p>
          <a:p>
            <a:r>
              <a:rPr lang="en-US" altLang="zh-CN" dirty="0">
                <a:solidFill>
                  <a:schemeClr val="tx1"/>
                </a:solidFill>
              </a:rPr>
              <a:t>(a)</a:t>
            </a:r>
            <a:r>
              <a:rPr lang="zh-CN" altLang="en-US" dirty="0">
                <a:solidFill>
                  <a:schemeClr val="tx1"/>
                </a:solidFill>
              </a:rPr>
              <a:t>电压电流间的结构框图   </a:t>
            </a:r>
            <a:endParaRPr lang="zh-CN" altLang="en-US" dirty="0">
              <a:solidFill>
                <a:schemeClr val="tx1"/>
              </a:solidFill>
            </a:endParaRPr>
          </a:p>
          <a:p>
            <a:r>
              <a:rPr lang="en-US" altLang="zh-CN" dirty="0">
                <a:solidFill>
                  <a:schemeClr val="tx1"/>
                </a:solidFill>
              </a:rPr>
              <a:t>(b)</a:t>
            </a:r>
            <a:r>
              <a:rPr lang="zh-CN" altLang="en-US" dirty="0">
                <a:solidFill>
                  <a:schemeClr val="tx1"/>
                </a:solidFill>
              </a:rPr>
              <a:t>电流电动势间的结构框图</a:t>
            </a:r>
            <a:endParaRPr lang="zh-CN" altLang="en-US" dirty="0">
              <a:solidFill>
                <a:schemeClr val="tx1"/>
              </a:solidFill>
            </a:endParaRPr>
          </a:p>
          <a:p>
            <a:r>
              <a:rPr lang="en-US" altLang="zh-CN" dirty="0">
                <a:solidFill>
                  <a:schemeClr val="tx1"/>
                </a:solidFill>
              </a:rPr>
              <a:t>(c)</a:t>
            </a:r>
            <a:r>
              <a:rPr lang="zh-CN" altLang="en-US" dirty="0">
                <a:solidFill>
                  <a:schemeClr val="tx1"/>
                </a:solidFill>
              </a:rPr>
              <a:t>直流电动机的动态结构框图</a:t>
            </a:r>
            <a:endParaRPr lang="zh-CN" altLang="en-US" dirty="0">
              <a:solidFill>
                <a:schemeClr val="tx1"/>
              </a:solidFill>
            </a:endParaRPr>
          </a:p>
        </p:txBody>
      </p:sp>
      <p:graphicFrame>
        <p:nvGraphicFramePr>
          <p:cNvPr id="54274" name="Object 5"/>
          <p:cNvGraphicFramePr>
            <a:graphicFrameLocks noChangeAspect="1"/>
          </p:cNvGraphicFramePr>
          <p:nvPr/>
        </p:nvGraphicFramePr>
        <p:xfrm>
          <a:off x="395288" y="908050"/>
          <a:ext cx="7561262" cy="5407025"/>
        </p:xfrm>
        <a:graphic>
          <a:graphicData uri="http://schemas.openxmlformats.org/presentationml/2006/ole">
            <mc:AlternateContent xmlns:mc="http://schemas.openxmlformats.org/markup-compatibility/2006">
              <mc:Choice xmlns:v="urn:schemas-microsoft-com:vml" Requires="v">
                <p:oleObj spid="_x0000_s38404" name="Visio" r:id="rId1" imgW="5904230" imgH="4222115" progId="Visio.Drawing.11">
                  <p:embed/>
                </p:oleObj>
              </mc:Choice>
              <mc:Fallback>
                <p:oleObj name="Visio" r:id="rId1" imgW="5904230" imgH="4222115" progId="Visio.Drawing.11">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908050"/>
                        <a:ext cx="7561262" cy="5407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p:nvPr>
            <p:ph type="title"/>
          </p:nvPr>
        </p:nvSpPr>
        <p:spPr/>
        <p:txBody>
          <a:bodyPr/>
          <a:lstStyle/>
          <a:p>
            <a:pPr eaLnBrk="1" hangingPunct="1"/>
            <a:endParaRPr lang="zh-CN" altLang="zh-CN"/>
          </a:p>
        </p:txBody>
      </p:sp>
      <p:sp>
        <p:nvSpPr>
          <p:cNvPr id="190467" name="Rectangle 3"/>
          <p:cNvSpPr/>
          <p:nvPr>
            <p:ph idx="1"/>
          </p:nvPr>
        </p:nvSpPr>
        <p:spPr/>
        <p:txBody>
          <a:bodyPr/>
          <a:lstStyle/>
          <a:p>
            <a:pPr eaLnBrk="1" hangingPunct="1"/>
            <a:r>
              <a:rPr lang="zh-CN" altLang="en-US">
                <a:latin typeface="Times New Roman" panose="02020503050405090304" pitchFamily="18" charset="0"/>
              </a:rPr>
              <a:t>直流电动机有两个输入量，</a:t>
            </a:r>
            <a:endParaRPr lang="zh-CN" altLang="en-US">
              <a:latin typeface="Times New Roman" panose="02020503050405090304" pitchFamily="18" charset="0"/>
            </a:endParaRPr>
          </a:p>
          <a:p>
            <a:pPr eaLnBrk="1" hangingPunct="1"/>
            <a:r>
              <a:rPr lang="zh-CN" altLang="en-US">
                <a:latin typeface="Times New Roman" panose="02020503050405090304" pitchFamily="18" charset="0"/>
              </a:rPr>
              <a:t>一个是施加在电枢上的理想空载电压</a:t>
            </a:r>
            <a:r>
              <a:rPr lang="en-US" altLang="zh-CN" i="1">
                <a:latin typeface="Times New Roman" panose="02020503050405090304" pitchFamily="18" charset="0"/>
              </a:rPr>
              <a:t>U</a:t>
            </a:r>
            <a:r>
              <a:rPr lang="en-US" altLang="zh-CN" i="1" baseline="-25000">
                <a:latin typeface="Times New Roman" panose="02020503050405090304" pitchFamily="18" charset="0"/>
              </a:rPr>
              <a:t>d0</a:t>
            </a:r>
            <a:r>
              <a:rPr lang="zh-CN" altLang="en-US">
                <a:latin typeface="Times New Roman" panose="02020503050405090304" pitchFamily="18" charset="0"/>
              </a:rPr>
              <a:t>，是控制输入量，</a:t>
            </a:r>
            <a:endParaRPr lang="zh-CN" altLang="en-US">
              <a:latin typeface="Times New Roman" panose="02020503050405090304" pitchFamily="18" charset="0"/>
            </a:endParaRPr>
          </a:p>
          <a:p>
            <a:pPr eaLnBrk="1" hangingPunct="1"/>
            <a:r>
              <a:rPr lang="zh-CN" altLang="en-US">
                <a:latin typeface="Times New Roman" panose="02020503050405090304" pitchFamily="18" charset="0"/>
              </a:rPr>
              <a:t>另一个是负载电流</a:t>
            </a:r>
            <a:r>
              <a:rPr lang="en-US" altLang="zh-CN" i="1">
                <a:latin typeface="Times New Roman" panose="02020503050405090304" pitchFamily="18" charset="0"/>
              </a:rPr>
              <a:t>I</a:t>
            </a:r>
            <a:r>
              <a:rPr lang="en-US" altLang="zh-CN" i="1" baseline="-25000">
                <a:latin typeface="Times New Roman" panose="02020503050405090304" pitchFamily="18" charset="0"/>
              </a:rPr>
              <a:t>dL</a:t>
            </a:r>
            <a:r>
              <a:rPr lang="zh-CN" altLang="en-US">
                <a:latin typeface="Times New Roman" panose="02020503050405090304" pitchFamily="18" charset="0"/>
              </a:rPr>
              <a:t>。扰动输入量。</a:t>
            </a:r>
            <a:endParaRPr lang="zh-CN" altLang="en-US">
              <a:latin typeface="Times New Roman" panose="02020503050405090304" pitchFamily="18" charset="0"/>
            </a:endParaRPr>
          </a:p>
          <a:p>
            <a:pPr eaLnBrk="1" hangingPunct="1"/>
            <a:r>
              <a:rPr lang="zh-CN" altLang="en-US">
                <a:latin typeface="Times New Roman" panose="02020503050405090304" pitchFamily="18" charset="0"/>
              </a:rPr>
              <a:t>如果不需要在结构图中显现出电流，可将扰动量的综合点移前，再进行等效变换，得图</a:t>
            </a:r>
            <a:r>
              <a:rPr lang="en-US" altLang="zh-CN">
                <a:latin typeface="Times New Roman" panose="02020503050405090304" pitchFamily="18" charset="0"/>
              </a:rPr>
              <a:t>2-22</a:t>
            </a:r>
            <a:r>
              <a:rPr lang="zh-CN" altLang="en-US">
                <a:latin typeface="Times New Roman" panose="02020503050405090304" pitchFamily="18" charset="0"/>
              </a:rPr>
              <a:t>。 </a:t>
            </a:r>
            <a:endParaRPr lang="zh-CN" altLang="en-US">
              <a:latin typeface="Times New Roman" panose="02020503050405090304" pitchFamily="18" charset="0"/>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3"/>
          <p:cNvSpPr/>
          <p:nvPr>
            <p:ph idx="1"/>
          </p:nvPr>
        </p:nvSpPr>
        <p:spPr>
          <a:xfrm>
            <a:off x="827088" y="4724400"/>
            <a:ext cx="8110537" cy="1658938"/>
          </a:xfrm>
        </p:spPr>
        <p:txBody>
          <a:bodyPr/>
          <a:lstStyle/>
          <a:p>
            <a:pPr eaLnBrk="1" hangingPunct="1"/>
            <a:r>
              <a:rPr lang="zh-CN" altLang="en-US" sz="2800">
                <a:latin typeface="Times New Roman" panose="02020503050405090304" pitchFamily="18" charset="0"/>
              </a:rPr>
              <a:t>额定励磁下的直流电动机是一个二阶线性环节，</a:t>
            </a:r>
            <a:endParaRPr lang="zh-CN" altLang="en-US" sz="2800">
              <a:latin typeface="Times New Roman" panose="02020503050405090304" pitchFamily="18" charset="0"/>
            </a:endParaRPr>
          </a:p>
          <a:p>
            <a:pPr eaLnBrk="1" hangingPunct="1"/>
            <a:r>
              <a:rPr lang="zh-CN" altLang="en-US" sz="2800">
                <a:latin typeface="Times New Roman" panose="02020503050405090304" pitchFamily="18" charset="0"/>
              </a:rPr>
              <a:t>时间常数</a:t>
            </a:r>
            <a:r>
              <a:rPr lang="en-US" altLang="zh-CN" sz="2800" i="1">
                <a:latin typeface="Times New Roman" panose="02020503050405090304" pitchFamily="18" charset="0"/>
              </a:rPr>
              <a:t>T</a:t>
            </a:r>
            <a:r>
              <a:rPr lang="en-US" altLang="zh-CN" sz="2800" i="1" baseline="-25000">
                <a:latin typeface="Times New Roman" panose="02020503050405090304" pitchFamily="18" charset="0"/>
              </a:rPr>
              <a:t>m</a:t>
            </a:r>
            <a:r>
              <a:rPr lang="zh-CN" altLang="en-US" sz="2800">
                <a:latin typeface="Times New Roman" panose="02020503050405090304" pitchFamily="18" charset="0"/>
              </a:rPr>
              <a:t>表示机电惯性</a:t>
            </a:r>
            <a:endParaRPr lang="zh-CN" altLang="en-US" sz="2800">
              <a:latin typeface="Times New Roman" panose="02020503050405090304" pitchFamily="18" charset="0"/>
            </a:endParaRPr>
          </a:p>
          <a:p>
            <a:pPr eaLnBrk="1" hangingPunct="1"/>
            <a:r>
              <a:rPr lang="zh-CN" altLang="en-US" sz="2800">
                <a:latin typeface="Times New Roman" panose="02020503050405090304" pitchFamily="18" charset="0"/>
              </a:rPr>
              <a:t>时间常数</a:t>
            </a:r>
            <a:r>
              <a:rPr lang="en-US" altLang="zh-CN" sz="2800" i="1">
                <a:latin typeface="Times New Roman" panose="02020503050405090304" pitchFamily="18" charset="0"/>
              </a:rPr>
              <a:t>T</a:t>
            </a:r>
            <a:r>
              <a:rPr lang="en-US" altLang="zh-CN" sz="2800" i="1" baseline="-25000">
                <a:latin typeface="Times New Roman" panose="02020503050405090304" pitchFamily="18" charset="0"/>
              </a:rPr>
              <a:t>l</a:t>
            </a:r>
            <a:r>
              <a:rPr lang="zh-CN" altLang="en-US" sz="2800">
                <a:latin typeface="Times New Roman" panose="02020503050405090304" pitchFamily="18" charset="0"/>
              </a:rPr>
              <a:t>表示电磁惯性。 </a:t>
            </a:r>
            <a:endParaRPr lang="zh-CN" altLang="en-US" sz="2800">
              <a:latin typeface="Times New Roman" panose="02020503050405090304" pitchFamily="18" charset="0"/>
            </a:endParaRPr>
          </a:p>
        </p:txBody>
      </p:sp>
      <p:sp>
        <p:nvSpPr>
          <p:cNvPr id="191491" name="Rectangle 5"/>
          <p:cNvSpPr/>
          <p:nvPr/>
        </p:nvSpPr>
        <p:spPr bwMode="auto">
          <a:xfrm>
            <a:off x="0" y="2728913"/>
            <a:ext cx="9144000" cy="0"/>
          </a:xfrm>
          <a:prstGeom prst="rect">
            <a:avLst/>
          </a:prstGeom>
          <a:noFill/>
          <a:ln w="9525">
            <a:noFill/>
            <a:miter lim="800000"/>
          </a:ln>
        </p:spPr>
        <p:txBody>
          <a:bodyPr wrap="none" anchor="ctr">
            <a:spAutoFit/>
          </a:bodyPr>
          <a:lstStyle/>
          <a:p>
            <a:endParaRPr lang="zh-CN" altLang="en-US"/>
          </a:p>
        </p:txBody>
      </p:sp>
      <p:sp>
        <p:nvSpPr>
          <p:cNvPr id="191492" name="Text Box 6"/>
          <p:cNvSpPr txBox="1"/>
          <p:nvPr/>
        </p:nvSpPr>
        <p:spPr bwMode="auto">
          <a:xfrm>
            <a:off x="1258888" y="1042988"/>
            <a:ext cx="6408737" cy="369332"/>
          </a:xfrm>
          <a:prstGeom prst="rect">
            <a:avLst/>
          </a:prstGeom>
          <a:noFill/>
          <a:ln w="9525">
            <a:noFill/>
            <a:miter lim="800000"/>
          </a:ln>
        </p:spPr>
        <p:txBody>
          <a:bodyPr>
            <a:spAutoFit/>
          </a:bodyPr>
          <a:lstStyle/>
          <a:p>
            <a:pPr>
              <a:spcBef>
                <a:spcPct val="50000"/>
              </a:spcBef>
            </a:pPr>
            <a:r>
              <a:rPr lang="zh-CN" altLang="en-US" dirty="0">
                <a:solidFill>
                  <a:schemeClr val="tx1"/>
                </a:solidFill>
              </a:rPr>
              <a:t>图</a:t>
            </a:r>
            <a:r>
              <a:rPr lang="en-US" altLang="zh-CN" dirty="0">
                <a:solidFill>
                  <a:schemeClr val="tx1"/>
                </a:solidFill>
              </a:rPr>
              <a:t>3-7 	</a:t>
            </a:r>
            <a:r>
              <a:rPr lang="zh-CN" altLang="en-US" dirty="0">
                <a:solidFill>
                  <a:schemeClr val="tx1"/>
                </a:solidFill>
              </a:rPr>
              <a:t>直流电动机动态结构框图的变换 </a:t>
            </a:r>
            <a:endParaRPr lang="zh-CN" altLang="en-US" dirty="0">
              <a:solidFill>
                <a:schemeClr val="tx1"/>
              </a:solidFill>
            </a:endParaRPr>
          </a:p>
        </p:txBody>
      </p:sp>
      <p:pic>
        <p:nvPicPr>
          <p:cNvPr id="191493" name="Picture 7" descr="0222"/>
          <p:cNvPicPr>
            <a:picLocks noChangeAspect="1" noChangeArrowheads="1"/>
          </p:cNvPicPr>
          <p:nvPr/>
        </p:nvPicPr>
        <p:blipFill>
          <a:blip r:embed="rId1"/>
          <a:srcRect/>
          <a:stretch>
            <a:fillRect/>
          </a:stretch>
        </p:blipFill>
        <p:spPr bwMode="auto">
          <a:xfrm>
            <a:off x="1042988" y="1844675"/>
            <a:ext cx="6985000" cy="2681288"/>
          </a:xfrm>
          <a:prstGeom prst="rect">
            <a:avLst/>
          </a:prstGeom>
          <a:noFill/>
          <a:ln w="9525">
            <a:noFill/>
            <a:miter lim="800000"/>
            <a:headEnd/>
            <a:tailEnd/>
          </a:ln>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5"/>
          <p:cNvSpPr/>
          <p:nvPr/>
        </p:nvSpPr>
        <p:spPr bwMode="auto">
          <a:xfrm>
            <a:off x="0" y="2347913"/>
            <a:ext cx="9144000" cy="0"/>
          </a:xfrm>
          <a:prstGeom prst="rect">
            <a:avLst/>
          </a:prstGeom>
          <a:noFill/>
          <a:ln w="9525">
            <a:noFill/>
            <a:miter lim="800000"/>
          </a:ln>
        </p:spPr>
        <p:txBody>
          <a:bodyPr wrap="none" anchor="ctr">
            <a:spAutoFit/>
          </a:bodyPr>
          <a:lstStyle/>
          <a:p>
            <a:endParaRPr lang="zh-CN" altLang="en-US"/>
          </a:p>
        </p:txBody>
      </p:sp>
      <p:sp>
        <p:nvSpPr>
          <p:cNvPr id="192515" name="Text Box 6"/>
          <p:cNvSpPr txBox="1"/>
          <p:nvPr/>
        </p:nvSpPr>
        <p:spPr bwMode="auto">
          <a:xfrm>
            <a:off x="287339" y="1268413"/>
            <a:ext cx="8316912" cy="523220"/>
          </a:xfrm>
          <a:prstGeom prst="rect">
            <a:avLst/>
          </a:prstGeom>
          <a:noFill/>
          <a:ln w="9525">
            <a:noFill/>
            <a:miter lim="800000"/>
          </a:ln>
        </p:spPr>
        <p:txBody>
          <a:bodyPr wrap="square">
            <a:spAutoFit/>
          </a:bodyPr>
          <a:lstStyle/>
          <a:p>
            <a:pPr>
              <a:spcBef>
                <a:spcPct val="50000"/>
              </a:spcBef>
            </a:pPr>
            <a:r>
              <a:rPr lang="zh-CN" altLang="en-US" sz="2800" dirty="0">
                <a:solidFill>
                  <a:schemeClr val="tx1"/>
                </a:solidFill>
              </a:rPr>
              <a:t>图</a:t>
            </a:r>
            <a:r>
              <a:rPr lang="en-US" altLang="zh-CN" sz="2800" dirty="0">
                <a:solidFill>
                  <a:schemeClr val="tx1"/>
                </a:solidFill>
              </a:rPr>
              <a:t>3-8  </a:t>
            </a:r>
            <a:r>
              <a:rPr lang="zh-CN" altLang="en-US" sz="2800" dirty="0">
                <a:solidFill>
                  <a:schemeClr val="tx1"/>
                </a:solidFill>
              </a:rPr>
              <a:t>转速反馈控制直流调速系统的动态结构框图</a:t>
            </a:r>
            <a:endParaRPr lang="zh-CN" altLang="en-US" sz="2800" dirty="0">
              <a:solidFill>
                <a:schemeClr val="tx1"/>
              </a:solidFill>
            </a:endParaRPr>
          </a:p>
        </p:txBody>
      </p:sp>
      <p:pic>
        <p:nvPicPr>
          <p:cNvPr id="192516" name="Picture 7" descr="0223"/>
          <p:cNvPicPr>
            <a:picLocks noChangeAspect="1" noChangeArrowheads="1"/>
          </p:cNvPicPr>
          <p:nvPr/>
        </p:nvPicPr>
        <p:blipFill>
          <a:blip r:embed="rId1"/>
          <a:srcRect/>
          <a:stretch>
            <a:fillRect/>
          </a:stretch>
        </p:blipFill>
        <p:spPr bwMode="auto">
          <a:xfrm>
            <a:off x="287338" y="2489200"/>
            <a:ext cx="8677275" cy="3292475"/>
          </a:xfrm>
          <a:prstGeom prst="rect">
            <a:avLst/>
          </a:prstGeom>
          <a:noFill/>
          <a:ln w="9525">
            <a:noFill/>
            <a:miter lim="800000"/>
            <a:headEnd/>
            <a:tailEnd/>
          </a:ln>
        </p:spPr>
      </p:pic>
      <mc:AlternateContent xmlns:mc="http://schemas.openxmlformats.org/markup-compatibility/2006" xmlns:p14="http://schemas.microsoft.com/office/powerpoint/2010/main">
        <mc:Choice Requires="p14">
          <p:contentPart r:id="rId2" p14:bwMode="auto">
            <p14:nvContentPartPr>
              <p14:cNvPr id="2" name="墨迹 1"/>
              <p14:cNvContentPartPr/>
              <p14:nvPr/>
            </p14:nvContentPartPr>
            <p14:xfrm>
              <a:off x="4458971" y="1797824"/>
              <a:ext cx="3430413" cy="3625306"/>
            </p14:xfrm>
          </p:contentPart>
        </mc:Choice>
        <mc:Fallback xmlns="">
          <p:pic>
            <p:nvPicPr>
              <p:cNvPr id="2" name="墨迹 1"/>
            </p:nvPicPr>
            <p:blipFill>
              <a:blip r:embed="rId3"/>
            </p:blipFill>
            <p:spPr>
              <a:xfrm>
                <a:off x="4458971" y="1797824"/>
                <a:ext cx="3430413" cy="3625306"/>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3" name="墨迹 2"/>
              <p14:cNvContentPartPr/>
              <p14:nvPr/>
            </p14:nvContentPartPr>
            <p14:xfrm>
              <a:off x="7166002" y="2067568"/>
              <a:ext cx="50862" cy="242911"/>
            </p14:xfrm>
          </p:contentPart>
        </mc:Choice>
        <mc:Fallback xmlns="">
          <p:pic>
            <p:nvPicPr>
              <p:cNvPr id="3" name="墨迹 2"/>
            </p:nvPicPr>
            <p:blipFill>
              <a:blip r:embed="rId5"/>
            </p:blipFill>
            <p:spPr>
              <a:xfrm>
                <a:off x="7166002" y="2067568"/>
                <a:ext cx="50862" cy="242911"/>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4" name="墨迹 3"/>
              <p14:cNvContentPartPr/>
              <p14:nvPr/>
            </p14:nvContentPartPr>
            <p14:xfrm>
              <a:off x="7235232" y="2011077"/>
              <a:ext cx="173781" cy="252797"/>
            </p14:xfrm>
          </p:contentPart>
        </mc:Choice>
        <mc:Fallback xmlns="">
          <p:pic>
            <p:nvPicPr>
              <p:cNvPr id="4" name="墨迹 3"/>
            </p:nvPicPr>
            <p:blipFill>
              <a:blip r:embed="rId7"/>
            </p:blipFill>
            <p:spPr>
              <a:xfrm>
                <a:off x="7235232" y="2011077"/>
                <a:ext cx="173781" cy="252797"/>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5" name="墨迹 4"/>
              <p14:cNvContentPartPr/>
              <p14:nvPr/>
            </p14:nvContentPartPr>
            <p14:xfrm>
              <a:off x="7247065" y="2129708"/>
              <a:ext cx="94131" cy="127105"/>
            </p14:xfrm>
          </p:contentPart>
        </mc:Choice>
        <mc:Fallback xmlns="">
          <p:pic>
            <p:nvPicPr>
              <p:cNvPr id="5" name="墨迹 4"/>
            </p:nvPicPr>
            <p:blipFill>
              <a:blip r:embed="rId9"/>
            </p:blipFill>
            <p:spPr>
              <a:xfrm>
                <a:off x="7247065" y="2129708"/>
                <a:ext cx="94131" cy="127105"/>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6" name="墨迹 5"/>
              <p14:cNvContentPartPr/>
              <p14:nvPr/>
            </p14:nvContentPartPr>
            <p14:xfrm>
              <a:off x="7262076" y="1955998"/>
              <a:ext cx="180845" cy="426507"/>
            </p14:xfrm>
          </p:contentPart>
        </mc:Choice>
        <mc:Fallback xmlns="">
          <p:pic>
            <p:nvPicPr>
              <p:cNvPr id="6" name="墨迹 5"/>
            </p:nvPicPr>
            <p:blipFill>
              <a:blip r:embed="rId11"/>
            </p:blipFill>
            <p:spPr>
              <a:xfrm>
                <a:off x="7262076" y="1955998"/>
                <a:ext cx="180845" cy="426507"/>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7" name="墨迹 6"/>
              <p14:cNvContentPartPr/>
              <p14:nvPr/>
            </p14:nvContentPartPr>
            <p14:xfrm>
              <a:off x="7456344" y="1996954"/>
              <a:ext cx="108083" cy="76263"/>
            </p14:xfrm>
          </p:contentPart>
        </mc:Choice>
        <mc:Fallback xmlns="">
          <p:pic>
            <p:nvPicPr>
              <p:cNvPr id="7" name="墨迹 6"/>
            </p:nvPicPr>
            <p:blipFill>
              <a:blip r:embed="rId13"/>
            </p:blipFill>
            <p:spPr>
              <a:xfrm>
                <a:off x="7456344" y="1996954"/>
                <a:ext cx="108083" cy="76263"/>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8" name="墨迹 7"/>
              <p14:cNvContentPartPr/>
              <p14:nvPr/>
            </p14:nvContentPartPr>
            <p14:xfrm>
              <a:off x="7510739" y="1931990"/>
              <a:ext cx="39559" cy="367191"/>
            </p14:xfrm>
          </p:contentPart>
        </mc:Choice>
        <mc:Fallback xmlns="">
          <p:pic>
            <p:nvPicPr>
              <p:cNvPr id="8" name="墨迹 7"/>
            </p:nvPicPr>
            <p:blipFill>
              <a:blip r:embed="rId15"/>
            </p:blipFill>
            <p:spPr>
              <a:xfrm>
                <a:off x="7510739" y="1931990"/>
                <a:ext cx="39559" cy="367191"/>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9" name="墨迹 8"/>
              <p14:cNvContentPartPr/>
              <p14:nvPr/>
            </p14:nvContentPartPr>
            <p14:xfrm>
              <a:off x="7454224" y="2124059"/>
              <a:ext cx="45212" cy="93210"/>
            </p14:xfrm>
          </p:contentPart>
        </mc:Choice>
        <mc:Fallback xmlns="">
          <p:pic>
            <p:nvPicPr>
              <p:cNvPr id="9" name="墨迹 8"/>
            </p:nvPicPr>
            <p:blipFill>
              <a:blip r:embed="rId17"/>
            </p:blipFill>
            <p:spPr>
              <a:xfrm>
                <a:off x="7454224" y="2124059"/>
                <a:ext cx="45212" cy="93210"/>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0" name="墨迹 9"/>
              <p14:cNvContentPartPr/>
              <p14:nvPr/>
            </p14:nvContentPartPr>
            <p14:xfrm>
              <a:off x="7482482" y="2124059"/>
              <a:ext cx="113028" cy="50842"/>
            </p14:xfrm>
          </p:contentPart>
        </mc:Choice>
        <mc:Fallback xmlns="">
          <p:pic>
            <p:nvPicPr>
              <p:cNvPr id="10" name="墨迹 9"/>
            </p:nvPicPr>
            <p:blipFill>
              <a:blip r:embed="rId19"/>
            </p:blipFill>
            <p:spPr>
              <a:xfrm>
                <a:off x="7482482" y="2124059"/>
                <a:ext cx="113028" cy="50842"/>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1" name="墨迹 10"/>
              <p14:cNvContentPartPr/>
              <p14:nvPr/>
            </p14:nvContentPartPr>
            <p14:xfrm>
              <a:off x="7598336" y="2005428"/>
              <a:ext cx="31082" cy="248560"/>
            </p14:xfrm>
          </p:contentPart>
        </mc:Choice>
        <mc:Fallback xmlns="">
          <p:pic>
            <p:nvPicPr>
              <p:cNvPr id="11" name="墨迹 10"/>
            </p:nvPicPr>
            <p:blipFill>
              <a:blip r:embed="rId21"/>
            </p:blipFill>
            <p:spPr>
              <a:xfrm>
                <a:off x="7598336" y="2005428"/>
                <a:ext cx="31082" cy="248560"/>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12" name="墨迹 11"/>
              <p14:cNvContentPartPr/>
              <p14:nvPr/>
            </p14:nvContentPartPr>
            <p14:xfrm>
              <a:off x="7663327" y="2009312"/>
              <a:ext cx="115854" cy="261623"/>
            </p14:xfrm>
          </p:contentPart>
        </mc:Choice>
        <mc:Fallback xmlns="">
          <p:pic>
            <p:nvPicPr>
              <p:cNvPr id="12" name="墨迹 11"/>
            </p:nvPicPr>
            <p:blipFill>
              <a:blip r:embed="rId23"/>
            </p:blipFill>
            <p:spPr>
              <a:xfrm>
                <a:off x="7663327" y="2009312"/>
                <a:ext cx="115854" cy="261623"/>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13" name="墨迹 12"/>
              <p14:cNvContentPartPr/>
              <p14:nvPr/>
            </p14:nvContentPartPr>
            <p14:xfrm>
              <a:off x="2303175" y="3363935"/>
              <a:ext cx="7505" cy="316369"/>
            </p14:xfrm>
          </p:contentPart>
        </mc:Choice>
        <mc:Fallback xmlns="">
          <p:pic>
            <p:nvPicPr>
              <p:cNvPr id="13" name="墨迹 12"/>
            </p:nvPicPr>
            <p:blipFill>
              <a:blip r:embed="rId25"/>
            </p:blipFill>
            <p:spPr>
              <a:xfrm>
                <a:off x="2303175" y="3363935"/>
                <a:ext cx="7505" cy="316369"/>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14" name="墨迹 13"/>
              <p14:cNvContentPartPr/>
              <p14:nvPr/>
            </p14:nvContentPartPr>
            <p14:xfrm>
              <a:off x="2236594" y="3387838"/>
              <a:ext cx="44063" cy="74991"/>
            </p14:xfrm>
          </p:contentPart>
        </mc:Choice>
        <mc:Fallback xmlns="">
          <p:pic>
            <p:nvPicPr>
              <p:cNvPr id="14" name="墨迹 13"/>
            </p:nvPicPr>
            <p:blipFill>
              <a:blip r:embed="rId27"/>
            </p:blipFill>
            <p:spPr>
              <a:xfrm>
                <a:off x="2236594" y="3387838"/>
                <a:ext cx="44063" cy="74991"/>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15" name="墨迹 14"/>
              <p14:cNvContentPartPr/>
              <p14:nvPr/>
            </p14:nvContentPartPr>
            <p14:xfrm>
              <a:off x="2314433" y="3376590"/>
              <a:ext cx="20619" cy="24372"/>
            </p14:xfrm>
          </p:contentPart>
        </mc:Choice>
        <mc:Fallback xmlns="">
          <p:pic>
            <p:nvPicPr>
              <p:cNvPr id="15" name="墨迹 14"/>
            </p:nvPicPr>
            <p:blipFill>
              <a:blip r:embed="rId29"/>
            </p:blipFill>
            <p:spPr>
              <a:xfrm>
                <a:off x="2314433" y="3376590"/>
                <a:ext cx="20619" cy="24372"/>
              </a:xfrm>
              <a:prstGeom prst="rect"/>
            </p:spPr>
          </p:pic>
        </mc:Fallback>
      </mc:AlternateContent>
      <mc:AlternateContent xmlns:mc="http://schemas.openxmlformats.org/markup-compatibility/2006" xmlns:p14="http://schemas.microsoft.com/office/powerpoint/2010/main">
        <mc:Choice Requires="p14">
          <p:contentPart r:id="rId30" p14:bwMode="auto">
            <p14:nvContentPartPr>
              <p14:cNvPr id="16" name="墨迹 15"/>
              <p14:cNvContentPartPr/>
              <p14:nvPr/>
            </p14:nvContentPartPr>
            <p14:xfrm>
              <a:off x="2314433" y="3127244"/>
              <a:ext cx="82520" cy="65617"/>
            </p14:xfrm>
          </p:contentPart>
        </mc:Choice>
        <mc:Fallback xmlns="">
          <p:pic>
            <p:nvPicPr>
              <p:cNvPr id="16" name="墨迹 15"/>
            </p:nvPicPr>
            <p:blipFill>
              <a:blip r:embed="rId31"/>
            </p:blipFill>
            <p:spPr>
              <a:xfrm>
                <a:off x="2314433" y="3127244"/>
                <a:ext cx="82520" cy="65617"/>
              </a:xfrm>
              <a:prstGeom prst="rect"/>
            </p:spPr>
          </p:pic>
        </mc:Fallback>
      </mc:AlternateContent>
      <mc:AlternateContent xmlns:mc="http://schemas.openxmlformats.org/markup-compatibility/2006" xmlns:p14="http://schemas.microsoft.com/office/powerpoint/2010/main">
        <mc:Choice Requires="p14">
          <p:contentPart r:id="rId32" p14:bwMode="auto">
            <p14:nvContentPartPr>
              <p14:cNvPr id="17" name="墨迹 16"/>
              <p14:cNvContentPartPr/>
              <p14:nvPr/>
            </p14:nvContentPartPr>
            <p14:xfrm>
              <a:off x="2349710" y="3094201"/>
              <a:ext cx="32231" cy="224856"/>
            </p14:xfrm>
          </p:contentPart>
        </mc:Choice>
        <mc:Fallback xmlns="">
          <p:pic>
            <p:nvPicPr>
              <p:cNvPr id="17" name="墨迹 16"/>
            </p:nvPicPr>
            <p:blipFill>
              <a:blip r:embed="rId33"/>
            </p:blipFill>
            <p:spPr>
              <a:xfrm>
                <a:off x="2349710" y="3094201"/>
                <a:ext cx="32231" cy="224856"/>
              </a:xfrm>
              <a:prstGeom prst="rect"/>
            </p:spPr>
          </p:pic>
        </mc:Fallback>
      </mc:AlternateContent>
      <mc:AlternateContent xmlns:mc="http://schemas.openxmlformats.org/markup-compatibility/2006" xmlns:p14="http://schemas.microsoft.com/office/powerpoint/2010/main">
        <mc:Choice Requires="p14">
          <p:contentPart r:id="rId34" p14:bwMode="auto">
            <p14:nvContentPartPr>
              <p14:cNvPr id="18" name="墨迹 17"/>
              <p14:cNvContentPartPr/>
              <p14:nvPr/>
            </p14:nvContentPartPr>
            <p14:xfrm>
              <a:off x="2326619" y="3219108"/>
              <a:ext cx="40311" cy="37496"/>
            </p14:xfrm>
          </p:contentPart>
        </mc:Choice>
        <mc:Fallback xmlns="">
          <p:pic>
            <p:nvPicPr>
              <p:cNvPr id="18" name="墨迹 17"/>
            </p:nvPicPr>
            <p:blipFill>
              <a:blip r:embed="rId35"/>
            </p:blipFill>
            <p:spPr>
              <a:xfrm>
                <a:off x="2326619" y="3219108"/>
                <a:ext cx="40311" cy="37496"/>
              </a:xfrm>
              <a:prstGeom prst="rect"/>
            </p:spPr>
          </p:pic>
        </mc:Fallback>
      </mc:AlternateContent>
      <mc:AlternateContent xmlns:mc="http://schemas.openxmlformats.org/markup-compatibility/2006" xmlns:p14="http://schemas.microsoft.com/office/powerpoint/2010/main">
        <mc:Choice Requires="p14">
          <p:contentPart r:id="rId36" p14:bwMode="auto">
            <p14:nvContentPartPr>
              <p14:cNvPr id="19" name="墨迹 18"/>
              <p14:cNvContentPartPr/>
              <p14:nvPr/>
            </p14:nvContentPartPr>
            <p14:xfrm>
              <a:off x="2460708" y="3055065"/>
              <a:ext cx="7506" cy="8436"/>
            </p14:xfrm>
          </p:contentPart>
        </mc:Choice>
        <mc:Fallback xmlns="">
          <p:pic>
            <p:nvPicPr>
              <p:cNvPr id="19" name="墨迹 18"/>
            </p:nvPicPr>
            <p:blipFill>
              <a:blip r:embed="rId37"/>
            </p:blipFill>
            <p:spPr>
              <a:xfrm>
                <a:off x="2460708" y="3055065"/>
                <a:ext cx="7506" cy="8436"/>
              </a:xfrm>
              <a:prstGeom prst="rect"/>
            </p:spPr>
          </p:pic>
        </mc:Fallback>
      </mc:AlternateContent>
      <mc:AlternateContent xmlns:mc="http://schemas.openxmlformats.org/markup-compatibility/2006" xmlns:p14="http://schemas.microsoft.com/office/powerpoint/2010/main">
        <mc:Choice Requires="p14">
          <p:contentPart r:id="rId38" p14:bwMode="auto">
            <p14:nvContentPartPr>
              <p14:cNvPr id="20" name="墨迹 19"/>
              <p14:cNvContentPartPr/>
              <p14:nvPr/>
            </p14:nvContentPartPr>
            <p14:xfrm>
              <a:off x="2408211" y="3117870"/>
              <a:ext cx="13113" cy="33746"/>
            </p14:xfrm>
          </p:contentPart>
        </mc:Choice>
        <mc:Fallback xmlns="">
          <p:pic>
            <p:nvPicPr>
              <p:cNvPr id="20" name="墨迹 19"/>
            </p:nvPicPr>
            <p:blipFill>
              <a:blip r:embed="rId39"/>
            </p:blipFill>
            <p:spPr>
              <a:xfrm>
                <a:off x="2408211" y="3117870"/>
                <a:ext cx="13113" cy="33746"/>
              </a:xfrm>
              <a:prstGeom prst="rect"/>
            </p:spPr>
          </p:pic>
        </mc:Fallback>
      </mc:AlternateContent>
      <mc:AlternateContent xmlns:mc="http://schemas.openxmlformats.org/markup-compatibility/2006" xmlns:p14="http://schemas.microsoft.com/office/powerpoint/2010/main">
        <mc:Choice Requires="p14">
          <p:contentPart r:id="rId40" p14:bwMode="auto">
            <p14:nvContentPartPr>
              <p14:cNvPr id="21" name="墨迹 20"/>
              <p14:cNvContentPartPr/>
              <p14:nvPr/>
            </p14:nvContentPartPr>
            <p14:xfrm>
              <a:off x="2445740" y="3099122"/>
              <a:ext cx="43137" cy="14998"/>
            </p14:xfrm>
          </p:contentPart>
        </mc:Choice>
        <mc:Fallback xmlns="">
          <p:pic>
            <p:nvPicPr>
              <p:cNvPr id="21" name="墨迹 20"/>
            </p:nvPicPr>
            <p:blipFill>
              <a:blip r:embed="rId41"/>
            </p:blipFill>
            <p:spPr>
              <a:xfrm>
                <a:off x="2445740" y="3099122"/>
                <a:ext cx="43137" cy="14998"/>
              </a:xfrm>
              <a:prstGeom prst="rect"/>
            </p:spPr>
          </p:pic>
        </mc:Fallback>
      </mc:AlternateContent>
      <mc:AlternateContent xmlns:mc="http://schemas.openxmlformats.org/markup-compatibility/2006" xmlns:p14="http://schemas.microsoft.com/office/powerpoint/2010/main">
        <mc:Choice Requires="p14">
          <p:contentPart r:id="rId42" p14:bwMode="auto">
            <p14:nvContentPartPr>
              <p14:cNvPr id="22" name="墨迹 21"/>
              <p14:cNvContentPartPr/>
              <p14:nvPr/>
            </p14:nvContentPartPr>
            <p14:xfrm>
              <a:off x="2419470" y="3140368"/>
              <a:ext cx="30023" cy="50619"/>
            </p14:xfrm>
          </p:contentPart>
        </mc:Choice>
        <mc:Fallback xmlns="">
          <p:pic>
            <p:nvPicPr>
              <p:cNvPr id="22" name="墨迹 21"/>
            </p:nvPicPr>
            <p:blipFill>
              <a:blip r:embed="rId43"/>
            </p:blipFill>
            <p:spPr>
              <a:xfrm>
                <a:off x="2419470" y="3140368"/>
                <a:ext cx="30023" cy="50619"/>
              </a:xfrm>
              <a:prstGeom prst="rect"/>
            </p:spPr>
          </p:pic>
        </mc:Fallback>
      </mc:AlternateContent>
      <mc:AlternateContent xmlns:mc="http://schemas.openxmlformats.org/markup-compatibility/2006" xmlns:p14="http://schemas.microsoft.com/office/powerpoint/2010/main">
        <mc:Choice Requires="p14">
          <p:contentPart r:id="rId44" p14:bwMode="auto">
            <p14:nvContentPartPr>
              <p14:cNvPr id="23" name="墨迹 22"/>
              <p14:cNvContentPartPr/>
              <p14:nvPr/>
            </p14:nvContentPartPr>
            <p14:xfrm>
              <a:off x="2471967" y="3147866"/>
              <a:ext cx="20663" cy="7500"/>
            </p14:xfrm>
          </p:contentPart>
        </mc:Choice>
        <mc:Fallback xmlns="">
          <p:pic>
            <p:nvPicPr>
              <p:cNvPr id="23" name="墨迹 22"/>
            </p:nvPicPr>
            <p:blipFill>
              <a:blip r:embed="rId45"/>
            </p:blipFill>
            <p:spPr>
              <a:xfrm>
                <a:off x="2471967" y="3147866"/>
                <a:ext cx="20663" cy="7500"/>
              </a:xfrm>
              <a:prstGeom prst="rect"/>
            </p:spPr>
          </p:pic>
        </mc:Fallback>
      </mc:AlternateContent>
      <mc:AlternateContent xmlns:mc="http://schemas.openxmlformats.org/markup-compatibility/2006" xmlns:p14="http://schemas.microsoft.com/office/powerpoint/2010/main">
        <mc:Choice Requires="p14">
          <p:contentPart r:id="rId46" p14:bwMode="auto">
            <p14:nvContentPartPr>
              <p14:cNvPr id="24" name="墨迹 23"/>
              <p14:cNvContentPartPr/>
              <p14:nvPr/>
            </p14:nvContentPartPr>
            <p14:xfrm>
              <a:off x="2447021" y="3207860"/>
              <a:ext cx="69980" cy="67492"/>
            </p14:xfrm>
          </p:contentPart>
        </mc:Choice>
        <mc:Fallback xmlns="">
          <p:pic>
            <p:nvPicPr>
              <p:cNvPr id="24" name="墨迹 23"/>
            </p:nvPicPr>
            <p:blipFill>
              <a:blip r:embed="rId47"/>
            </p:blipFill>
            <p:spPr>
              <a:xfrm>
                <a:off x="2447021" y="3207860"/>
                <a:ext cx="69980" cy="67492"/>
              </a:xfrm>
              <a:prstGeom prst="rect"/>
            </p:spPr>
          </p:pic>
        </mc:Fallback>
      </mc:AlternateContent>
      <mc:AlternateContent xmlns:mc="http://schemas.openxmlformats.org/markup-compatibility/2006" xmlns:p14="http://schemas.microsoft.com/office/powerpoint/2010/main">
        <mc:Choice Requires="p14">
          <p:contentPart r:id="rId48" p14:bwMode="auto">
            <p14:nvContentPartPr>
              <p14:cNvPr id="25" name="墨迹 24"/>
              <p14:cNvContentPartPr/>
              <p14:nvPr/>
            </p14:nvContentPartPr>
            <p14:xfrm>
              <a:off x="2582655" y="3040653"/>
              <a:ext cx="28125" cy="112838"/>
            </p14:xfrm>
          </p:contentPart>
        </mc:Choice>
        <mc:Fallback xmlns="">
          <p:pic>
            <p:nvPicPr>
              <p:cNvPr id="25" name="墨迹 24"/>
            </p:nvPicPr>
            <p:blipFill>
              <a:blip r:embed="rId49"/>
            </p:blipFill>
            <p:spPr>
              <a:xfrm>
                <a:off x="2582655" y="3040653"/>
                <a:ext cx="28125" cy="112838"/>
              </a:xfrm>
              <a:prstGeom prst="rect"/>
            </p:spPr>
          </p:pic>
        </mc:Fallback>
      </mc:AlternateContent>
      <mc:AlternateContent xmlns:mc="http://schemas.openxmlformats.org/markup-compatibility/2006" xmlns:p14="http://schemas.microsoft.com/office/powerpoint/2010/main">
        <mc:Choice Requires="p14">
          <p:contentPart r:id="rId50" p14:bwMode="auto">
            <p14:nvContentPartPr>
              <p14:cNvPr id="26" name="墨迹 25"/>
              <p14:cNvContentPartPr/>
              <p14:nvPr/>
            </p14:nvContentPartPr>
            <p14:xfrm>
              <a:off x="2563272" y="3080375"/>
              <a:ext cx="109408" cy="104987"/>
            </p14:xfrm>
          </p:contentPart>
        </mc:Choice>
        <mc:Fallback xmlns="">
          <p:pic>
            <p:nvPicPr>
              <p:cNvPr id="26" name="墨迹 25"/>
            </p:nvPicPr>
            <p:blipFill>
              <a:blip r:embed="rId51"/>
            </p:blipFill>
            <p:spPr>
              <a:xfrm>
                <a:off x="2563272" y="3080375"/>
                <a:ext cx="109408" cy="104987"/>
              </a:xfrm>
              <a:prstGeom prst="rect"/>
            </p:spPr>
          </p:pic>
        </mc:Fallback>
      </mc:AlternateContent>
      <mc:AlternateContent xmlns:mc="http://schemas.openxmlformats.org/markup-compatibility/2006" xmlns:p14="http://schemas.microsoft.com/office/powerpoint/2010/main">
        <mc:Choice Requires="p14">
          <p:contentPart r:id="rId52" p14:bwMode="auto">
            <p14:nvContentPartPr>
              <p14:cNvPr id="27" name="墨迹 26"/>
              <p14:cNvContentPartPr/>
              <p14:nvPr/>
            </p14:nvContentPartPr>
            <p14:xfrm>
              <a:off x="2625791" y="3036317"/>
              <a:ext cx="11215" cy="237160"/>
            </p14:xfrm>
          </p:contentPart>
        </mc:Choice>
        <mc:Fallback xmlns="">
          <p:pic>
            <p:nvPicPr>
              <p:cNvPr id="27" name="墨迹 26"/>
            </p:nvPicPr>
            <p:blipFill>
              <a:blip r:embed="rId53"/>
            </p:blipFill>
            <p:spPr>
              <a:xfrm>
                <a:off x="2625791" y="3036317"/>
                <a:ext cx="11215" cy="237160"/>
              </a:xfrm>
              <a:prstGeom prst="rect"/>
            </p:spPr>
          </p:pic>
        </mc:Fallback>
      </mc:AlternateContent>
      <mc:AlternateContent xmlns:mc="http://schemas.openxmlformats.org/markup-compatibility/2006" xmlns:p14="http://schemas.microsoft.com/office/powerpoint/2010/main">
        <mc:Choice Requires="p14">
          <p:contentPart r:id="rId54" p14:bwMode="auto">
            <p14:nvContentPartPr>
              <p14:cNvPr id="28" name="墨迹 27"/>
              <p14:cNvContentPartPr/>
              <p14:nvPr/>
            </p14:nvContentPartPr>
            <p14:xfrm>
              <a:off x="2599521" y="3185362"/>
              <a:ext cx="76912" cy="44995"/>
            </p14:xfrm>
          </p:contentPart>
        </mc:Choice>
        <mc:Fallback xmlns="">
          <p:pic>
            <p:nvPicPr>
              <p:cNvPr id="28" name="墨迹 27"/>
            </p:nvPicPr>
            <p:blipFill>
              <a:blip r:embed="rId55"/>
            </p:blipFill>
            <p:spPr>
              <a:xfrm>
                <a:off x="2599521" y="3185362"/>
                <a:ext cx="76912" cy="44995"/>
              </a:xfrm>
              <a:prstGeom prst="rect"/>
            </p:spPr>
          </p:pic>
        </mc:Fallback>
      </mc:AlternateContent>
      <mc:AlternateContent xmlns:mc="http://schemas.openxmlformats.org/markup-compatibility/2006" xmlns:p14="http://schemas.microsoft.com/office/powerpoint/2010/main">
        <mc:Choice Requires="p14">
          <p:contentPart r:id="rId56" p14:bwMode="auto">
            <p14:nvContentPartPr>
              <p14:cNvPr id="29" name="墨迹 28"/>
              <p14:cNvContentPartPr/>
              <p14:nvPr/>
            </p14:nvContentPartPr>
            <p14:xfrm>
              <a:off x="2693299" y="3069126"/>
              <a:ext cx="22518" cy="69367"/>
            </p14:xfrm>
          </p:contentPart>
        </mc:Choice>
        <mc:Fallback xmlns="">
          <p:pic>
            <p:nvPicPr>
              <p:cNvPr id="29" name="墨迹 28"/>
            </p:nvPicPr>
            <p:blipFill>
              <a:blip r:embed="rId57"/>
            </p:blipFill>
            <p:spPr>
              <a:xfrm>
                <a:off x="2693299" y="3069126"/>
                <a:ext cx="22518" cy="69367"/>
              </a:xfrm>
              <a:prstGeom prst="rect"/>
            </p:spPr>
          </p:pic>
        </mc:Fallback>
      </mc:AlternateContent>
      <mc:AlternateContent xmlns:mc="http://schemas.openxmlformats.org/markup-compatibility/2006" xmlns:p14="http://schemas.microsoft.com/office/powerpoint/2010/main">
        <mc:Choice Requires="p14">
          <p:contentPart r:id="rId58" p14:bwMode="auto">
            <p14:nvContentPartPr>
              <p14:cNvPr id="30" name="墨迹 29"/>
              <p14:cNvContentPartPr/>
              <p14:nvPr/>
            </p14:nvContentPartPr>
            <p14:xfrm>
              <a:off x="2723322" y="2945390"/>
              <a:ext cx="29979" cy="341210"/>
            </p14:xfrm>
          </p:contentPart>
        </mc:Choice>
        <mc:Fallback xmlns="">
          <p:pic>
            <p:nvPicPr>
              <p:cNvPr id="30" name="墨迹 29"/>
            </p:nvPicPr>
            <p:blipFill>
              <a:blip r:embed="rId59"/>
            </p:blipFill>
            <p:spPr>
              <a:xfrm>
                <a:off x="2723322" y="2945390"/>
                <a:ext cx="29979" cy="341210"/>
              </a:xfrm>
              <a:prstGeom prst="rect"/>
            </p:spPr>
          </p:pic>
        </mc:Fallback>
      </mc:AlternateContent>
      <mc:AlternateContent xmlns:mc="http://schemas.openxmlformats.org/markup-compatibility/2006" xmlns:p14="http://schemas.microsoft.com/office/powerpoint/2010/main">
        <mc:Choice Requires="p14">
          <p:contentPart r:id="rId60" p14:bwMode="auto">
            <p14:nvContentPartPr>
              <p14:cNvPr id="31" name="墨迹 30"/>
              <p14:cNvContentPartPr/>
              <p14:nvPr/>
            </p14:nvContentPartPr>
            <p14:xfrm>
              <a:off x="2779572" y="3024131"/>
              <a:ext cx="11258" cy="31871"/>
            </p14:xfrm>
          </p:contentPart>
        </mc:Choice>
        <mc:Fallback xmlns="">
          <p:pic>
            <p:nvPicPr>
              <p:cNvPr id="31" name="墨迹 30"/>
            </p:nvPicPr>
            <p:blipFill>
              <a:blip r:embed="rId61"/>
            </p:blipFill>
            <p:spPr>
              <a:xfrm>
                <a:off x="2779572" y="3024131"/>
                <a:ext cx="11258" cy="31871"/>
              </a:xfrm>
              <a:prstGeom prst="rect"/>
            </p:spPr>
          </p:pic>
        </mc:Fallback>
      </mc:AlternateContent>
      <mc:AlternateContent xmlns:mc="http://schemas.openxmlformats.org/markup-compatibility/2006" xmlns:p14="http://schemas.microsoft.com/office/powerpoint/2010/main">
        <mc:Choice Requires="p14">
          <p:contentPart r:id="rId62" p14:bwMode="auto">
            <p14:nvContentPartPr>
              <p14:cNvPr id="32" name="墨迹 31"/>
              <p14:cNvContentPartPr/>
              <p14:nvPr/>
            </p14:nvContentPartPr>
            <p14:xfrm>
              <a:off x="2802089" y="2994135"/>
              <a:ext cx="26226" cy="43120"/>
            </p14:xfrm>
          </p:contentPart>
        </mc:Choice>
        <mc:Fallback xmlns="">
          <p:pic>
            <p:nvPicPr>
              <p:cNvPr id="32" name="墨迹 31"/>
            </p:nvPicPr>
            <p:blipFill>
              <a:blip r:embed="rId63"/>
            </p:blipFill>
            <p:spPr>
              <a:xfrm>
                <a:off x="2802089" y="2994135"/>
                <a:ext cx="26226" cy="43120"/>
              </a:xfrm>
              <a:prstGeom prst="rect"/>
            </p:spPr>
          </p:pic>
        </mc:Fallback>
      </mc:AlternateContent>
      <mc:AlternateContent xmlns:mc="http://schemas.openxmlformats.org/markup-compatibility/2006" xmlns:p14="http://schemas.microsoft.com/office/powerpoint/2010/main">
        <mc:Choice Requires="p14">
          <p:contentPart r:id="rId64" p14:bwMode="auto">
            <p14:nvContentPartPr>
              <p14:cNvPr id="33" name="墨迹 32"/>
              <p14:cNvContentPartPr/>
              <p14:nvPr/>
            </p14:nvContentPartPr>
            <p14:xfrm>
              <a:off x="2854586" y="2967888"/>
              <a:ext cx="18764" cy="24372"/>
            </p14:xfrm>
          </p:contentPart>
        </mc:Choice>
        <mc:Fallback xmlns="">
          <p:pic>
            <p:nvPicPr>
              <p:cNvPr id="33" name="墨迹 32"/>
            </p:nvPicPr>
            <p:blipFill>
              <a:blip r:embed="rId65"/>
            </p:blipFill>
            <p:spPr>
              <a:xfrm>
                <a:off x="2854586" y="2967888"/>
                <a:ext cx="18764" cy="24372"/>
              </a:xfrm>
              <a:prstGeom prst="rect"/>
            </p:spPr>
          </p:pic>
        </mc:Fallback>
      </mc:AlternateContent>
      <mc:AlternateContent xmlns:mc="http://schemas.openxmlformats.org/markup-compatibility/2006" xmlns:p14="http://schemas.microsoft.com/office/powerpoint/2010/main">
        <mc:Choice Requires="p14">
          <p:contentPart r:id="rId66" p14:bwMode="auto">
            <p14:nvContentPartPr>
              <p14:cNvPr id="34" name="墨迹 33"/>
              <p14:cNvContentPartPr/>
              <p14:nvPr/>
            </p14:nvContentPartPr>
            <p14:xfrm>
              <a:off x="2775819" y="3063501"/>
              <a:ext cx="97531" cy="46870"/>
            </p14:xfrm>
          </p:contentPart>
        </mc:Choice>
        <mc:Fallback xmlns="">
          <p:pic>
            <p:nvPicPr>
              <p:cNvPr id="34" name="墨迹 33"/>
            </p:nvPicPr>
            <p:blipFill>
              <a:blip r:embed="rId67"/>
            </p:blipFill>
            <p:spPr>
              <a:xfrm>
                <a:off x="2775819" y="3063501"/>
                <a:ext cx="97531" cy="46870"/>
              </a:xfrm>
              <a:prstGeom prst="rect"/>
            </p:spPr>
          </p:pic>
        </mc:Fallback>
      </mc:AlternateContent>
      <mc:AlternateContent xmlns:mc="http://schemas.openxmlformats.org/markup-compatibility/2006" xmlns:p14="http://schemas.microsoft.com/office/powerpoint/2010/main">
        <mc:Choice Requires="p14">
          <p:contentPart r:id="rId68" p14:bwMode="auto">
            <p14:nvContentPartPr>
              <p14:cNvPr id="35" name="墨迹 34"/>
              <p14:cNvContentPartPr/>
              <p14:nvPr/>
            </p14:nvContentPartPr>
            <p14:xfrm>
              <a:off x="2784252" y="3054127"/>
              <a:ext cx="66581" cy="111550"/>
            </p14:xfrm>
          </p:contentPart>
        </mc:Choice>
        <mc:Fallback xmlns="">
          <p:pic>
            <p:nvPicPr>
              <p:cNvPr id="35" name="墨迹 34"/>
            </p:nvPicPr>
            <p:blipFill>
              <a:blip r:embed="rId69"/>
            </p:blipFill>
            <p:spPr>
              <a:xfrm>
                <a:off x="2784252" y="3054127"/>
                <a:ext cx="66581" cy="111550"/>
              </a:xfrm>
              <a:prstGeom prst="rect"/>
            </p:spPr>
          </p:pic>
        </mc:Fallback>
      </mc:AlternateContent>
      <mc:AlternateContent xmlns:mc="http://schemas.openxmlformats.org/markup-compatibility/2006" xmlns:p14="http://schemas.microsoft.com/office/powerpoint/2010/main">
        <mc:Choice Requires="p14">
          <p:contentPart r:id="rId70" p14:bwMode="auto">
            <p14:nvContentPartPr>
              <p14:cNvPr id="36" name="墨迹 35"/>
              <p14:cNvContentPartPr/>
              <p14:nvPr/>
            </p14:nvContentPartPr>
            <p14:xfrm>
              <a:off x="2839574" y="3112246"/>
              <a:ext cx="13157" cy="9374"/>
            </p14:xfrm>
          </p:contentPart>
        </mc:Choice>
        <mc:Fallback xmlns="">
          <p:pic>
            <p:nvPicPr>
              <p:cNvPr id="36" name="墨迹 35"/>
            </p:nvPicPr>
            <p:blipFill>
              <a:blip r:embed="rId71"/>
            </p:blipFill>
            <p:spPr>
              <a:xfrm>
                <a:off x="2839574" y="3112246"/>
                <a:ext cx="13157" cy="9374"/>
              </a:xfrm>
              <a:prstGeom prst="rect"/>
            </p:spPr>
          </p:pic>
        </mc:Fallback>
      </mc:AlternateContent>
      <mc:AlternateContent xmlns:mc="http://schemas.openxmlformats.org/markup-compatibility/2006" xmlns:p14="http://schemas.microsoft.com/office/powerpoint/2010/main">
        <mc:Choice Requires="p14">
          <p:contentPart r:id="rId72" p14:bwMode="auto">
            <p14:nvContentPartPr>
              <p14:cNvPr id="37" name="墨迹 36"/>
              <p14:cNvContentPartPr/>
              <p14:nvPr/>
            </p14:nvContentPartPr>
            <p14:xfrm>
              <a:off x="2858339" y="3024131"/>
              <a:ext cx="11258" cy="14998"/>
            </p14:xfrm>
          </p:contentPart>
        </mc:Choice>
        <mc:Fallback xmlns="">
          <p:pic>
            <p:nvPicPr>
              <p:cNvPr id="37" name="墨迹 36"/>
            </p:nvPicPr>
            <p:blipFill>
              <a:blip r:embed="rId73"/>
            </p:blipFill>
            <p:spPr>
              <a:xfrm>
                <a:off x="2858339" y="3024131"/>
                <a:ext cx="11258" cy="14998"/>
              </a:xfrm>
              <a:prstGeom prst="rect"/>
            </p:spPr>
          </p:pic>
        </mc:Fallback>
      </mc:AlternateContent>
      <mc:AlternateContent xmlns:mc="http://schemas.openxmlformats.org/markup-compatibility/2006" xmlns:p14="http://schemas.microsoft.com/office/powerpoint/2010/main">
        <mc:Choice Requires="p14">
          <p:contentPart r:id="rId74" p14:bwMode="auto">
            <p14:nvContentPartPr>
              <p14:cNvPr id="38" name="墨迹 37"/>
              <p14:cNvContentPartPr/>
              <p14:nvPr/>
            </p14:nvContentPartPr>
            <p14:xfrm>
              <a:off x="2775819" y="3177863"/>
              <a:ext cx="15011" cy="16873"/>
            </p14:xfrm>
          </p:contentPart>
        </mc:Choice>
        <mc:Fallback xmlns="">
          <p:pic>
            <p:nvPicPr>
              <p:cNvPr id="38" name="墨迹 37"/>
            </p:nvPicPr>
            <p:blipFill>
              <a:blip r:embed="rId75"/>
            </p:blipFill>
            <p:spPr>
              <a:xfrm>
                <a:off x="2775819" y="3177863"/>
                <a:ext cx="15011" cy="16873"/>
              </a:xfrm>
              <a:prstGeom prst="rect"/>
            </p:spPr>
          </p:pic>
        </mc:Fallback>
      </mc:AlternateContent>
      <mc:AlternateContent xmlns:mc="http://schemas.openxmlformats.org/markup-compatibility/2006" xmlns:p14="http://schemas.microsoft.com/office/powerpoint/2010/main">
        <mc:Choice Requires="p14">
          <p:contentPart r:id="rId76" p14:bwMode="auto">
            <p14:nvContentPartPr>
              <p14:cNvPr id="39" name="墨迹 38"/>
              <p14:cNvContentPartPr/>
              <p14:nvPr/>
            </p14:nvContentPartPr>
            <p14:xfrm>
              <a:off x="2832068" y="3133806"/>
              <a:ext cx="45035" cy="30934"/>
            </p14:xfrm>
          </p:contentPart>
        </mc:Choice>
        <mc:Fallback xmlns="">
          <p:pic>
            <p:nvPicPr>
              <p:cNvPr id="39" name="墨迹 38"/>
            </p:nvPicPr>
            <p:blipFill>
              <a:blip r:embed="rId77"/>
            </p:blipFill>
            <p:spPr>
              <a:xfrm>
                <a:off x="2832068" y="3133806"/>
                <a:ext cx="45035" cy="30934"/>
              </a:xfrm>
              <a:prstGeom prst="rect"/>
            </p:spPr>
          </p:pic>
        </mc:Fallback>
      </mc:AlternateContent>
      <mc:AlternateContent xmlns:mc="http://schemas.openxmlformats.org/markup-compatibility/2006" xmlns:p14="http://schemas.microsoft.com/office/powerpoint/2010/main">
        <mc:Choice Requires="p14">
          <p:contentPart r:id="rId78" p14:bwMode="auto">
            <p14:nvContentPartPr>
              <p14:cNvPr id="40" name="墨迹 39"/>
              <p14:cNvContentPartPr/>
              <p14:nvPr/>
            </p14:nvContentPartPr>
            <p14:xfrm>
              <a:off x="3716383" y="3288902"/>
              <a:ext cx="11303" cy="447408"/>
            </p14:xfrm>
          </p:contentPart>
        </mc:Choice>
        <mc:Fallback xmlns="">
          <p:pic>
            <p:nvPicPr>
              <p:cNvPr id="40" name="墨迹 39"/>
            </p:nvPicPr>
            <p:blipFill>
              <a:blip r:embed="rId79"/>
            </p:blipFill>
            <p:spPr>
              <a:xfrm>
                <a:off x="3716383" y="3288902"/>
                <a:ext cx="11303" cy="447408"/>
              </a:xfrm>
              <a:prstGeom prst="rect"/>
            </p:spPr>
          </p:pic>
        </mc:Fallback>
      </mc:AlternateContent>
      <mc:AlternateContent xmlns:mc="http://schemas.openxmlformats.org/markup-compatibility/2006" xmlns:p14="http://schemas.microsoft.com/office/powerpoint/2010/main">
        <mc:Choice Requires="p14">
          <p:contentPart r:id="rId80" p14:bwMode="auto">
            <p14:nvContentPartPr>
              <p14:cNvPr id="41" name="墨迹 40"/>
              <p14:cNvContentPartPr/>
              <p14:nvPr/>
            </p14:nvContentPartPr>
            <p14:xfrm>
              <a:off x="3641767" y="3311498"/>
              <a:ext cx="63313" cy="94340"/>
            </p14:xfrm>
          </p:contentPart>
        </mc:Choice>
        <mc:Fallback xmlns="">
          <p:pic>
            <p:nvPicPr>
              <p:cNvPr id="41" name="墨迹 40"/>
            </p:nvPicPr>
            <p:blipFill>
              <a:blip r:embed="rId81"/>
            </p:blipFill>
            <p:spPr>
              <a:xfrm>
                <a:off x="3641767" y="3311498"/>
                <a:ext cx="63313" cy="94340"/>
              </a:xfrm>
              <a:prstGeom prst="rect"/>
            </p:spPr>
          </p:pic>
        </mc:Fallback>
      </mc:AlternateContent>
      <mc:AlternateContent xmlns:mc="http://schemas.openxmlformats.org/markup-compatibility/2006" xmlns:p14="http://schemas.microsoft.com/office/powerpoint/2010/main">
        <mc:Choice Requires="p14">
          <p:contentPart r:id="rId82" p14:bwMode="auto">
            <p14:nvContentPartPr>
              <p14:cNvPr id="42" name="墨迹 41"/>
              <p14:cNvContentPartPr/>
              <p14:nvPr/>
            </p14:nvContentPartPr>
            <p14:xfrm>
              <a:off x="3709584" y="3304719"/>
              <a:ext cx="68965" cy="54231"/>
            </p14:xfrm>
          </p:contentPart>
        </mc:Choice>
        <mc:Fallback xmlns="">
          <p:pic>
            <p:nvPicPr>
              <p:cNvPr id="42" name="墨迹 41"/>
            </p:nvPicPr>
            <p:blipFill>
              <a:blip r:embed="rId83"/>
            </p:blipFill>
            <p:spPr>
              <a:xfrm>
                <a:off x="3709584" y="3304719"/>
                <a:ext cx="68965" cy="54231"/>
              </a:xfrm>
              <a:prstGeom prst="rect"/>
            </p:spPr>
          </p:pic>
        </mc:Fallback>
      </mc:AlternateContent>
      <mc:AlternateContent xmlns:mc="http://schemas.openxmlformats.org/markup-compatibility/2006" xmlns:p14="http://schemas.microsoft.com/office/powerpoint/2010/main">
        <mc:Choice Requires="p14">
          <p:contentPart r:id="rId84" p14:bwMode="auto">
            <p14:nvContentPartPr>
              <p14:cNvPr id="43" name="墨迹 42"/>
              <p14:cNvContentPartPr/>
              <p14:nvPr/>
            </p14:nvContentPartPr>
            <p14:xfrm>
              <a:off x="3508384" y="3025301"/>
              <a:ext cx="13599" cy="81700"/>
            </p14:xfrm>
          </p:contentPart>
        </mc:Choice>
        <mc:Fallback xmlns="">
          <p:pic>
            <p:nvPicPr>
              <p:cNvPr id="43" name="墨迹 42"/>
            </p:nvPicPr>
            <p:blipFill>
              <a:blip r:embed="rId85"/>
            </p:blipFill>
            <p:spPr>
              <a:xfrm>
                <a:off x="3508384" y="3025301"/>
                <a:ext cx="13599" cy="81700"/>
              </a:xfrm>
              <a:prstGeom prst="rect"/>
            </p:spPr>
          </p:pic>
        </mc:Fallback>
      </mc:AlternateContent>
      <mc:AlternateContent xmlns:mc="http://schemas.openxmlformats.org/markup-compatibility/2006" xmlns:p14="http://schemas.microsoft.com/office/powerpoint/2010/main">
        <mc:Choice Requires="p14">
          <p:contentPart r:id="rId86" p14:bwMode="auto">
            <p14:nvContentPartPr>
              <p14:cNvPr id="44" name="墨迹 43"/>
              <p14:cNvContentPartPr/>
              <p14:nvPr/>
            </p14:nvContentPartPr>
            <p14:xfrm>
              <a:off x="3524235" y="2968598"/>
              <a:ext cx="85875" cy="139533"/>
            </p14:xfrm>
          </p:contentPart>
        </mc:Choice>
        <mc:Fallback xmlns="">
          <p:pic>
            <p:nvPicPr>
              <p:cNvPr id="44" name="墨迹 43"/>
            </p:nvPicPr>
            <p:blipFill>
              <a:blip r:embed="rId87"/>
            </p:blipFill>
            <p:spPr>
              <a:xfrm>
                <a:off x="3524235" y="2968598"/>
                <a:ext cx="85875" cy="139533"/>
              </a:xfrm>
              <a:prstGeom prst="rect"/>
            </p:spPr>
          </p:pic>
        </mc:Fallback>
      </mc:AlternateContent>
      <mc:AlternateContent xmlns:mc="http://schemas.openxmlformats.org/markup-compatibility/2006" xmlns:p14="http://schemas.microsoft.com/office/powerpoint/2010/main">
        <mc:Choice Requires="p14">
          <p:contentPart r:id="rId88" p14:bwMode="auto">
            <p14:nvContentPartPr>
              <p14:cNvPr id="45" name="墨迹 44"/>
              <p14:cNvContentPartPr/>
              <p14:nvPr/>
            </p14:nvContentPartPr>
            <p14:xfrm>
              <a:off x="3536597" y="3049380"/>
              <a:ext cx="46404" cy="58751"/>
            </p14:xfrm>
          </p:contentPart>
        </mc:Choice>
        <mc:Fallback xmlns="">
          <p:pic>
            <p:nvPicPr>
              <p:cNvPr id="45" name="墨迹 44"/>
            </p:nvPicPr>
            <p:blipFill>
              <a:blip r:embed="rId89"/>
            </p:blipFill>
            <p:spPr>
              <a:xfrm>
                <a:off x="3536597" y="3049380"/>
                <a:ext cx="46404" cy="58751"/>
              </a:xfrm>
              <a:prstGeom prst="rect"/>
            </p:spPr>
          </p:pic>
        </mc:Fallback>
      </mc:AlternateContent>
      <mc:AlternateContent xmlns:mc="http://schemas.openxmlformats.org/markup-compatibility/2006" xmlns:p14="http://schemas.microsoft.com/office/powerpoint/2010/main">
        <mc:Choice Requires="p14">
          <p:contentPart r:id="rId90" p14:bwMode="auto">
            <p14:nvContentPartPr>
              <p14:cNvPr id="46" name="墨迹 45"/>
              <p14:cNvContentPartPr/>
              <p14:nvPr/>
            </p14:nvContentPartPr>
            <p14:xfrm>
              <a:off x="3549092" y="2928490"/>
              <a:ext cx="74617" cy="227093"/>
            </p14:xfrm>
          </p:contentPart>
        </mc:Choice>
        <mc:Fallback xmlns="">
          <p:pic>
            <p:nvPicPr>
              <p:cNvPr id="46" name="墨迹 45"/>
            </p:nvPicPr>
            <p:blipFill>
              <a:blip r:embed="rId91"/>
            </p:blipFill>
            <p:spPr>
              <a:xfrm>
                <a:off x="3549092" y="2928490"/>
                <a:ext cx="74617" cy="227093"/>
              </a:xfrm>
              <a:prstGeom prst="rect"/>
            </p:spPr>
          </p:pic>
        </mc:Fallback>
      </mc:AlternateContent>
      <mc:AlternateContent xmlns:mc="http://schemas.openxmlformats.org/markup-compatibility/2006" xmlns:p14="http://schemas.microsoft.com/office/powerpoint/2010/main">
        <mc:Choice Requires="p14">
          <p:contentPart r:id="rId92" p14:bwMode="auto">
            <p14:nvContentPartPr>
              <p14:cNvPr id="47" name="墨迹 46"/>
              <p14:cNvContentPartPr/>
              <p14:nvPr/>
            </p14:nvContentPartPr>
            <p14:xfrm>
              <a:off x="3622561" y="2990630"/>
              <a:ext cx="109628" cy="135578"/>
            </p14:xfrm>
          </p:contentPart>
        </mc:Choice>
        <mc:Fallback xmlns="">
          <p:pic>
            <p:nvPicPr>
              <p:cNvPr id="47" name="墨迹 46"/>
            </p:nvPicPr>
            <p:blipFill>
              <a:blip r:embed="rId93"/>
            </p:blipFill>
            <p:spPr>
              <a:xfrm>
                <a:off x="3622561" y="2990630"/>
                <a:ext cx="109628" cy="135578"/>
              </a:xfrm>
              <a:prstGeom prst="rect"/>
            </p:spPr>
          </p:pic>
        </mc:Fallback>
      </mc:AlternateContent>
      <mc:AlternateContent xmlns:mc="http://schemas.openxmlformats.org/markup-compatibility/2006" xmlns:p14="http://schemas.microsoft.com/office/powerpoint/2010/main">
        <mc:Choice Requires="p14">
          <p:contentPart r:id="rId94" p14:bwMode="auto">
            <p14:nvContentPartPr>
              <p14:cNvPr id="48" name="墨迹 47"/>
              <p14:cNvContentPartPr/>
              <p14:nvPr/>
            </p14:nvContentPartPr>
            <p14:xfrm>
              <a:off x="3665520" y="2950733"/>
              <a:ext cx="16955" cy="114465"/>
            </p14:xfrm>
          </p:contentPart>
        </mc:Choice>
        <mc:Fallback xmlns="">
          <p:pic>
            <p:nvPicPr>
              <p:cNvPr id="48" name="墨迹 47"/>
            </p:nvPicPr>
            <p:blipFill>
              <a:blip r:embed="rId95"/>
            </p:blipFill>
            <p:spPr>
              <a:xfrm>
                <a:off x="3665520" y="2950733"/>
                <a:ext cx="16955" cy="114465"/>
              </a:xfrm>
              <a:prstGeom prst="rect"/>
            </p:spPr>
          </p:pic>
        </mc:Fallback>
      </mc:AlternateContent>
      <mc:AlternateContent xmlns:mc="http://schemas.openxmlformats.org/markup-compatibility/2006" xmlns:p14="http://schemas.microsoft.com/office/powerpoint/2010/main">
        <mc:Choice Requires="p14">
          <p:contentPart r:id="rId96" p14:bwMode="auto">
            <p14:nvContentPartPr>
              <p14:cNvPr id="49" name="墨迹 48"/>
              <p14:cNvContentPartPr/>
              <p14:nvPr/>
            </p14:nvContentPartPr>
            <p14:xfrm>
              <a:off x="3757047" y="2979332"/>
              <a:ext cx="5651" cy="60445"/>
            </p14:xfrm>
          </p:contentPart>
        </mc:Choice>
        <mc:Fallback xmlns="">
          <p:pic>
            <p:nvPicPr>
              <p:cNvPr id="49" name="墨迹 48"/>
            </p:nvPicPr>
            <p:blipFill>
              <a:blip r:embed="rId97"/>
            </p:blipFill>
            <p:spPr>
              <a:xfrm>
                <a:off x="3757047" y="2979332"/>
                <a:ext cx="5651" cy="60445"/>
              </a:xfrm>
              <a:prstGeom prst="rect"/>
            </p:spPr>
          </p:pic>
        </mc:Fallback>
      </mc:AlternateContent>
      <mc:AlternateContent xmlns:mc="http://schemas.openxmlformats.org/markup-compatibility/2006" xmlns:p14="http://schemas.microsoft.com/office/powerpoint/2010/main">
        <mc:Choice Requires="p14">
          <p:contentPart r:id="rId98" p14:bwMode="auto">
            <p14:nvContentPartPr>
              <p14:cNvPr id="50" name="墨迹 49"/>
              <p14:cNvContentPartPr/>
              <p14:nvPr/>
            </p14:nvContentPartPr>
            <p14:xfrm>
              <a:off x="3768350" y="2947697"/>
              <a:ext cx="52010" cy="79087"/>
            </p14:xfrm>
          </p:contentPart>
        </mc:Choice>
        <mc:Fallback xmlns="">
          <p:pic>
            <p:nvPicPr>
              <p:cNvPr id="50" name="墨迹 49"/>
            </p:nvPicPr>
            <p:blipFill>
              <a:blip r:embed="rId99"/>
            </p:blipFill>
            <p:spPr>
              <a:xfrm>
                <a:off x="3768350" y="2947697"/>
                <a:ext cx="52010" cy="79087"/>
              </a:xfrm>
              <a:prstGeom prst="rect"/>
            </p:spPr>
          </p:pic>
        </mc:Fallback>
      </mc:AlternateContent>
      <mc:AlternateContent xmlns:mc="http://schemas.openxmlformats.org/markup-compatibility/2006" xmlns:p14="http://schemas.microsoft.com/office/powerpoint/2010/main">
        <mc:Choice Requires="p14">
          <p:contentPart r:id="rId100" p14:bwMode="auto">
            <p14:nvContentPartPr>
              <p14:cNvPr id="51" name="墨迹 50"/>
              <p14:cNvContentPartPr/>
              <p14:nvPr/>
            </p14:nvContentPartPr>
            <p14:xfrm>
              <a:off x="3768350" y="2989147"/>
              <a:ext cx="27153" cy="51195"/>
            </p14:xfrm>
          </p:contentPart>
        </mc:Choice>
        <mc:Fallback xmlns="">
          <p:pic>
            <p:nvPicPr>
              <p:cNvPr id="51" name="墨迹 50"/>
            </p:nvPicPr>
            <p:blipFill>
              <a:blip r:embed="rId101"/>
            </p:blipFill>
            <p:spPr>
              <a:xfrm>
                <a:off x="3768350" y="2989147"/>
                <a:ext cx="27153" cy="51195"/>
              </a:xfrm>
              <a:prstGeom prst="rect"/>
            </p:spPr>
          </p:pic>
        </mc:Fallback>
      </mc:AlternateContent>
      <mc:AlternateContent xmlns:mc="http://schemas.openxmlformats.org/markup-compatibility/2006" xmlns:p14="http://schemas.microsoft.com/office/powerpoint/2010/main">
        <mc:Choice Requires="p14">
          <p:contentPart r:id="rId102" p14:bwMode="auto">
            <p14:nvContentPartPr>
              <p14:cNvPr id="52" name="墨迹 51"/>
              <p14:cNvContentPartPr/>
              <p14:nvPr/>
            </p14:nvContentPartPr>
            <p14:xfrm>
              <a:off x="3775149" y="2882167"/>
              <a:ext cx="66669" cy="183031"/>
            </p14:xfrm>
          </p:contentPart>
        </mc:Choice>
        <mc:Fallback xmlns="">
          <p:pic>
            <p:nvPicPr>
              <p:cNvPr id="52" name="墨迹 51"/>
            </p:nvPicPr>
            <p:blipFill>
              <a:blip r:embed="rId103"/>
            </p:blipFill>
            <p:spPr>
              <a:xfrm>
                <a:off x="3775149" y="2882167"/>
                <a:ext cx="66669" cy="183031"/>
              </a:xfrm>
              <a:prstGeom prst="rect"/>
            </p:spPr>
          </p:pic>
        </mc:Fallback>
      </mc:AlternateContent>
      <mc:AlternateContent xmlns:mc="http://schemas.openxmlformats.org/markup-compatibility/2006" xmlns:p14="http://schemas.microsoft.com/office/powerpoint/2010/main">
        <mc:Choice Requires="p14">
          <p:contentPart r:id="rId104" p14:bwMode="auto">
            <p14:nvContentPartPr>
              <p14:cNvPr id="53" name="墨迹 52"/>
              <p14:cNvContentPartPr/>
              <p14:nvPr/>
            </p14:nvContentPartPr>
            <p14:xfrm>
              <a:off x="3856521" y="2895725"/>
              <a:ext cx="47463" cy="173992"/>
            </p14:xfrm>
          </p:contentPart>
        </mc:Choice>
        <mc:Fallback xmlns="">
          <p:pic>
            <p:nvPicPr>
              <p:cNvPr id="53" name="墨迹 52"/>
            </p:nvPicPr>
            <p:blipFill>
              <a:blip r:embed="rId105"/>
            </p:blipFill>
            <p:spPr>
              <a:xfrm>
                <a:off x="3856521" y="2895725"/>
                <a:ext cx="47463" cy="173992"/>
              </a:xfrm>
              <a:prstGeom prst="rect"/>
            </p:spPr>
          </p:pic>
        </mc:Fallback>
      </mc:AlternateContent>
      <mc:AlternateContent xmlns:mc="http://schemas.openxmlformats.org/markup-compatibility/2006" xmlns:p14="http://schemas.microsoft.com/office/powerpoint/2010/main">
        <mc:Choice Requires="p14">
          <p:contentPart r:id="rId106" p14:bwMode="auto">
            <p14:nvContentPartPr>
              <p14:cNvPr id="54" name="墨迹 53"/>
              <p14:cNvContentPartPr/>
              <p14:nvPr/>
            </p14:nvContentPartPr>
            <p14:xfrm>
              <a:off x="3849765" y="2986110"/>
              <a:ext cx="61018" cy="24856"/>
            </p14:xfrm>
          </p:contentPart>
        </mc:Choice>
        <mc:Fallback xmlns="">
          <p:pic>
            <p:nvPicPr>
              <p:cNvPr id="54" name="墨迹 53"/>
            </p:nvPicPr>
            <p:blipFill>
              <a:blip r:embed="rId107"/>
            </p:blipFill>
            <p:spPr>
              <a:xfrm>
                <a:off x="3849765" y="2986110"/>
                <a:ext cx="61018" cy="24856"/>
              </a:xfrm>
              <a:prstGeom prst="rect"/>
            </p:spPr>
          </p:pic>
        </mc:Fallback>
      </mc:AlternateContent>
      <mc:AlternateContent xmlns:mc="http://schemas.openxmlformats.org/markup-compatibility/2006" xmlns:p14="http://schemas.microsoft.com/office/powerpoint/2010/main">
        <mc:Choice Requires="p14">
          <p:contentPart r:id="rId108" p14:bwMode="auto">
            <p14:nvContentPartPr>
              <p14:cNvPr id="55" name="墨迹 54"/>
              <p14:cNvContentPartPr/>
              <p14:nvPr/>
            </p14:nvContentPartPr>
            <p14:xfrm>
              <a:off x="3942440" y="2908153"/>
              <a:ext cx="58766" cy="37284"/>
            </p14:xfrm>
          </p:contentPart>
        </mc:Choice>
        <mc:Fallback xmlns="">
          <p:pic>
            <p:nvPicPr>
              <p:cNvPr id="55" name="墨迹 54"/>
            </p:nvPicPr>
            <p:blipFill>
              <a:blip r:embed="rId109"/>
            </p:blipFill>
            <p:spPr>
              <a:xfrm>
                <a:off x="3942440" y="2908153"/>
                <a:ext cx="58766" cy="37284"/>
              </a:xfrm>
              <a:prstGeom prst="rect"/>
            </p:spPr>
          </p:pic>
        </mc:Fallback>
      </mc:AlternateContent>
      <mc:AlternateContent xmlns:mc="http://schemas.openxmlformats.org/markup-compatibility/2006" xmlns:p14="http://schemas.microsoft.com/office/powerpoint/2010/main">
        <mc:Choice Requires="p14">
          <p:contentPart r:id="rId110" p14:bwMode="auto">
            <p14:nvContentPartPr>
              <p14:cNvPr id="56" name="墨迹 55"/>
              <p14:cNvContentPartPr/>
              <p14:nvPr/>
            </p14:nvContentPartPr>
            <p14:xfrm>
              <a:off x="3943014" y="2888946"/>
              <a:ext cx="67243" cy="99424"/>
            </p14:xfrm>
          </p:contentPart>
        </mc:Choice>
        <mc:Fallback xmlns="">
          <p:pic>
            <p:nvPicPr>
              <p:cNvPr id="56" name="墨迹 55"/>
            </p:nvPicPr>
            <p:blipFill>
              <a:blip r:embed="rId111"/>
            </p:blipFill>
            <p:spPr>
              <a:xfrm>
                <a:off x="3943014" y="2888946"/>
                <a:ext cx="67243" cy="99424"/>
              </a:xfrm>
              <a:prstGeom prst="rect"/>
            </p:spPr>
          </p:pic>
        </mc:Fallback>
      </mc:AlternateContent>
      <mc:AlternateContent xmlns:mc="http://schemas.openxmlformats.org/markup-compatibility/2006" xmlns:p14="http://schemas.microsoft.com/office/powerpoint/2010/main">
        <mc:Choice Requires="p14">
          <p:contentPart r:id="rId112" p14:bwMode="auto">
            <p14:nvContentPartPr>
              <p14:cNvPr id="57" name="墨迹 56"/>
              <p14:cNvContentPartPr/>
              <p14:nvPr/>
            </p14:nvContentPartPr>
            <p14:xfrm>
              <a:off x="3987651" y="2940918"/>
              <a:ext cx="13555" cy="140097"/>
            </p14:xfrm>
          </p:contentPart>
        </mc:Choice>
        <mc:Fallback xmlns="">
          <p:pic>
            <p:nvPicPr>
              <p:cNvPr id="57" name="墨迹 56"/>
            </p:nvPicPr>
            <p:blipFill>
              <a:blip r:embed="rId113"/>
            </p:blipFill>
            <p:spPr>
              <a:xfrm>
                <a:off x="3987651" y="2940918"/>
                <a:ext cx="13555" cy="140097"/>
              </a:xfrm>
              <a:prstGeom prst="rect"/>
            </p:spPr>
          </p:pic>
        </mc:Fallback>
      </mc:AlternateContent>
      <mc:AlternateContent xmlns:mc="http://schemas.openxmlformats.org/markup-compatibility/2006" xmlns:p14="http://schemas.microsoft.com/office/powerpoint/2010/main">
        <mc:Choice Requires="p14">
          <p:contentPart r:id="rId114" p14:bwMode="auto">
            <p14:nvContentPartPr>
              <p14:cNvPr id="58" name="墨迹 57"/>
              <p14:cNvContentPartPr/>
              <p14:nvPr/>
            </p14:nvContentPartPr>
            <p14:xfrm>
              <a:off x="3960498" y="3003058"/>
              <a:ext cx="48611" cy="44063"/>
            </p14:xfrm>
          </p:contentPart>
        </mc:Choice>
        <mc:Fallback xmlns="">
          <p:pic>
            <p:nvPicPr>
              <p:cNvPr id="58" name="墨迹 57"/>
            </p:nvPicPr>
            <p:blipFill>
              <a:blip r:embed="rId115"/>
            </p:blipFill>
            <p:spPr>
              <a:xfrm>
                <a:off x="3960498" y="3003058"/>
                <a:ext cx="48611" cy="44063"/>
              </a:xfrm>
              <a:prstGeom prst="rect"/>
            </p:spPr>
          </p:pic>
        </mc:Fallback>
      </mc:AlternateContent>
      <mc:AlternateContent xmlns:mc="http://schemas.openxmlformats.org/markup-compatibility/2006" xmlns:p14="http://schemas.microsoft.com/office/powerpoint/2010/main">
        <mc:Choice Requires="p14">
          <p:contentPart r:id="rId116" p14:bwMode="auto">
            <p14:nvContentPartPr>
              <p14:cNvPr id="59" name="墨迹 58"/>
              <p14:cNvContentPartPr/>
              <p14:nvPr/>
            </p14:nvContentPartPr>
            <p14:xfrm>
              <a:off x="4028315" y="2908153"/>
              <a:ext cx="42960" cy="25986"/>
            </p14:xfrm>
          </p:contentPart>
        </mc:Choice>
        <mc:Fallback xmlns="">
          <p:pic>
            <p:nvPicPr>
              <p:cNvPr id="59" name="墨迹 58"/>
            </p:nvPicPr>
            <p:blipFill>
              <a:blip r:embed="rId117"/>
            </p:blipFill>
            <p:spPr>
              <a:xfrm>
                <a:off x="4028315" y="2908153"/>
                <a:ext cx="42960" cy="25986"/>
              </a:xfrm>
              <a:prstGeom prst="rect"/>
            </p:spPr>
          </p:pic>
        </mc:Fallback>
      </mc:AlternateContent>
      <mc:AlternateContent xmlns:mc="http://schemas.openxmlformats.org/markup-compatibility/2006" xmlns:p14="http://schemas.microsoft.com/office/powerpoint/2010/main">
        <mc:Choice Requires="p14">
          <p:contentPart r:id="rId118" p14:bwMode="auto">
            <p14:nvContentPartPr>
              <p14:cNvPr id="60" name="墨迹 59"/>
              <p14:cNvContentPartPr/>
              <p14:nvPr/>
            </p14:nvContentPartPr>
            <p14:xfrm>
              <a:off x="4020721" y="2927360"/>
              <a:ext cx="61857" cy="47452"/>
            </p14:xfrm>
          </p:contentPart>
        </mc:Choice>
        <mc:Fallback xmlns="">
          <p:pic>
            <p:nvPicPr>
              <p:cNvPr id="60" name="墨迹 59"/>
            </p:nvPicPr>
            <p:blipFill>
              <a:blip r:embed="rId119"/>
            </p:blipFill>
            <p:spPr>
              <a:xfrm>
                <a:off x="4020721" y="2927360"/>
                <a:ext cx="61857" cy="47452"/>
              </a:xfrm>
              <a:prstGeom prst="rect"/>
            </p:spPr>
          </p:pic>
        </mc:Fallback>
      </mc:AlternateContent>
      <mc:AlternateContent xmlns:mc="http://schemas.openxmlformats.org/markup-compatibility/2006" xmlns:p14="http://schemas.microsoft.com/office/powerpoint/2010/main">
        <mc:Choice Requires="p14">
          <p:contentPart r:id="rId120" p14:bwMode="auto">
            <p14:nvContentPartPr>
              <p14:cNvPr id="61" name="墨迹 60"/>
              <p14:cNvContentPartPr/>
              <p14:nvPr/>
            </p14:nvContentPartPr>
            <p14:xfrm>
              <a:off x="4048669" y="2873129"/>
              <a:ext cx="56514" cy="176251"/>
            </p14:xfrm>
          </p:contentPart>
        </mc:Choice>
        <mc:Fallback xmlns="">
          <p:pic>
            <p:nvPicPr>
              <p:cNvPr id="61" name="墨迹 60"/>
            </p:nvPicPr>
            <p:blipFill>
              <a:blip r:embed="rId121"/>
            </p:blipFill>
            <p:spPr>
              <a:xfrm>
                <a:off x="4048669" y="2873129"/>
                <a:ext cx="56514" cy="176251"/>
              </a:xfrm>
              <a:prstGeom prst="rect"/>
            </p:spPr>
          </p:pic>
        </mc:Fallback>
      </mc:AlternateContent>
      <mc:AlternateContent xmlns:mc="http://schemas.openxmlformats.org/markup-compatibility/2006" xmlns:p14="http://schemas.microsoft.com/office/powerpoint/2010/main">
        <mc:Choice Requires="p14">
          <p:contentPart r:id="rId122" p14:bwMode="auto">
            <p14:nvContentPartPr>
              <p14:cNvPr id="62" name="墨迹 61"/>
              <p14:cNvContentPartPr/>
              <p14:nvPr/>
            </p14:nvContentPartPr>
            <p14:xfrm>
              <a:off x="4101254" y="2875388"/>
              <a:ext cx="80797" cy="47453"/>
            </p14:xfrm>
          </p:contentPart>
        </mc:Choice>
        <mc:Fallback xmlns="">
          <p:pic>
            <p:nvPicPr>
              <p:cNvPr id="62" name="墨迹 61"/>
            </p:nvPicPr>
            <p:blipFill>
              <a:blip r:embed="rId123"/>
            </p:blipFill>
            <p:spPr>
              <a:xfrm>
                <a:off x="4101254" y="2875388"/>
                <a:ext cx="80797" cy="47453"/>
              </a:xfrm>
              <a:prstGeom prst="rect"/>
            </p:spPr>
          </p:pic>
        </mc:Fallback>
      </mc:AlternateContent>
      <mc:AlternateContent xmlns:mc="http://schemas.openxmlformats.org/markup-compatibility/2006" xmlns:p14="http://schemas.microsoft.com/office/powerpoint/2010/main">
        <mc:Choice Requires="p14">
          <p:contentPart r:id="rId124" p14:bwMode="auto">
            <p14:nvContentPartPr>
              <p14:cNvPr id="63" name="墨迹 62"/>
              <p14:cNvContentPartPr/>
              <p14:nvPr/>
            </p14:nvContentPartPr>
            <p14:xfrm>
              <a:off x="4105183" y="2861830"/>
              <a:ext cx="63314" cy="194329"/>
            </p14:xfrm>
          </p:contentPart>
        </mc:Choice>
        <mc:Fallback xmlns="">
          <p:pic>
            <p:nvPicPr>
              <p:cNvPr id="63" name="墨迹 62"/>
            </p:nvPicPr>
            <p:blipFill>
              <a:blip r:embed="rId125"/>
            </p:blipFill>
            <p:spPr>
              <a:xfrm>
                <a:off x="4105183" y="2861830"/>
                <a:ext cx="63314" cy="194329"/>
              </a:xfrm>
              <a:prstGeom prst="rect"/>
            </p:spPr>
          </p:pic>
        </mc:Fallback>
      </mc:AlternateContent>
      <mc:AlternateContent xmlns:mc="http://schemas.openxmlformats.org/markup-compatibility/2006" xmlns:p14="http://schemas.microsoft.com/office/powerpoint/2010/main">
        <mc:Choice Requires="p14">
          <p:contentPart r:id="rId126" p14:bwMode="auto">
            <p14:nvContentPartPr>
              <p14:cNvPr id="64" name="墨迹 63"/>
              <p14:cNvContentPartPr/>
              <p14:nvPr/>
            </p14:nvContentPartPr>
            <p14:xfrm>
              <a:off x="4188851" y="2868609"/>
              <a:ext cx="18058" cy="38414"/>
            </p14:xfrm>
          </p:contentPart>
        </mc:Choice>
        <mc:Fallback xmlns="">
          <p:pic>
            <p:nvPicPr>
              <p:cNvPr id="64" name="墨迹 63"/>
            </p:nvPicPr>
            <p:blipFill>
              <a:blip r:embed="rId127"/>
            </p:blipFill>
            <p:spPr>
              <a:xfrm>
                <a:off x="4188851" y="2868609"/>
                <a:ext cx="18058" cy="38414"/>
              </a:xfrm>
              <a:prstGeom prst="rect"/>
            </p:spPr>
          </p:pic>
        </mc:Fallback>
      </mc:AlternateContent>
      <mc:AlternateContent xmlns:mc="http://schemas.openxmlformats.org/markup-compatibility/2006" xmlns:p14="http://schemas.microsoft.com/office/powerpoint/2010/main">
        <mc:Choice Requires="p14">
          <p:contentPart r:id="rId128" p14:bwMode="auto">
            <p14:nvContentPartPr>
              <p14:cNvPr id="65" name="墨迹 64"/>
              <p14:cNvContentPartPr/>
              <p14:nvPr/>
            </p14:nvContentPartPr>
            <p14:xfrm>
              <a:off x="4180550" y="2884427"/>
              <a:ext cx="77222" cy="115241"/>
            </p14:xfrm>
          </p:contentPart>
        </mc:Choice>
        <mc:Fallback xmlns="">
          <p:pic>
            <p:nvPicPr>
              <p:cNvPr id="65" name="墨迹 64"/>
            </p:nvPicPr>
            <p:blipFill>
              <a:blip r:embed="rId129"/>
            </p:blipFill>
            <p:spPr>
              <a:xfrm>
                <a:off x="4180550" y="2884427"/>
                <a:ext cx="77222" cy="115241"/>
              </a:xfrm>
              <a:prstGeom prst="rect"/>
            </p:spPr>
          </p:pic>
        </mc:Fallback>
      </mc:AlternateContent>
      <mc:AlternateContent xmlns:mc="http://schemas.openxmlformats.org/markup-compatibility/2006" xmlns:p14="http://schemas.microsoft.com/office/powerpoint/2010/main">
        <mc:Choice Requires="p14">
          <p:contentPart r:id="rId130" p14:bwMode="auto">
            <p14:nvContentPartPr>
              <p14:cNvPr id="66" name="墨迹 65"/>
              <p14:cNvContentPartPr/>
              <p14:nvPr/>
            </p14:nvContentPartPr>
            <p14:xfrm>
              <a:off x="4210308" y="2961255"/>
              <a:ext cx="26006" cy="61010"/>
            </p14:xfrm>
          </p:contentPart>
        </mc:Choice>
        <mc:Fallback xmlns="">
          <p:pic>
            <p:nvPicPr>
              <p:cNvPr id="66" name="墨迹 65"/>
            </p:nvPicPr>
            <p:blipFill>
              <a:blip r:embed="rId131"/>
            </p:blipFill>
            <p:spPr>
              <a:xfrm>
                <a:off x="4210308" y="2961255"/>
                <a:ext cx="26006" cy="61010"/>
              </a:xfrm>
              <a:prstGeom prst="rect"/>
            </p:spPr>
          </p:pic>
        </mc:Fallback>
      </mc:AlternateContent>
      <mc:AlternateContent xmlns:mc="http://schemas.openxmlformats.org/markup-compatibility/2006" xmlns:p14="http://schemas.microsoft.com/office/powerpoint/2010/main">
        <mc:Choice Requires="p14">
          <p:contentPart r:id="rId132" p14:bwMode="auto">
            <p14:nvContentPartPr>
              <p14:cNvPr id="67" name="墨迹 66"/>
              <p14:cNvContentPartPr/>
              <p14:nvPr/>
            </p14:nvContentPartPr>
            <p14:xfrm>
              <a:off x="4249868" y="3001928"/>
              <a:ext cx="24858" cy="13558"/>
            </p14:xfrm>
          </p:contentPart>
        </mc:Choice>
        <mc:Fallback xmlns="">
          <p:pic>
            <p:nvPicPr>
              <p:cNvPr id="67" name="墨迹 66"/>
            </p:nvPicPr>
            <p:blipFill>
              <a:blip r:embed="rId133"/>
            </p:blipFill>
            <p:spPr>
              <a:xfrm>
                <a:off x="4249868" y="3001928"/>
                <a:ext cx="24858" cy="13558"/>
              </a:xfrm>
              <a:prstGeom prst="rect"/>
            </p:spPr>
          </p:pic>
        </mc:Fallback>
      </mc:AlternateContent>
      <mc:AlternateContent xmlns:mc="http://schemas.openxmlformats.org/markup-compatibility/2006" xmlns:p14="http://schemas.microsoft.com/office/powerpoint/2010/main">
        <mc:Choice Requires="p14">
          <p:contentPart r:id="rId134" p14:bwMode="auto">
            <p14:nvContentPartPr>
              <p14:cNvPr id="68" name="墨迹 67"/>
              <p14:cNvContentPartPr/>
              <p14:nvPr/>
            </p14:nvContentPartPr>
            <p14:xfrm>
              <a:off x="4267971" y="2864090"/>
              <a:ext cx="21457" cy="23726"/>
            </p14:xfrm>
          </p:contentPart>
        </mc:Choice>
        <mc:Fallback xmlns="">
          <p:pic>
            <p:nvPicPr>
              <p:cNvPr id="68" name="墨迹 67"/>
            </p:nvPicPr>
            <p:blipFill>
              <a:blip r:embed="rId135"/>
            </p:blipFill>
            <p:spPr>
              <a:xfrm>
                <a:off x="4267971" y="2864090"/>
                <a:ext cx="21457" cy="23726"/>
              </a:xfrm>
              <a:prstGeom prst="rect"/>
            </p:spPr>
          </p:pic>
        </mc:Fallback>
      </mc:AlternateContent>
      <mc:AlternateContent xmlns:mc="http://schemas.openxmlformats.org/markup-compatibility/2006" xmlns:p14="http://schemas.microsoft.com/office/powerpoint/2010/main">
        <mc:Choice Requires="p14">
          <p:contentPart r:id="rId136" p14:bwMode="auto">
            <p14:nvContentPartPr>
              <p14:cNvPr id="69" name="墨迹 68"/>
              <p14:cNvContentPartPr/>
              <p14:nvPr/>
            </p14:nvContentPartPr>
            <p14:xfrm>
              <a:off x="4299583" y="2841494"/>
              <a:ext cx="15851" cy="19207"/>
            </p14:xfrm>
          </p:contentPart>
        </mc:Choice>
        <mc:Fallback xmlns="">
          <p:pic>
            <p:nvPicPr>
              <p:cNvPr id="69" name="墨迹 68"/>
            </p:nvPicPr>
            <p:blipFill>
              <a:blip r:embed="rId137"/>
            </p:blipFill>
            <p:spPr>
              <a:xfrm>
                <a:off x="4299583" y="2841494"/>
                <a:ext cx="15851" cy="19207"/>
              </a:xfrm>
              <a:prstGeom prst="rect"/>
            </p:spPr>
          </p:pic>
        </mc:Fallback>
      </mc:AlternateContent>
      <mc:AlternateContent xmlns:mc="http://schemas.openxmlformats.org/markup-compatibility/2006" xmlns:p14="http://schemas.microsoft.com/office/powerpoint/2010/main">
        <mc:Choice Requires="p14">
          <p:contentPart r:id="rId138" p14:bwMode="auto">
            <p14:nvContentPartPr>
              <p14:cNvPr id="70" name="墨迹 69"/>
              <p14:cNvContentPartPr/>
              <p14:nvPr/>
            </p14:nvContentPartPr>
            <p14:xfrm>
              <a:off x="4338040" y="2830195"/>
              <a:ext cx="22605" cy="15818"/>
            </p14:xfrm>
          </p:contentPart>
        </mc:Choice>
        <mc:Fallback xmlns="">
          <p:pic>
            <p:nvPicPr>
              <p:cNvPr id="70" name="墨迹 69"/>
            </p:nvPicPr>
            <p:blipFill>
              <a:blip r:embed="rId139"/>
            </p:blipFill>
            <p:spPr>
              <a:xfrm>
                <a:off x="4338040" y="2830195"/>
                <a:ext cx="22605" cy="15818"/>
              </a:xfrm>
              <a:prstGeom prst="rect"/>
            </p:spPr>
          </p:pic>
        </mc:Fallback>
      </mc:AlternateContent>
      <mc:AlternateContent xmlns:mc="http://schemas.openxmlformats.org/markup-compatibility/2006" xmlns:p14="http://schemas.microsoft.com/office/powerpoint/2010/main">
        <mc:Choice Requires="p14">
          <p:contentPart r:id="rId140" p14:bwMode="auto">
            <p14:nvContentPartPr>
              <p14:cNvPr id="71" name="墨迹 70"/>
              <p14:cNvContentPartPr/>
              <p14:nvPr/>
            </p14:nvContentPartPr>
            <p14:xfrm>
              <a:off x="4289429" y="2890076"/>
              <a:ext cx="63313" cy="35024"/>
            </p14:xfrm>
          </p:contentPart>
        </mc:Choice>
        <mc:Fallback xmlns="">
          <p:pic>
            <p:nvPicPr>
              <p:cNvPr id="71" name="墨迹 70"/>
            </p:nvPicPr>
            <p:blipFill>
              <a:blip r:embed="rId141"/>
            </p:blipFill>
            <p:spPr>
              <a:xfrm>
                <a:off x="4289429" y="2890076"/>
                <a:ext cx="63313" cy="35024"/>
              </a:xfrm>
              <a:prstGeom prst="rect"/>
            </p:spPr>
          </p:pic>
        </mc:Fallback>
      </mc:AlternateContent>
      <mc:AlternateContent xmlns:mc="http://schemas.openxmlformats.org/markup-compatibility/2006" xmlns:p14="http://schemas.microsoft.com/office/powerpoint/2010/main">
        <mc:Choice Requires="p14">
          <p:contentPart r:id="rId142" p14:bwMode="auto">
            <p14:nvContentPartPr>
              <p14:cNvPr id="72" name="墨迹 71"/>
              <p14:cNvContentPartPr/>
              <p14:nvPr/>
            </p14:nvContentPartPr>
            <p14:xfrm>
              <a:off x="4286029" y="2888946"/>
              <a:ext cx="68965" cy="83041"/>
            </p14:xfrm>
          </p:contentPart>
        </mc:Choice>
        <mc:Fallback xmlns="">
          <p:pic>
            <p:nvPicPr>
              <p:cNvPr id="72" name="墨迹 71"/>
            </p:nvPicPr>
            <p:blipFill>
              <a:blip r:embed="rId143"/>
            </p:blipFill>
            <p:spPr>
              <a:xfrm>
                <a:off x="4286029" y="2888946"/>
                <a:ext cx="68965" cy="83041"/>
              </a:xfrm>
              <a:prstGeom prst="rect"/>
            </p:spPr>
          </p:pic>
        </mc:Fallback>
      </mc:AlternateContent>
      <mc:AlternateContent xmlns:mc="http://schemas.openxmlformats.org/markup-compatibility/2006" xmlns:p14="http://schemas.microsoft.com/office/powerpoint/2010/main">
        <mc:Choice Requires="p14">
          <p:contentPart r:id="rId144" p14:bwMode="auto">
            <p14:nvContentPartPr>
              <p14:cNvPr id="73" name="墨迹 72"/>
              <p14:cNvContentPartPr/>
              <p14:nvPr/>
            </p14:nvContentPartPr>
            <p14:xfrm>
              <a:off x="4351594" y="2873129"/>
              <a:ext cx="2252" cy="7908"/>
            </p14:xfrm>
          </p:contentPart>
        </mc:Choice>
        <mc:Fallback xmlns="">
          <p:pic>
            <p:nvPicPr>
              <p:cNvPr id="73" name="墨迹 72"/>
            </p:nvPicPr>
            <p:blipFill>
              <a:blip r:embed="rId145"/>
            </p:blipFill>
            <p:spPr>
              <a:xfrm>
                <a:off x="4351594" y="2873129"/>
                <a:ext cx="2252" cy="7908"/>
              </a:xfrm>
              <a:prstGeom prst="rect"/>
            </p:spPr>
          </p:pic>
        </mc:Fallback>
      </mc:AlternateContent>
      <mc:AlternateContent xmlns:mc="http://schemas.openxmlformats.org/markup-compatibility/2006" xmlns:p14="http://schemas.microsoft.com/office/powerpoint/2010/main">
        <mc:Choice Requires="p14">
          <p:contentPart r:id="rId146" p14:bwMode="auto">
            <p14:nvContentPartPr>
              <p14:cNvPr id="74" name="墨迹 73"/>
              <p14:cNvContentPartPr/>
              <p14:nvPr/>
            </p14:nvContentPartPr>
            <p14:xfrm>
              <a:off x="4286029" y="2977072"/>
              <a:ext cx="38456" cy="29375"/>
            </p14:xfrm>
          </p:contentPart>
        </mc:Choice>
        <mc:Fallback xmlns="">
          <p:pic>
            <p:nvPicPr>
              <p:cNvPr id="74" name="墨迹 73"/>
            </p:nvPicPr>
            <p:blipFill>
              <a:blip r:embed="rId147"/>
            </p:blipFill>
            <p:spPr>
              <a:xfrm>
                <a:off x="4286029" y="2977072"/>
                <a:ext cx="38456" cy="29375"/>
              </a:xfrm>
              <a:prstGeom prst="rect"/>
            </p:spPr>
          </p:pic>
        </mc:Fallback>
      </mc:AlternateContent>
      <mc:AlternateContent xmlns:mc="http://schemas.openxmlformats.org/markup-compatibility/2006" xmlns:p14="http://schemas.microsoft.com/office/powerpoint/2010/main">
        <mc:Choice Requires="p14">
          <p:contentPart r:id="rId148" p14:bwMode="auto">
            <p14:nvContentPartPr>
              <p14:cNvPr id="75" name="墨迹 74"/>
              <p14:cNvContentPartPr/>
              <p14:nvPr/>
            </p14:nvContentPartPr>
            <p14:xfrm>
              <a:off x="4351594" y="2943177"/>
              <a:ext cx="33909" cy="35590"/>
            </p14:xfrm>
          </p:contentPart>
        </mc:Choice>
        <mc:Fallback xmlns="">
          <p:pic>
            <p:nvPicPr>
              <p:cNvPr id="75" name="墨迹 74"/>
            </p:nvPicPr>
            <p:blipFill>
              <a:blip r:embed="rId149"/>
            </p:blipFill>
            <p:spPr>
              <a:xfrm>
                <a:off x="4351594" y="2943177"/>
                <a:ext cx="33909" cy="35590"/>
              </a:xfrm>
              <a:prstGeom prst="rect"/>
            </p:spPr>
          </p:pic>
        </mc:Fallback>
      </mc:AlternateContent>
      <mc:AlternateContent xmlns:mc="http://schemas.openxmlformats.org/markup-compatibility/2006" xmlns:p14="http://schemas.microsoft.com/office/powerpoint/2010/main">
        <mc:Choice Requires="p14">
          <p:contentPart r:id="rId150" p14:bwMode="auto">
            <p14:nvContentPartPr>
              <p14:cNvPr id="76" name="墨迹 75"/>
              <p14:cNvContentPartPr/>
              <p14:nvPr/>
            </p14:nvContentPartPr>
            <p14:xfrm>
              <a:off x="4498531" y="5679599"/>
              <a:ext cx="155988" cy="173992"/>
            </p14:xfrm>
          </p:contentPart>
        </mc:Choice>
        <mc:Fallback xmlns="">
          <p:pic>
            <p:nvPicPr>
              <p:cNvPr id="76" name="墨迹 75"/>
            </p:nvPicPr>
            <p:blipFill>
              <a:blip r:embed="rId151"/>
            </p:blipFill>
            <p:spPr>
              <a:xfrm>
                <a:off x="4498531" y="5679599"/>
                <a:ext cx="155988" cy="173992"/>
              </a:xfrm>
              <a:prstGeom prst="rect"/>
            </p:spPr>
          </p:pic>
        </mc:Fallback>
      </mc:AlternateContent>
      <mc:AlternateContent xmlns:mc="http://schemas.openxmlformats.org/markup-compatibility/2006" xmlns:p14="http://schemas.microsoft.com/office/powerpoint/2010/main">
        <mc:Choice Requires="p14">
          <p:contentPart r:id="rId152" p14:bwMode="auto">
            <p14:nvContentPartPr>
              <p14:cNvPr id="77" name="墨迹 76"/>
              <p14:cNvContentPartPr/>
              <p14:nvPr/>
            </p14:nvContentPartPr>
            <p14:xfrm>
              <a:off x="4560343" y="5833254"/>
              <a:ext cx="59120" cy="36154"/>
            </p14:xfrm>
          </p:contentPart>
        </mc:Choice>
        <mc:Fallback xmlns="">
          <p:pic>
            <p:nvPicPr>
              <p:cNvPr id="77" name="墨迹 76"/>
            </p:nvPicPr>
            <p:blipFill>
              <a:blip r:embed="rId153"/>
            </p:blipFill>
            <p:spPr>
              <a:xfrm>
                <a:off x="4560343" y="5833254"/>
                <a:ext cx="59120" cy="36154"/>
              </a:xfrm>
              <a:prstGeom prst="rect"/>
            </p:spPr>
          </p:pic>
        </mc:Fallback>
      </mc:AlternateContent>
      <mc:AlternateContent xmlns:mc="http://schemas.openxmlformats.org/markup-compatibility/2006" xmlns:p14="http://schemas.microsoft.com/office/powerpoint/2010/main">
        <mc:Choice Requires="p14">
          <p:contentPart r:id="rId154" p14:bwMode="auto">
            <p14:nvContentPartPr>
              <p14:cNvPr id="78" name="墨迹 77"/>
              <p14:cNvContentPartPr/>
              <p14:nvPr/>
            </p14:nvContentPartPr>
            <p14:xfrm>
              <a:off x="4654519" y="5756144"/>
              <a:ext cx="20354" cy="126822"/>
            </p14:xfrm>
          </p:contentPart>
        </mc:Choice>
        <mc:Fallback xmlns="">
          <p:pic>
            <p:nvPicPr>
              <p:cNvPr id="78" name="墨迹 77"/>
            </p:nvPicPr>
            <p:blipFill>
              <a:blip r:embed="rId155"/>
            </p:blipFill>
            <p:spPr>
              <a:xfrm>
                <a:off x="4654519" y="5756144"/>
                <a:ext cx="20354" cy="126822"/>
              </a:xfrm>
              <a:prstGeom prst="rect"/>
            </p:spPr>
          </p:pic>
        </mc:Fallback>
      </mc:AlternateContent>
      <mc:AlternateContent xmlns:mc="http://schemas.openxmlformats.org/markup-compatibility/2006" xmlns:p14="http://schemas.microsoft.com/office/powerpoint/2010/main">
        <mc:Choice Requires="p14">
          <p:contentPart r:id="rId156" p14:bwMode="auto">
            <p14:nvContentPartPr>
              <p14:cNvPr id="79" name="墨迹 78"/>
              <p14:cNvContentPartPr/>
              <p14:nvPr/>
            </p14:nvContentPartPr>
            <p14:xfrm>
              <a:off x="4763000" y="5788626"/>
              <a:ext cx="7947" cy="17513"/>
            </p14:xfrm>
          </p:contentPart>
        </mc:Choice>
        <mc:Fallback xmlns="">
          <p:pic>
            <p:nvPicPr>
              <p:cNvPr id="79" name="墨迹 78"/>
            </p:nvPicPr>
            <p:blipFill>
              <a:blip r:embed="rId157"/>
            </p:blipFill>
            <p:spPr>
              <a:xfrm>
                <a:off x="4763000" y="5788626"/>
                <a:ext cx="7947" cy="17513"/>
              </a:xfrm>
              <a:prstGeom prst="rect"/>
            </p:spPr>
          </p:pic>
        </mc:Fallback>
      </mc:AlternateContent>
      <mc:AlternateContent xmlns:mc="http://schemas.openxmlformats.org/markup-compatibility/2006" xmlns:p14="http://schemas.microsoft.com/office/powerpoint/2010/main">
        <mc:Choice Requires="p14">
          <p:contentPart r:id="rId158" p14:bwMode="auto">
            <p14:nvContentPartPr>
              <p14:cNvPr id="80" name="墨迹 79"/>
              <p14:cNvContentPartPr/>
              <p14:nvPr/>
            </p14:nvContentPartPr>
            <p14:xfrm>
              <a:off x="4769799" y="5846812"/>
              <a:ext cx="6799" cy="13558"/>
            </p14:xfrm>
          </p:contentPart>
        </mc:Choice>
        <mc:Fallback xmlns="">
          <p:pic>
            <p:nvPicPr>
              <p:cNvPr id="80" name="墨迹 79"/>
            </p:nvPicPr>
            <p:blipFill>
              <a:blip r:embed="rId159"/>
            </p:blipFill>
            <p:spPr>
              <a:xfrm>
                <a:off x="4769799" y="5846812"/>
                <a:ext cx="6799" cy="13558"/>
              </a:xfrm>
              <a:prstGeom prst="rect"/>
            </p:spPr>
          </p:pic>
        </mc:Fallback>
      </mc:AlternateContent>
      <mc:AlternateContent xmlns:mc="http://schemas.openxmlformats.org/markup-compatibility/2006" xmlns:p14="http://schemas.microsoft.com/office/powerpoint/2010/main">
        <mc:Choice Requires="p14">
          <p:contentPart r:id="rId160" p14:bwMode="auto">
            <p14:nvContentPartPr>
              <p14:cNvPr id="81" name="墨迹 80"/>
              <p14:cNvContentPartPr/>
              <p14:nvPr/>
            </p14:nvContentPartPr>
            <p14:xfrm>
              <a:off x="4772846" y="5902173"/>
              <a:ext cx="11656" cy="29657"/>
            </p14:xfrm>
          </p:contentPart>
        </mc:Choice>
        <mc:Fallback xmlns="">
          <p:pic>
            <p:nvPicPr>
              <p:cNvPr id="81" name="墨迹 80"/>
            </p:nvPicPr>
            <p:blipFill>
              <a:blip r:embed="rId161"/>
            </p:blipFill>
            <p:spPr>
              <a:xfrm>
                <a:off x="4772846" y="5902173"/>
                <a:ext cx="11656" cy="29657"/>
              </a:xfrm>
              <a:prstGeom prst="rect"/>
            </p:spPr>
          </p:pic>
        </mc:Fallback>
      </mc:AlternateContent>
      <mc:AlternateContent xmlns:mc="http://schemas.openxmlformats.org/markup-compatibility/2006" xmlns:p14="http://schemas.microsoft.com/office/powerpoint/2010/main">
        <mc:Choice Requires="p14">
          <p:contentPart r:id="rId162" p14:bwMode="auto">
            <p14:nvContentPartPr>
              <p14:cNvPr id="82" name="墨迹 81"/>
              <p14:cNvContentPartPr/>
              <p14:nvPr/>
            </p14:nvContentPartPr>
            <p14:xfrm>
              <a:off x="4821810" y="5788061"/>
              <a:ext cx="70069" cy="81347"/>
            </p14:xfrm>
          </p:contentPart>
        </mc:Choice>
        <mc:Fallback xmlns="">
          <p:pic>
            <p:nvPicPr>
              <p:cNvPr id="82" name="墨迹 81"/>
            </p:nvPicPr>
            <p:blipFill>
              <a:blip r:embed="rId163"/>
            </p:blipFill>
            <p:spPr>
              <a:xfrm>
                <a:off x="4821810" y="5788061"/>
                <a:ext cx="70069" cy="81347"/>
              </a:xfrm>
              <a:prstGeom prst="rect"/>
            </p:spPr>
          </p:pic>
        </mc:Fallback>
      </mc:AlternateContent>
      <mc:AlternateContent xmlns:mc="http://schemas.openxmlformats.org/markup-compatibility/2006" xmlns:p14="http://schemas.microsoft.com/office/powerpoint/2010/main">
        <mc:Choice Requires="p14">
          <p:contentPart r:id="rId164" p14:bwMode="auto">
            <p14:nvContentPartPr>
              <p14:cNvPr id="83" name="墨迹 82"/>
              <p14:cNvContentPartPr/>
              <p14:nvPr/>
            </p14:nvContentPartPr>
            <p14:xfrm>
              <a:off x="4916736" y="5675220"/>
              <a:ext cx="13555" cy="405464"/>
            </p14:xfrm>
          </p:contentPart>
        </mc:Choice>
        <mc:Fallback xmlns="">
          <p:pic>
            <p:nvPicPr>
              <p:cNvPr id="83" name="墨迹 82"/>
            </p:nvPicPr>
            <p:blipFill>
              <a:blip r:embed="rId165"/>
            </p:blipFill>
            <p:spPr>
              <a:xfrm>
                <a:off x="4916736" y="5675220"/>
                <a:ext cx="13555" cy="405464"/>
              </a:xfrm>
              <a:prstGeom prst="rect"/>
            </p:spPr>
          </p:pic>
        </mc:Fallback>
      </mc:AlternateContent>
      <mc:AlternateContent xmlns:mc="http://schemas.openxmlformats.org/markup-compatibility/2006" xmlns:p14="http://schemas.microsoft.com/office/powerpoint/2010/main">
        <mc:Choice Requires="p14">
          <p:contentPart r:id="rId166" p14:bwMode="auto">
            <p14:nvContentPartPr>
              <p14:cNvPr id="84" name="墨迹 83"/>
              <p14:cNvContentPartPr/>
              <p14:nvPr/>
            </p14:nvContentPartPr>
            <p14:xfrm>
              <a:off x="5044158" y="5706714"/>
              <a:ext cx="123492" cy="47452"/>
            </p14:xfrm>
          </p:contentPart>
        </mc:Choice>
        <mc:Fallback xmlns="">
          <p:pic>
            <p:nvPicPr>
              <p:cNvPr id="84" name="墨迹 83"/>
            </p:nvPicPr>
            <p:blipFill>
              <a:blip r:embed="rId167"/>
            </p:blipFill>
            <p:spPr>
              <a:xfrm>
                <a:off x="5044158" y="5706714"/>
                <a:ext cx="123492" cy="47452"/>
              </a:xfrm>
              <a:prstGeom prst="rect"/>
            </p:spPr>
          </p:pic>
        </mc:Fallback>
      </mc:AlternateContent>
      <mc:AlternateContent xmlns:mc="http://schemas.openxmlformats.org/markup-compatibility/2006" xmlns:p14="http://schemas.microsoft.com/office/powerpoint/2010/main">
        <mc:Choice Requires="p14">
          <p:contentPart r:id="rId168" p14:bwMode="auto">
            <p14:nvContentPartPr>
              <p14:cNvPr id="85" name="墨迹 84"/>
              <p14:cNvContentPartPr/>
              <p14:nvPr/>
            </p14:nvContentPartPr>
            <p14:xfrm>
              <a:off x="5081776" y="5785801"/>
              <a:ext cx="65521" cy="51407"/>
            </p14:xfrm>
          </p:contentPart>
        </mc:Choice>
        <mc:Fallback xmlns="">
          <p:pic>
            <p:nvPicPr>
              <p:cNvPr id="85" name="墨迹 84"/>
            </p:nvPicPr>
            <p:blipFill>
              <a:blip r:embed="rId169"/>
            </p:blipFill>
            <p:spPr>
              <a:xfrm>
                <a:off x="5081776" y="5785801"/>
                <a:ext cx="65521" cy="51407"/>
              </a:xfrm>
              <a:prstGeom prst="rect"/>
            </p:spPr>
          </p:pic>
        </mc:Fallback>
      </mc:AlternateContent>
      <mc:AlternateContent xmlns:mc="http://schemas.openxmlformats.org/markup-compatibility/2006" xmlns:p14="http://schemas.microsoft.com/office/powerpoint/2010/main">
        <mc:Choice Requires="p14">
          <p:contentPart r:id="rId170" p14:bwMode="auto">
            <p14:nvContentPartPr>
              <p14:cNvPr id="86" name="墨迹 85"/>
              <p14:cNvContentPartPr/>
              <p14:nvPr/>
            </p14:nvContentPartPr>
            <p14:xfrm>
              <a:off x="5102085" y="5657779"/>
              <a:ext cx="38457" cy="304275"/>
            </p14:xfrm>
          </p:contentPart>
        </mc:Choice>
        <mc:Fallback xmlns="">
          <p:pic>
            <p:nvPicPr>
              <p:cNvPr id="86" name="墨迹 85"/>
            </p:nvPicPr>
            <p:blipFill>
              <a:blip r:embed="rId171"/>
            </p:blipFill>
            <p:spPr>
              <a:xfrm>
                <a:off x="5102085" y="5657779"/>
                <a:ext cx="38457" cy="304275"/>
              </a:xfrm>
              <a:prstGeom prst="rect"/>
            </p:spPr>
          </p:pic>
        </mc:Fallback>
      </mc:AlternateContent>
      <mc:AlternateContent xmlns:mc="http://schemas.openxmlformats.org/markup-compatibility/2006" xmlns:p14="http://schemas.microsoft.com/office/powerpoint/2010/main">
        <mc:Choice Requires="p14">
          <p:contentPart r:id="rId172" p14:bwMode="auto">
            <p14:nvContentPartPr>
              <p14:cNvPr id="87" name="墨迹 86"/>
              <p14:cNvContentPartPr/>
              <p14:nvPr/>
            </p14:nvContentPartPr>
            <p14:xfrm>
              <a:off x="5091356" y="5864889"/>
              <a:ext cx="13025" cy="36154"/>
            </p14:xfrm>
          </p:contentPart>
        </mc:Choice>
        <mc:Fallback xmlns="">
          <p:pic>
            <p:nvPicPr>
              <p:cNvPr id="87" name="墨迹 86"/>
            </p:nvPicPr>
            <p:blipFill>
              <a:blip r:embed="rId173"/>
            </p:blipFill>
            <p:spPr>
              <a:xfrm>
                <a:off x="5091356" y="5864889"/>
                <a:ext cx="13025" cy="36154"/>
              </a:xfrm>
              <a:prstGeom prst="rect"/>
            </p:spPr>
          </p:pic>
        </mc:Fallback>
      </mc:AlternateContent>
      <mc:AlternateContent xmlns:mc="http://schemas.openxmlformats.org/markup-compatibility/2006" xmlns:p14="http://schemas.microsoft.com/office/powerpoint/2010/main">
        <mc:Choice Requires="p14">
          <p:contentPart r:id="rId174" p14:bwMode="auto">
            <p14:nvContentPartPr>
              <p14:cNvPr id="88" name="墨迹 87"/>
              <p14:cNvContentPartPr/>
              <p14:nvPr/>
            </p14:nvContentPartPr>
            <p14:xfrm>
              <a:off x="5172198" y="5860370"/>
              <a:ext cx="9007" cy="26550"/>
            </p14:xfrm>
          </p:contentPart>
        </mc:Choice>
        <mc:Fallback xmlns="">
          <p:pic>
            <p:nvPicPr>
              <p:cNvPr id="88" name="墨迹 87"/>
            </p:nvPicPr>
            <p:blipFill>
              <a:blip r:embed="rId175"/>
            </p:blipFill>
            <p:spPr>
              <a:xfrm>
                <a:off x="5172198" y="5860370"/>
                <a:ext cx="9007" cy="26550"/>
              </a:xfrm>
              <a:prstGeom prst="rect"/>
            </p:spPr>
          </p:pic>
        </mc:Fallback>
      </mc:AlternateContent>
      <mc:AlternateContent xmlns:mc="http://schemas.openxmlformats.org/markup-compatibility/2006" xmlns:p14="http://schemas.microsoft.com/office/powerpoint/2010/main">
        <mc:Choice Requires="p14">
          <p:contentPart r:id="rId176" p14:bwMode="auto">
            <p14:nvContentPartPr>
              <p14:cNvPr id="89" name="墨迹 88"/>
              <p14:cNvContentPartPr/>
              <p14:nvPr/>
            </p14:nvContentPartPr>
            <p14:xfrm>
              <a:off x="5018462" y="5718013"/>
              <a:ext cx="7903" cy="42933"/>
            </p14:xfrm>
          </p:contentPart>
        </mc:Choice>
        <mc:Fallback xmlns="">
          <p:pic>
            <p:nvPicPr>
              <p:cNvPr id="89" name="墨迹 88"/>
            </p:nvPicPr>
            <p:blipFill>
              <a:blip r:embed="rId177"/>
            </p:blipFill>
            <p:spPr>
              <a:xfrm>
                <a:off x="5018462" y="5718013"/>
                <a:ext cx="7903" cy="42933"/>
              </a:xfrm>
              <a:prstGeom prst="rect"/>
            </p:spPr>
          </p:pic>
        </mc:Fallback>
      </mc:AlternateContent>
      <mc:AlternateContent xmlns:mc="http://schemas.openxmlformats.org/markup-compatibility/2006" xmlns:p14="http://schemas.microsoft.com/office/powerpoint/2010/main">
        <mc:Choice Requires="p14">
          <p:contentPart r:id="rId178" p14:bwMode="auto">
            <p14:nvContentPartPr>
              <p14:cNvPr id="90" name="墨迹 89"/>
              <p14:cNvContentPartPr/>
              <p14:nvPr/>
            </p14:nvContentPartPr>
            <p14:xfrm>
              <a:off x="4993604" y="5815177"/>
              <a:ext cx="351492" cy="224833"/>
            </p14:xfrm>
          </p:contentPart>
        </mc:Choice>
        <mc:Fallback xmlns="">
          <p:pic>
            <p:nvPicPr>
              <p:cNvPr id="90" name="墨迹 89"/>
            </p:nvPicPr>
            <p:blipFill>
              <a:blip r:embed="rId179"/>
            </p:blipFill>
            <p:spPr>
              <a:xfrm>
                <a:off x="4993604" y="5815177"/>
                <a:ext cx="351492" cy="224833"/>
              </a:xfrm>
              <a:prstGeom prst="rect"/>
            </p:spPr>
          </p:pic>
        </mc:Fallback>
      </mc:AlternateContent>
      <mc:AlternateContent xmlns:mc="http://schemas.openxmlformats.org/markup-compatibility/2006" xmlns:p14="http://schemas.microsoft.com/office/powerpoint/2010/main">
        <mc:Choice Requires="p14">
          <p:contentPart r:id="rId180" p14:bwMode="auto">
            <p14:nvContentPartPr>
              <p14:cNvPr id="91" name="墨迹 90"/>
              <p14:cNvContentPartPr/>
              <p14:nvPr/>
            </p14:nvContentPartPr>
            <p14:xfrm>
              <a:off x="3297604" y="2044971"/>
              <a:ext cx="93248" cy="36720"/>
            </p14:xfrm>
          </p:contentPart>
        </mc:Choice>
        <mc:Fallback xmlns="">
          <p:pic>
            <p:nvPicPr>
              <p:cNvPr id="91" name="墨迹 90"/>
            </p:nvPicPr>
            <p:blipFill>
              <a:blip r:embed="rId181"/>
            </p:blipFill>
            <p:spPr>
              <a:xfrm>
                <a:off x="3297604" y="2044971"/>
                <a:ext cx="93248" cy="36720"/>
              </a:xfrm>
              <a:prstGeom prst="rect"/>
            </p:spPr>
          </p:pic>
        </mc:Fallback>
      </mc:AlternateContent>
      <mc:AlternateContent xmlns:mc="http://schemas.openxmlformats.org/markup-compatibility/2006" xmlns:p14="http://schemas.microsoft.com/office/powerpoint/2010/main">
        <mc:Choice Requires="p14">
          <p:contentPart r:id="rId182" p14:bwMode="auto">
            <p14:nvContentPartPr>
              <p14:cNvPr id="92" name="墨迹 91"/>
              <p14:cNvContentPartPr/>
              <p14:nvPr/>
            </p14:nvContentPartPr>
            <p14:xfrm>
              <a:off x="3532138" y="2474303"/>
              <a:ext cx="178020" cy="220314"/>
            </p14:xfrm>
          </p:contentPart>
        </mc:Choice>
        <mc:Fallback xmlns="">
          <p:pic>
            <p:nvPicPr>
              <p:cNvPr id="92" name="墨迹 91"/>
            </p:nvPicPr>
            <p:blipFill>
              <a:blip r:embed="rId183"/>
            </p:blipFill>
            <p:spPr>
              <a:xfrm>
                <a:off x="3532138" y="2474303"/>
                <a:ext cx="178020" cy="220314"/>
              </a:xfrm>
              <a:prstGeom prst="rect"/>
            </p:spPr>
          </p:pic>
        </mc:Fallback>
      </mc:AlternateContent>
      <mc:AlternateContent xmlns:mc="http://schemas.openxmlformats.org/markup-compatibility/2006" xmlns:p14="http://schemas.microsoft.com/office/powerpoint/2010/main">
        <mc:Choice Requires="p14">
          <p:contentPart r:id="rId184" p14:bwMode="auto">
            <p14:nvContentPartPr>
              <p14:cNvPr id="93" name="墨迹 92"/>
              <p14:cNvContentPartPr/>
              <p14:nvPr/>
            </p14:nvContentPartPr>
            <p14:xfrm>
              <a:off x="3718635" y="2323895"/>
              <a:ext cx="141285" cy="398261"/>
            </p14:xfrm>
          </p:contentPart>
        </mc:Choice>
        <mc:Fallback xmlns="">
          <p:pic>
            <p:nvPicPr>
              <p:cNvPr id="93" name="墨迹 92"/>
            </p:nvPicPr>
            <p:blipFill>
              <a:blip r:embed="rId185"/>
            </p:blipFill>
            <p:spPr>
              <a:xfrm>
                <a:off x="3718635" y="2323895"/>
                <a:ext cx="141285" cy="398261"/>
              </a:xfrm>
              <a:prstGeom prst="rect"/>
            </p:spPr>
          </p:pic>
        </mc:Fallback>
      </mc:AlternateContent>
      <mc:AlternateContent xmlns:mc="http://schemas.openxmlformats.org/markup-compatibility/2006" xmlns:p14="http://schemas.microsoft.com/office/powerpoint/2010/main">
        <mc:Choice Requires="p14">
          <p:contentPart r:id="rId186" p14:bwMode="auto">
            <p14:nvContentPartPr>
              <p14:cNvPr id="94" name="墨迹 93"/>
              <p14:cNvContentPartPr/>
              <p14:nvPr/>
            </p14:nvContentPartPr>
            <p14:xfrm>
              <a:off x="3897714" y="2485601"/>
              <a:ext cx="123272" cy="154644"/>
            </p14:xfrm>
          </p:contentPart>
        </mc:Choice>
        <mc:Fallback xmlns="">
          <p:pic>
            <p:nvPicPr>
              <p:cNvPr id="94" name="墨迹 93"/>
            </p:nvPicPr>
            <p:blipFill>
              <a:blip r:embed="rId187"/>
            </p:blipFill>
            <p:spPr>
              <a:xfrm>
                <a:off x="3897714" y="2485601"/>
                <a:ext cx="123272" cy="154644"/>
              </a:xfrm>
              <a:prstGeom prst="rect"/>
            </p:spPr>
          </p:pic>
        </mc:Fallback>
      </mc:AlternateContent>
      <mc:AlternateContent xmlns:mc="http://schemas.openxmlformats.org/markup-compatibility/2006" xmlns:p14="http://schemas.microsoft.com/office/powerpoint/2010/main">
        <mc:Choice Requires="p14">
          <p:contentPart r:id="rId188" p14:bwMode="auto">
            <p14:nvContentPartPr>
              <p14:cNvPr id="95" name="墨迹 94"/>
              <p14:cNvContentPartPr/>
              <p14:nvPr/>
            </p14:nvContentPartPr>
            <p14:xfrm>
              <a:off x="3464321" y="5965443"/>
              <a:ext cx="178020" cy="209016"/>
            </p14:xfrm>
          </p:contentPart>
        </mc:Choice>
        <mc:Fallback xmlns="">
          <p:pic>
            <p:nvPicPr>
              <p:cNvPr id="95" name="墨迹 94"/>
            </p:nvPicPr>
            <p:blipFill>
              <a:blip r:embed="rId189"/>
            </p:blipFill>
            <p:spPr>
              <a:xfrm>
                <a:off x="3464321" y="5965443"/>
                <a:ext cx="178020" cy="209016"/>
              </a:xfrm>
              <a:prstGeom prst="rect"/>
            </p:spPr>
          </p:pic>
        </mc:Fallback>
      </mc:AlternateContent>
      <mc:AlternateContent xmlns:mc="http://schemas.openxmlformats.org/markup-compatibility/2006" xmlns:p14="http://schemas.microsoft.com/office/powerpoint/2010/main">
        <mc:Choice Requires="p14">
          <p:contentPart r:id="rId190" p14:bwMode="auto">
            <p14:nvContentPartPr>
              <p14:cNvPr id="96" name="墨迹 95"/>
              <p14:cNvContentPartPr/>
              <p14:nvPr/>
            </p14:nvContentPartPr>
            <p14:xfrm>
              <a:off x="3679075" y="5803561"/>
              <a:ext cx="124331" cy="361719"/>
            </p14:xfrm>
          </p:contentPart>
        </mc:Choice>
        <mc:Fallback xmlns="">
          <p:pic>
            <p:nvPicPr>
              <p:cNvPr id="96" name="墨迹 95"/>
            </p:nvPicPr>
            <p:blipFill>
              <a:blip r:embed="rId191"/>
            </p:blipFill>
            <p:spPr>
              <a:xfrm>
                <a:off x="3679075" y="5803561"/>
                <a:ext cx="124331" cy="361719"/>
              </a:xfrm>
              <a:prstGeom prst="rect"/>
            </p:spPr>
          </p:pic>
        </mc:Fallback>
      </mc:AlternateContent>
      <mc:AlternateContent xmlns:mc="http://schemas.openxmlformats.org/markup-compatibility/2006" xmlns:p14="http://schemas.microsoft.com/office/powerpoint/2010/main">
        <mc:Choice Requires="p14">
          <p:contentPart r:id="rId192" p14:bwMode="auto">
            <p14:nvContentPartPr>
              <p14:cNvPr id="97" name="墨迹 96"/>
              <p14:cNvContentPartPr/>
              <p14:nvPr/>
            </p14:nvContentPartPr>
            <p14:xfrm>
              <a:off x="3876875" y="5978153"/>
              <a:ext cx="5651" cy="26833"/>
            </p14:xfrm>
          </p:contentPart>
        </mc:Choice>
        <mc:Fallback xmlns="">
          <p:pic>
            <p:nvPicPr>
              <p:cNvPr id="97" name="墨迹 96"/>
            </p:nvPicPr>
            <p:blipFill>
              <a:blip r:embed="rId193"/>
            </p:blipFill>
            <p:spPr>
              <a:xfrm>
                <a:off x="3876875" y="5978153"/>
                <a:ext cx="5651" cy="26833"/>
              </a:xfrm>
              <a:prstGeom prst="rect"/>
            </p:spPr>
          </p:pic>
        </mc:Fallback>
      </mc:AlternateContent>
      <mc:AlternateContent xmlns:mc="http://schemas.openxmlformats.org/markup-compatibility/2006" xmlns:p14="http://schemas.microsoft.com/office/powerpoint/2010/main">
        <mc:Choice Requires="p14">
          <p:contentPart r:id="rId194" p14:bwMode="auto">
            <p14:nvContentPartPr>
              <p14:cNvPr id="98" name="墨迹 97"/>
              <p14:cNvContentPartPr/>
              <p14:nvPr/>
            </p14:nvContentPartPr>
            <p14:xfrm>
              <a:off x="3871223" y="5931548"/>
              <a:ext cx="135635" cy="237262"/>
            </p14:xfrm>
          </p:contentPart>
        </mc:Choice>
        <mc:Fallback xmlns="">
          <p:pic>
            <p:nvPicPr>
              <p:cNvPr id="98" name="墨迹 97"/>
            </p:nvPicPr>
            <p:blipFill>
              <a:blip r:embed="rId195"/>
            </p:blipFill>
            <p:spPr>
              <a:xfrm>
                <a:off x="3871223" y="5931548"/>
                <a:ext cx="135635" cy="237262"/>
              </a:xfrm>
              <a:prstGeom prst="rect"/>
            </p:spPr>
          </p:pic>
        </mc:Fallback>
      </mc:AlternateContent>
      <mc:AlternateContent xmlns:mc="http://schemas.openxmlformats.org/markup-compatibility/2006" xmlns:p14="http://schemas.microsoft.com/office/powerpoint/2010/main">
        <mc:Choice Requires="p14">
          <p:contentPart r:id="rId196" p14:bwMode="auto">
            <p14:nvContentPartPr>
              <p14:cNvPr id="99" name="墨迹 98"/>
              <p14:cNvContentPartPr/>
              <p14:nvPr/>
            </p14:nvContentPartPr>
            <p14:xfrm>
              <a:off x="3939040" y="5920250"/>
              <a:ext cx="62166" cy="39543"/>
            </p14:xfrm>
          </p:contentPart>
        </mc:Choice>
        <mc:Fallback xmlns="">
          <p:pic>
            <p:nvPicPr>
              <p:cNvPr id="99" name="墨迹 98"/>
            </p:nvPicPr>
            <p:blipFill>
              <a:blip r:embed="rId197"/>
            </p:blipFill>
            <p:spPr>
              <a:xfrm>
                <a:off x="3939040" y="5920250"/>
                <a:ext cx="62166" cy="39543"/>
              </a:xfrm>
              <a:prstGeom prst="rect"/>
            </p:spPr>
          </p:pic>
        </mc:Fallback>
      </mc:AlternateContent>
      <mc:AlternateContent xmlns:mc="http://schemas.openxmlformats.org/markup-compatibility/2006" xmlns:p14="http://schemas.microsoft.com/office/powerpoint/2010/main">
        <mc:Choice Requires="p14">
          <p:contentPart r:id="rId198" p14:bwMode="auto">
            <p14:nvContentPartPr>
              <p14:cNvPr id="100" name="墨迹 99"/>
              <p14:cNvContentPartPr/>
              <p14:nvPr/>
            </p14:nvContentPartPr>
            <p14:xfrm>
              <a:off x="6477146" y="3083491"/>
              <a:ext cx="163186" cy="189853"/>
            </p14:xfrm>
          </p:contentPart>
        </mc:Choice>
        <mc:Fallback xmlns="">
          <p:pic>
            <p:nvPicPr>
              <p:cNvPr id="100" name="墨迹 99"/>
            </p:nvPicPr>
            <p:blipFill>
              <a:blip r:embed="rId199"/>
            </p:blipFill>
            <p:spPr>
              <a:xfrm>
                <a:off x="6477146" y="3083491"/>
                <a:ext cx="163186" cy="189853"/>
              </a:xfrm>
              <a:prstGeom prst="rect"/>
            </p:spPr>
          </p:pic>
        </mc:Fallback>
      </mc:AlternateContent>
      <mc:AlternateContent xmlns:mc="http://schemas.openxmlformats.org/markup-compatibility/2006" xmlns:p14="http://schemas.microsoft.com/office/powerpoint/2010/main">
        <mc:Choice Requires="p14">
          <p:contentPart r:id="rId200" p14:bwMode="auto">
            <p14:nvContentPartPr>
              <p14:cNvPr id="101" name="墨迹 100"/>
              <p14:cNvContentPartPr/>
              <p14:nvPr/>
            </p14:nvContentPartPr>
            <p14:xfrm>
              <a:off x="6681701" y="2902765"/>
              <a:ext cx="112013" cy="324333"/>
            </p14:xfrm>
          </p:contentPart>
        </mc:Choice>
        <mc:Fallback xmlns="">
          <p:pic>
            <p:nvPicPr>
              <p:cNvPr id="101" name="墨迹 100"/>
            </p:nvPicPr>
            <p:blipFill>
              <a:blip r:embed="rId201"/>
            </p:blipFill>
            <p:spPr>
              <a:xfrm>
                <a:off x="6681701" y="2902765"/>
                <a:ext cx="112013" cy="324333"/>
              </a:xfrm>
              <a:prstGeom prst="rect"/>
            </p:spPr>
          </p:pic>
        </mc:Fallback>
      </mc:AlternateContent>
      <mc:AlternateContent xmlns:mc="http://schemas.openxmlformats.org/markup-compatibility/2006" xmlns:p14="http://schemas.microsoft.com/office/powerpoint/2010/main">
        <mc:Choice Requires="p14">
          <p:contentPart r:id="rId202" p14:bwMode="auto">
            <p14:nvContentPartPr>
              <p14:cNvPr id="102" name="墨迹 101"/>
              <p14:cNvContentPartPr/>
              <p14:nvPr/>
            </p14:nvContentPartPr>
            <p14:xfrm>
              <a:off x="6793714" y="3107831"/>
              <a:ext cx="102256" cy="270176"/>
            </p14:xfrm>
          </p:contentPart>
        </mc:Choice>
        <mc:Fallback xmlns="">
          <p:pic>
            <p:nvPicPr>
              <p:cNvPr id="102" name="墨迹 101"/>
            </p:nvPicPr>
            <p:blipFill>
              <a:blip r:embed="rId203"/>
            </p:blipFill>
            <p:spPr>
              <a:xfrm>
                <a:off x="6793714" y="3107831"/>
                <a:ext cx="102256" cy="270176"/>
              </a:xfrm>
              <a:prstGeom prst="rect"/>
            </p:spPr>
          </p:pic>
        </mc:Fallback>
      </mc:AlternateContent>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2"/>
          <p:cNvSpPr/>
          <p:nvPr>
            <p:ph type="title"/>
          </p:nvPr>
        </p:nvSpPr>
        <p:spPr>
          <a:xfrm>
            <a:off x="539552" y="764704"/>
            <a:ext cx="8494713" cy="579438"/>
          </a:xfrm>
        </p:spPr>
        <p:txBody>
          <a:bodyPr/>
          <a:lstStyle/>
          <a:p>
            <a:pPr eaLnBrk="1" hangingPunct="1"/>
            <a:r>
              <a:rPr lang="zh-CN" altLang="en-US" sz="3200" b="1" dirty="0">
                <a:latin typeface="Times New Roman" panose="02020503050405090304" pitchFamily="18" charset="0"/>
              </a:rPr>
              <a:t>转速反馈控制的直流调速系统的开环传递函数 </a:t>
            </a:r>
            <a:endParaRPr lang="zh-CN" altLang="en-US" sz="3200" b="1" dirty="0">
              <a:latin typeface="Times New Roman" panose="02020503050405090304" pitchFamily="18" charset="0"/>
            </a:endParaRPr>
          </a:p>
        </p:txBody>
      </p:sp>
      <p:sp>
        <p:nvSpPr>
          <p:cNvPr id="55301" name="Rectangle 5"/>
          <p:cNvSpPr/>
          <p:nvPr/>
        </p:nvSpPr>
        <p:spPr bwMode="auto">
          <a:xfrm>
            <a:off x="0" y="3214688"/>
            <a:ext cx="9144000" cy="0"/>
          </a:xfrm>
          <a:prstGeom prst="rect">
            <a:avLst/>
          </a:prstGeom>
          <a:noFill/>
          <a:ln w="9525">
            <a:noFill/>
            <a:miter lim="800000"/>
          </a:ln>
        </p:spPr>
        <p:txBody>
          <a:bodyPr wrap="none" anchor="ctr">
            <a:spAutoFit/>
          </a:bodyPr>
          <a:lstStyle/>
          <a:p>
            <a:endParaRPr lang="zh-CN" altLang="en-US"/>
          </a:p>
        </p:txBody>
      </p:sp>
      <p:graphicFrame>
        <p:nvGraphicFramePr>
          <p:cNvPr id="55298" name="Object 2"/>
          <p:cNvGraphicFramePr>
            <a:graphicFrameLocks noChangeAspect="1"/>
          </p:cNvGraphicFramePr>
          <p:nvPr/>
        </p:nvGraphicFramePr>
        <p:xfrm>
          <a:off x="395288" y="1916113"/>
          <a:ext cx="8388350" cy="1352550"/>
        </p:xfrm>
        <a:graphic>
          <a:graphicData uri="http://schemas.openxmlformats.org/presentationml/2006/ole">
            <mc:AlternateContent xmlns:mc="http://schemas.openxmlformats.org/markup-compatibility/2006">
              <mc:Choice xmlns:v="urn:schemas-microsoft-com:vml" Requires="v">
                <p:oleObj spid="_x0000_s38404" name="公式" r:id="rId1" imgW="2654300" imgH="431800" progId="Equation.3">
                  <p:embed/>
                </p:oleObj>
              </mc:Choice>
              <mc:Fallback>
                <p:oleObj name="公式" r:id="rId1" imgW="2654300" imgH="4318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1916113"/>
                        <a:ext cx="8388350" cy="1352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302" name="Rectangle 6"/>
          <p:cNvSpPr/>
          <p:nvPr/>
        </p:nvSpPr>
        <p:spPr bwMode="auto">
          <a:xfrm>
            <a:off x="6948488" y="3573463"/>
            <a:ext cx="800219" cy="369332"/>
          </a:xfrm>
          <a:prstGeom prst="rect">
            <a:avLst/>
          </a:prstGeom>
          <a:noFill/>
          <a:ln w="9525">
            <a:noFill/>
            <a:miter lim="800000"/>
          </a:ln>
        </p:spPr>
        <p:txBody>
          <a:bodyPr wrap="none" anchor="ctr">
            <a:spAutoFit/>
          </a:bodyPr>
          <a:lstStyle/>
          <a:p>
            <a:pPr algn="l"/>
            <a:r>
              <a:rPr lang="en-US" altLang="zh-CN" dirty="0">
                <a:solidFill>
                  <a:schemeClr val="tx1"/>
                </a:solidFill>
              </a:rPr>
              <a:t>(3-19) </a:t>
            </a:r>
            <a:endParaRPr lang="en-US" altLang="zh-CN" dirty="0">
              <a:solidFill>
                <a:schemeClr val="tx1"/>
              </a:solidFill>
            </a:endParaRPr>
          </a:p>
        </p:txBody>
      </p:sp>
      <p:sp>
        <p:nvSpPr>
          <p:cNvPr id="55303" name="Text Box 7"/>
          <p:cNvSpPr txBox="1"/>
          <p:nvPr/>
        </p:nvSpPr>
        <p:spPr bwMode="auto">
          <a:xfrm>
            <a:off x="684213" y="4652963"/>
            <a:ext cx="1439862" cy="457200"/>
          </a:xfrm>
          <a:prstGeom prst="rect">
            <a:avLst/>
          </a:prstGeom>
          <a:noFill/>
          <a:ln w="9525">
            <a:noFill/>
            <a:miter lim="800000"/>
          </a:ln>
        </p:spPr>
        <p:txBody>
          <a:bodyPr>
            <a:spAutoFit/>
          </a:bodyPr>
          <a:lstStyle/>
          <a:p>
            <a:pPr>
              <a:spcBef>
                <a:spcPct val="50000"/>
              </a:spcBef>
            </a:pPr>
            <a:r>
              <a:rPr lang="zh-CN" altLang="en-US">
                <a:solidFill>
                  <a:schemeClr val="tx1"/>
                </a:solidFill>
              </a:rPr>
              <a:t>式中 </a:t>
            </a:r>
            <a:endParaRPr lang="zh-CN" altLang="en-US">
              <a:solidFill>
                <a:schemeClr val="tx1"/>
              </a:solidFill>
            </a:endParaRPr>
          </a:p>
        </p:txBody>
      </p:sp>
      <p:sp>
        <p:nvSpPr>
          <p:cNvPr id="55304" name="Rectangle 9"/>
          <p:cNvSpPr/>
          <p:nvPr/>
        </p:nvSpPr>
        <p:spPr bwMode="auto">
          <a:xfrm>
            <a:off x="0" y="3305175"/>
            <a:ext cx="9144000" cy="0"/>
          </a:xfrm>
          <a:prstGeom prst="rect">
            <a:avLst/>
          </a:prstGeom>
          <a:noFill/>
          <a:ln w="9525">
            <a:noFill/>
            <a:miter lim="800000"/>
          </a:ln>
        </p:spPr>
        <p:txBody>
          <a:bodyPr wrap="none" anchor="ctr">
            <a:spAutoFit/>
          </a:bodyPr>
          <a:lstStyle/>
          <a:p>
            <a:endParaRPr lang="zh-CN" altLang="en-US"/>
          </a:p>
        </p:txBody>
      </p:sp>
      <p:graphicFrame>
        <p:nvGraphicFramePr>
          <p:cNvPr id="55299" name="Object 3"/>
          <p:cNvGraphicFramePr>
            <a:graphicFrameLocks noChangeAspect="1"/>
          </p:cNvGraphicFramePr>
          <p:nvPr/>
        </p:nvGraphicFramePr>
        <p:xfrm>
          <a:off x="2195513" y="4652963"/>
          <a:ext cx="2952750" cy="717550"/>
        </p:xfrm>
        <a:graphic>
          <a:graphicData uri="http://schemas.openxmlformats.org/presentationml/2006/ole">
            <mc:AlternateContent xmlns:mc="http://schemas.openxmlformats.org/markup-compatibility/2006">
              <mc:Choice xmlns:v="urn:schemas-microsoft-com:vml" Requires="v">
                <p:oleObj spid="_x0000_s2" name="公式" r:id="rId3" imgW="1028065" imgH="241300" progId="Equation.3">
                  <p:embed/>
                </p:oleObj>
              </mc:Choice>
              <mc:Fallback>
                <p:oleObj name="公式" r:id="rId3" imgW="1028065" imgH="2413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4652963"/>
                        <a:ext cx="2952750" cy="717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2"/>
          <p:cNvSpPr/>
          <p:nvPr>
            <p:ph type="title"/>
          </p:nvPr>
        </p:nvSpPr>
        <p:spPr>
          <a:xfrm>
            <a:off x="585788" y="764704"/>
            <a:ext cx="8162925" cy="579438"/>
          </a:xfrm>
        </p:spPr>
        <p:txBody>
          <a:bodyPr/>
          <a:lstStyle/>
          <a:p>
            <a:pPr eaLnBrk="1" hangingPunct="1"/>
            <a:r>
              <a:rPr lang="zh-CN" altLang="en-US" sz="3200" b="1" dirty="0"/>
              <a:t>转速反馈控制直流调速系统的闭环传递函数 </a:t>
            </a:r>
            <a:endParaRPr lang="zh-CN" altLang="en-US" sz="3200" b="1" dirty="0"/>
          </a:p>
        </p:txBody>
      </p:sp>
      <p:sp>
        <p:nvSpPr>
          <p:cNvPr id="56325" name="Rectangle 5"/>
          <p:cNvSpPr/>
          <p:nvPr/>
        </p:nvSpPr>
        <p:spPr bwMode="auto">
          <a:xfrm>
            <a:off x="0" y="2876550"/>
            <a:ext cx="9144000" cy="0"/>
          </a:xfrm>
          <a:prstGeom prst="rect">
            <a:avLst/>
          </a:prstGeom>
          <a:noFill/>
          <a:ln w="9525">
            <a:noFill/>
            <a:miter lim="800000"/>
          </a:ln>
        </p:spPr>
        <p:txBody>
          <a:bodyPr wrap="none" anchor="ctr">
            <a:spAutoFit/>
          </a:bodyPr>
          <a:lstStyle/>
          <a:p>
            <a:endParaRPr lang="zh-CN" altLang="en-US"/>
          </a:p>
        </p:txBody>
      </p:sp>
      <p:graphicFrame>
        <p:nvGraphicFramePr>
          <p:cNvPr id="56322" name="Object 2"/>
          <p:cNvGraphicFramePr>
            <a:graphicFrameLocks noChangeAspect="1"/>
          </p:cNvGraphicFramePr>
          <p:nvPr/>
        </p:nvGraphicFramePr>
        <p:xfrm>
          <a:off x="395288" y="1989138"/>
          <a:ext cx="8243887" cy="1935162"/>
        </p:xfrm>
        <a:graphic>
          <a:graphicData uri="http://schemas.openxmlformats.org/presentationml/2006/ole">
            <mc:AlternateContent xmlns:mc="http://schemas.openxmlformats.org/markup-compatibility/2006">
              <mc:Choice xmlns:v="urn:schemas-microsoft-com:vml" Requires="v">
                <p:oleObj spid="_x0000_s38404" name="公式" r:id="rId1" imgW="4737100" imgH="1092200" progId="Equation.3">
                  <p:embed/>
                </p:oleObj>
              </mc:Choice>
              <mc:Fallback>
                <p:oleObj name="公式" r:id="rId1" imgW="4737100" imgH="10922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1989138"/>
                        <a:ext cx="8243887" cy="1935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326" name="Rectangle 7"/>
          <p:cNvSpPr/>
          <p:nvPr/>
        </p:nvSpPr>
        <p:spPr bwMode="auto">
          <a:xfrm>
            <a:off x="0" y="3014663"/>
            <a:ext cx="9144000" cy="0"/>
          </a:xfrm>
          <a:prstGeom prst="rect">
            <a:avLst/>
          </a:prstGeom>
          <a:noFill/>
          <a:ln w="9525">
            <a:noFill/>
            <a:miter lim="800000"/>
          </a:ln>
        </p:spPr>
        <p:txBody>
          <a:bodyPr wrap="none" anchor="ctr">
            <a:spAutoFit/>
          </a:bodyPr>
          <a:lstStyle/>
          <a:p>
            <a:endParaRPr lang="zh-CN" altLang="en-US"/>
          </a:p>
        </p:txBody>
      </p:sp>
      <p:graphicFrame>
        <p:nvGraphicFramePr>
          <p:cNvPr id="56323" name="Object 3"/>
          <p:cNvGraphicFramePr>
            <a:graphicFrameLocks noChangeAspect="1"/>
          </p:cNvGraphicFramePr>
          <p:nvPr/>
        </p:nvGraphicFramePr>
        <p:xfrm>
          <a:off x="1979613" y="3716338"/>
          <a:ext cx="4824412" cy="1482725"/>
        </p:xfrm>
        <a:graphic>
          <a:graphicData uri="http://schemas.openxmlformats.org/presentationml/2006/ole">
            <mc:AlternateContent xmlns:mc="http://schemas.openxmlformats.org/markup-compatibility/2006">
              <mc:Choice xmlns:v="urn:schemas-microsoft-com:vml" Requires="v">
                <p:oleObj spid="_x0000_s2" name="公式" r:id="rId3" imgW="2692400" imgH="825500" progId="Equation.3">
                  <p:embed/>
                </p:oleObj>
              </mc:Choice>
              <mc:Fallback>
                <p:oleObj name="公式" r:id="rId3" imgW="2692400" imgH="8255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613" y="3716338"/>
                        <a:ext cx="4824412" cy="1482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327" name="Text Box 8"/>
          <p:cNvSpPr txBox="1"/>
          <p:nvPr/>
        </p:nvSpPr>
        <p:spPr bwMode="auto">
          <a:xfrm>
            <a:off x="7235825" y="4498975"/>
            <a:ext cx="1512888" cy="369332"/>
          </a:xfrm>
          <a:prstGeom prst="rect">
            <a:avLst/>
          </a:prstGeom>
          <a:noFill/>
          <a:ln w="9525">
            <a:noFill/>
            <a:miter lim="800000"/>
          </a:ln>
        </p:spPr>
        <p:txBody>
          <a:bodyPr>
            <a:spAutoFit/>
          </a:bodyPr>
          <a:lstStyle/>
          <a:p>
            <a:pPr>
              <a:spcBef>
                <a:spcPct val="50000"/>
              </a:spcBef>
            </a:pPr>
            <a:r>
              <a:rPr lang="zh-CN" altLang="en-US" dirty="0">
                <a:solidFill>
                  <a:schemeClr val="tx1"/>
                </a:solidFill>
              </a:rPr>
              <a:t>（</a:t>
            </a:r>
            <a:r>
              <a:rPr lang="en-US" altLang="zh-CN" dirty="0">
                <a:solidFill>
                  <a:schemeClr val="tx1"/>
                </a:solidFill>
              </a:rPr>
              <a:t>3-20</a:t>
            </a:r>
            <a:r>
              <a:rPr lang="zh-CN" altLang="en-US" dirty="0">
                <a:solidFill>
                  <a:schemeClr val="tx1"/>
                </a:solidFill>
              </a:rPr>
              <a:t>） </a:t>
            </a:r>
            <a:endParaRPr lang="zh-CN" altLang="en-US" dirty="0">
              <a:solidFill>
                <a:schemeClr val="tx1"/>
              </a:solidFill>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50" name="Rectangle 2"/>
          <p:cNvSpPr/>
          <p:nvPr>
            <p:ph type="title"/>
          </p:nvPr>
        </p:nvSpPr>
        <p:spPr>
          <a:xfrm>
            <a:off x="539552" y="582191"/>
            <a:ext cx="9749134" cy="1190625"/>
          </a:xfrm>
        </p:spPr>
        <p:txBody>
          <a:bodyPr/>
          <a:lstStyle/>
          <a:p>
            <a:pPr eaLnBrk="1" hangingPunct="1"/>
            <a:r>
              <a:rPr lang="zh-CN" altLang="en-US" sz="3600" b="1" dirty="0">
                <a:latin typeface="Times New Roman" panose="02020503050405090304" pitchFamily="18" charset="0"/>
              </a:rPr>
              <a:t>比例控制闭环直流调速系统的动态稳定性</a:t>
            </a:r>
            <a:endParaRPr lang="zh-CN" altLang="en-US" sz="3600" b="1" dirty="0">
              <a:latin typeface="Times New Roman" panose="02020503050405090304" pitchFamily="18" charset="0"/>
            </a:endParaRPr>
          </a:p>
        </p:txBody>
      </p:sp>
      <p:sp>
        <p:nvSpPr>
          <p:cNvPr id="57351" name="Rectangle 3"/>
          <p:cNvSpPr/>
          <p:nvPr>
            <p:ph idx="1"/>
          </p:nvPr>
        </p:nvSpPr>
        <p:spPr>
          <a:xfrm>
            <a:off x="899592" y="1628800"/>
            <a:ext cx="8110537" cy="4764088"/>
          </a:xfrm>
        </p:spPr>
        <p:txBody>
          <a:bodyPr/>
          <a:lstStyle/>
          <a:p>
            <a:pPr eaLnBrk="1" hangingPunct="1">
              <a:lnSpc>
                <a:spcPct val="90000"/>
              </a:lnSpc>
            </a:pPr>
            <a:r>
              <a:rPr lang="zh-CN" altLang="en-US" dirty="0">
                <a:latin typeface="Times New Roman" panose="02020503050405090304" pitchFamily="18" charset="0"/>
              </a:rPr>
              <a:t>比例控制闭环系统的特征方程为</a:t>
            </a:r>
            <a:endParaRPr lang="zh-CN" altLang="en-US" dirty="0">
              <a:latin typeface="Times New Roman" panose="02020503050405090304" pitchFamily="18" charset="0"/>
            </a:endParaRPr>
          </a:p>
          <a:p>
            <a:pPr eaLnBrk="1" hangingPunct="1">
              <a:lnSpc>
                <a:spcPct val="90000"/>
              </a:lnSpc>
              <a:buFont typeface="Wingdings" panose="05000000000000000000" pitchFamily="2" charset="2"/>
              <a:buNone/>
            </a:pPr>
            <a:r>
              <a:rPr lang="zh-CN" altLang="en-US" dirty="0">
                <a:latin typeface="Times New Roman" panose="02020503050405090304" pitchFamily="18" charset="0"/>
              </a:rPr>
              <a:t>				</a:t>
            </a:r>
            <a:endParaRPr lang="zh-CN" altLang="en-US" dirty="0">
              <a:latin typeface="Times New Roman" panose="02020503050405090304" pitchFamily="18" charset="0"/>
            </a:endParaRPr>
          </a:p>
          <a:p>
            <a:pPr eaLnBrk="1" hangingPunct="1">
              <a:lnSpc>
                <a:spcPct val="90000"/>
              </a:lnSpc>
              <a:buFont typeface="Wingdings" panose="05000000000000000000" pitchFamily="2" charset="2"/>
              <a:buNone/>
            </a:pPr>
            <a:r>
              <a:rPr lang="zh-CN" altLang="en-US" dirty="0">
                <a:latin typeface="Times New Roman" panose="02020503050405090304" pitchFamily="18" charset="0"/>
              </a:rPr>
              <a:t>                                                                 </a:t>
            </a:r>
            <a:r>
              <a:rPr lang="en-US" altLang="zh-CN" dirty="0">
                <a:latin typeface="Times New Roman" panose="02020503050405090304" pitchFamily="18" charset="0"/>
              </a:rPr>
              <a:t>(3-21)</a:t>
            </a:r>
            <a:endParaRPr lang="en-US" altLang="zh-CN" dirty="0">
              <a:latin typeface="Times New Roman" panose="02020503050405090304" pitchFamily="18" charset="0"/>
            </a:endParaRPr>
          </a:p>
          <a:p>
            <a:pPr eaLnBrk="1" hangingPunct="1">
              <a:lnSpc>
                <a:spcPct val="90000"/>
              </a:lnSpc>
            </a:pPr>
            <a:r>
              <a:rPr lang="zh-CN" altLang="en-US" dirty="0">
                <a:latin typeface="Times New Roman" panose="02020503050405090304" pitchFamily="18" charset="0"/>
              </a:rPr>
              <a:t>根据三阶系统的劳斯</a:t>
            </a:r>
            <a:r>
              <a:rPr lang="en-US" altLang="zh-CN" dirty="0">
                <a:latin typeface="Times New Roman" panose="02020503050405090304" pitchFamily="18" charset="0"/>
              </a:rPr>
              <a:t>-</a:t>
            </a:r>
            <a:r>
              <a:rPr lang="zh-CN" altLang="en-US" dirty="0">
                <a:latin typeface="Times New Roman" panose="02020503050405090304" pitchFamily="18" charset="0"/>
              </a:rPr>
              <a:t>古尔维茨判据，系统稳定的充分必要条件是</a:t>
            </a:r>
            <a:endParaRPr lang="zh-CN" altLang="en-US" dirty="0">
              <a:latin typeface="Times New Roman" panose="02020503050405090304" pitchFamily="18" charset="0"/>
            </a:endParaRPr>
          </a:p>
          <a:p>
            <a:pPr eaLnBrk="1" hangingPunct="1">
              <a:lnSpc>
                <a:spcPct val="90000"/>
              </a:lnSpc>
              <a:buFont typeface="Wingdings" panose="05000000000000000000" pitchFamily="2" charset="2"/>
              <a:buNone/>
            </a:pPr>
            <a:endParaRPr lang="zh-CN" altLang="en-US" dirty="0">
              <a:latin typeface="Times New Roman" panose="02020503050405090304" pitchFamily="18" charset="0"/>
            </a:endParaRPr>
          </a:p>
          <a:p>
            <a:pPr eaLnBrk="1" hangingPunct="1">
              <a:lnSpc>
                <a:spcPct val="90000"/>
              </a:lnSpc>
              <a:buFont typeface="Wingdings" panose="05000000000000000000" pitchFamily="2" charset="2"/>
              <a:buNone/>
            </a:pPr>
            <a:endParaRPr lang="zh-CN" altLang="en-US" dirty="0">
              <a:latin typeface="Times New Roman" panose="02020503050405090304" pitchFamily="18" charset="0"/>
            </a:endParaRPr>
          </a:p>
          <a:p>
            <a:pPr eaLnBrk="1" hangingPunct="1">
              <a:lnSpc>
                <a:spcPct val="90000"/>
              </a:lnSpc>
            </a:pPr>
            <a:endParaRPr lang="en-US" altLang="zh-CN" dirty="0">
              <a:latin typeface="Times New Roman" panose="02020503050405090304" pitchFamily="18" charset="0"/>
            </a:endParaRPr>
          </a:p>
          <a:p>
            <a:pPr eaLnBrk="1" hangingPunct="1">
              <a:lnSpc>
                <a:spcPct val="90000"/>
              </a:lnSpc>
            </a:pPr>
            <a:r>
              <a:rPr lang="zh-CN" altLang="en-US" dirty="0">
                <a:latin typeface="Times New Roman" panose="02020503050405090304" pitchFamily="18" charset="0"/>
              </a:rPr>
              <a:t>				即	       </a:t>
            </a:r>
            <a:endParaRPr lang="zh-CN" altLang="en-US" dirty="0">
              <a:latin typeface="Times New Roman" panose="02020503050405090304" pitchFamily="18" charset="0"/>
            </a:endParaRPr>
          </a:p>
          <a:p>
            <a:pPr eaLnBrk="1" hangingPunct="1">
              <a:lnSpc>
                <a:spcPct val="90000"/>
              </a:lnSpc>
              <a:buFont typeface="Wingdings" panose="05000000000000000000" pitchFamily="2" charset="2"/>
              <a:buNone/>
            </a:pPr>
            <a:r>
              <a:rPr lang="zh-CN" altLang="en-US" dirty="0">
                <a:latin typeface="Times New Roman" panose="02020503050405090304" pitchFamily="18" charset="0"/>
              </a:rPr>
              <a:t>                                                                               </a:t>
            </a:r>
            <a:r>
              <a:rPr lang="en-US" altLang="zh-CN" dirty="0">
                <a:latin typeface="Times New Roman" panose="02020503050405090304" pitchFamily="18" charset="0"/>
              </a:rPr>
              <a:t>(3-22)</a:t>
            </a:r>
            <a:endParaRPr lang="en-US" altLang="zh-CN" dirty="0">
              <a:latin typeface="Times New Roman" panose="02020503050405090304" pitchFamily="18" charset="0"/>
            </a:endParaRPr>
          </a:p>
        </p:txBody>
      </p:sp>
      <p:sp>
        <p:nvSpPr>
          <p:cNvPr id="57352" name="Rectangle 5"/>
          <p:cNvSpPr/>
          <p:nvPr/>
        </p:nvSpPr>
        <p:spPr bwMode="auto">
          <a:xfrm>
            <a:off x="0" y="3228975"/>
            <a:ext cx="9144000" cy="0"/>
          </a:xfrm>
          <a:prstGeom prst="rect">
            <a:avLst/>
          </a:prstGeom>
          <a:noFill/>
          <a:ln w="9525">
            <a:noFill/>
            <a:miter lim="800000"/>
          </a:ln>
        </p:spPr>
        <p:txBody>
          <a:bodyPr wrap="none" anchor="ctr">
            <a:spAutoFit/>
          </a:bodyPr>
          <a:lstStyle/>
          <a:p>
            <a:endParaRPr lang="zh-CN" altLang="en-US"/>
          </a:p>
        </p:txBody>
      </p:sp>
      <p:graphicFrame>
        <p:nvGraphicFramePr>
          <p:cNvPr id="57346" name="Object 4"/>
          <p:cNvGraphicFramePr>
            <a:graphicFrameLocks noChangeAspect="1"/>
          </p:cNvGraphicFramePr>
          <p:nvPr/>
        </p:nvGraphicFramePr>
        <p:xfrm>
          <a:off x="971600" y="2204864"/>
          <a:ext cx="5761038" cy="836612"/>
        </p:xfrm>
        <a:graphic>
          <a:graphicData uri="http://schemas.openxmlformats.org/presentationml/2006/ole">
            <mc:AlternateContent xmlns:mc="http://schemas.openxmlformats.org/markup-compatibility/2006">
              <mc:Choice xmlns:v="urn:schemas-microsoft-com:vml" Requires="v">
                <p:oleObj spid="_x0000_s38404" name="公式" r:id="rId1" imgW="2768600" imgH="393700" progId="Equation.3">
                  <p:embed/>
                </p:oleObj>
              </mc:Choice>
              <mc:Fallback>
                <p:oleObj name="公式" r:id="rId1" imgW="2768600" imgH="3937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2204864"/>
                        <a:ext cx="5761038" cy="836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353" name="Rectangle 7"/>
          <p:cNvSpPr/>
          <p:nvPr/>
        </p:nvSpPr>
        <p:spPr bwMode="auto">
          <a:xfrm>
            <a:off x="0" y="3228975"/>
            <a:ext cx="9144000" cy="0"/>
          </a:xfrm>
          <a:prstGeom prst="rect">
            <a:avLst/>
          </a:prstGeom>
          <a:noFill/>
          <a:ln w="9525">
            <a:noFill/>
            <a:miter lim="800000"/>
          </a:ln>
        </p:spPr>
        <p:txBody>
          <a:bodyPr wrap="none" anchor="ctr">
            <a:spAutoFit/>
          </a:bodyPr>
          <a:lstStyle/>
          <a:p>
            <a:endParaRPr lang="zh-CN" altLang="en-US"/>
          </a:p>
        </p:txBody>
      </p:sp>
      <p:graphicFrame>
        <p:nvGraphicFramePr>
          <p:cNvPr id="57347" name="Object 6"/>
          <p:cNvGraphicFramePr>
            <a:graphicFrameLocks noChangeAspect="1"/>
          </p:cNvGraphicFramePr>
          <p:nvPr/>
        </p:nvGraphicFramePr>
        <p:xfrm>
          <a:off x="1979712" y="4005064"/>
          <a:ext cx="4824413" cy="920750"/>
        </p:xfrm>
        <a:graphic>
          <a:graphicData uri="http://schemas.openxmlformats.org/presentationml/2006/ole">
            <mc:AlternateContent xmlns:mc="http://schemas.openxmlformats.org/markup-compatibility/2006">
              <mc:Choice xmlns:v="urn:schemas-microsoft-com:vml" Requires="v">
                <p:oleObj spid="_x0000_s2" name="公式" r:id="rId3" imgW="2108200" imgH="393700" progId="Equation.3">
                  <p:embed/>
                </p:oleObj>
              </mc:Choice>
              <mc:Fallback>
                <p:oleObj name="公式" r:id="rId3" imgW="2108200" imgH="3937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712" y="4005064"/>
                        <a:ext cx="4824413" cy="920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354" name="Rectangle 9"/>
          <p:cNvSpPr/>
          <p:nvPr/>
        </p:nvSpPr>
        <p:spPr bwMode="auto">
          <a:xfrm>
            <a:off x="0" y="3195638"/>
            <a:ext cx="9144000" cy="0"/>
          </a:xfrm>
          <a:prstGeom prst="rect">
            <a:avLst/>
          </a:prstGeom>
          <a:noFill/>
          <a:ln w="9525">
            <a:noFill/>
            <a:miter lim="800000"/>
          </a:ln>
        </p:spPr>
        <p:txBody>
          <a:bodyPr wrap="none" anchor="ctr">
            <a:spAutoFit/>
          </a:bodyPr>
          <a:lstStyle/>
          <a:p>
            <a:endParaRPr lang="zh-CN" altLang="en-US"/>
          </a:p>
        </p:txBody>
      </p:sp>
      <p:graphicFrame>
        <p:nvGraphicFramePr>
          <p:cNvPr id="57348" name="Object 8"/>
          <p:cNvGraphicFramePr>
            <a:graphicFrameLocks noChangeAspect="1"/>
          </p:cNvGraphicFramePr>
          <p:nvPr/>
        </p:nvGraphicFramePr>
        <p:xfrm>
          <a:off x="1475656" y="5157192"/>
          <a:ext cx="2840037" cy="1033463"/>
        </p:xfrm>
        <a:graphic>
          <a:graphicData uri="http://schemas.openxmlformats.org/presentationml/2006/ole">
            <mc:AlternateContent xmlns:mc="http://schemas.openxmlformats.org/markup-compatibility/2006">
              <mc:Choice xmlns:v="urn:schemas-microsoft-com:vml" Requires="v">
                <p:oleObj spid="_x0000_s3" name="Equation" r:id="rId5" imgW="1295400" imgH="457200" progId="Equation.DSMT4">
                  <p:embed/>
                </p:oleObj>
              </mc:Choice>
              <mc:Fallback>
                <p:oleObj name="Equation" r:id="rId5" imgW="1295400" imgH="45720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5656" y="5157192"/>
                        <a:ext cx="2840037" cy="1033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349" name="Object 11"/>
          <p:cNvGraphicFramePr>
            <a:graphicFrameLocks noChangeAspect="1"/>
          </p:cNvGraphicFramePr>
          <p:nvPr/>
        </p:nvGraphicFramePr>
        <p:xfrm>
          <a:off x="5148064" y="5085184"/>
          <a:ext cx="2393950" cy="936625"/>
        </p:xfrm>
        <a:graphic>
          <a:graphicData uri="http://schemas.openxmlformats.org/presentationml/2006/ole">
            <mc:AlternateContent xmlns:mc="http://schemas.openxmlformats.org/markup-compatibility/2006">
              <mc:Choice xmlns:v="urn:schemas-microsoft-com:vml" Requires="v">
                <p:oleObj spid="_x0000_s4" name="Equation" r:id="rId7" imgW="1104900" imgH="431800" progId="Equation.DSMT4">
                  <p:embed/>
                </p:oleObj>
              </mc:Choice>
              <mc:Fallback>
                <p:oleObj name="Equation" r:id="rId7" imgW="1104900" imgH="431800" progId="Equation.DSMT4">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48064" y="5085184"/>
                        <a:ext cx="2393950" cy="936625"/>
                      </a:xfrm>
                      <a:prstGeom prst="rect">
                        <a:avLst/>
                      </a:prstGeom>
                      <a:noFill/>
                      <a:ln>
                        <a:solidFill>
                          <a:srgbClr val="C00000"/>
                        </a:solidFill>
                      </a:ln>
                      <a:effectLst/>
                    </p:spPr>
                  </p:pic>
                </p:oleObj>
              </mc:Fallback>
            </mc:AlternateContent>
          </a:graphicData>
        </a:graphic>
      </p:graphicFrame>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3" name="Rectangle 2"/>
          <p:cNvSpPr/>
          <p:nvPr>
            <p:ph type="title"/>
          </p:nvPr>
        </p:nvSpPr>
        <p:spPr/>
        <p:txBody>
          <a:bodyPr/>
          <a:lstStyle/>
          <a:p>
            <a:pPr eaLnBrk="1" hangingPunct="1"/>
            <a:r>
              <a:rPr lang="zh-CN" altLang="en-US" dirty="0">
                <a:latin typeface="Times New Roman" panose="02020503050405090304" pitchFamily="18" charset="0"/>
              </a:rPr>
              <a:t>例题 </a:t>
            </a:r>
            <a:r>
              <a:rPr lang="en-US" altLang="zh-CN" dirty="0">
                <a:latin typeface="Times New Roman" panose="02020503050405090304" pitchFamily="18" charset="0"/>
              </a:rPr>
              <a:t>3-2 </a:t>
            </a:r>
            <a:endParaRPr lang="en-US" altLang="zh-CN" dirty="0">
              <a:latin typeface="Times New Roman" panose="02020503050405090304" pitchFamily="18" charset="0"/>
            </a:endParaRPr>
          </a:p>
        </p:txBody>
      </p:sp>
      <p:sp>
        <p:nvSpPr>
          <p:cNvPr id="58374" name="Rectangle 3"/>
          <p:cNvSpPr/>
          <p:nvPr>
            <p:ph idx="1"/>
          </p:nvPr>
        </p:nvSpPr>
        <p:spPr>
          <a:xfrm>
            <a:off x="912813" y="1905000"/>
            <a:ext cx="7043737" cy="4191000"/>
          </a:xfrm>
        </p:spPr>
        <p:txBody>
          <a:bodyPr/>
          <a:lstStyle/>
          <a:p>
            <a:pPr eaLnBrk="1" hangingPunct="1">
              <a:lnSpc>
                <a:spcPts val="5000"/>
              </a:lnSpc>
              <a:spcBef>
                <a:spcPts val="1600"/>
              </a:spcBef>
              <a:buFont typeface="Wingdings" panose="05000000000000000000" pitchFamily="2" charset="2"/>
              <a:buNone/>
            </a:pPr>
            <a:r>
              <a:rPr lang="en-US" altLang="zh-CN" dirty="0">
                <a:latin typeface="Times New Roman" panose="02020503050405090304" pitchFamily="18" charset="0"/>
              </a:rPr>
              <a:t>		   </a:t>
            </a:r>
            <a:r>
              <a:rPr lang="zh-CN" altLang="en-US" dirty="0">
                <a:latin typeface="Times New Roman" panose="02020503050405090304" pitchFamily="18" charset="0"/>
              </a:rPr>
              <a:t>在例题</a:t>
            </a:r>
            <a:r>
              <a:rPr lang="en-US" altLang="zh-CN" dirty="0">
                <a:latin typeface="Times New Roman" panose="02020503050405090304" pitchFamily="18" charset="0"/>
              </a:rPr>
              <a:t>3-1</a:t>
            </a:r>
            <a:r>
              <a:rPr lang="zh-CN" altLang="en-US" dirty="0">
                <a:latin typeface="Times New Roman" panose="02020503050405090304" pitchFamily="18" charset="0"/>
              </a:rPr>
              <a:t>中，系统采用的是三相桥式可控整流电路，已知电枢回路总电阻                   ，电感量      </a:t>
            </a:r>
            <a:r>
              <a:rPr lang="en-US" altLang="zh-CN" dirty="0">
                <a:latin typeface="Times New Roman" panose="02020503050405090304" pitchFamily="18" charset="0"/>
              </a:rPr>
              <a:t>3mH</a:t>
            </a:r>
            <a:r>
              <a:rPr lang="zh-CN" altLang="en-US" dirty="0">
                <a:latin typeface="Times New Roman" panose="02020503050405090304" pitchFamily="18" charset="0"/>
              </a:rPr>
              <a:t>，系统运动部分的飞轮惯量                          ，试判别系统的稳定性。</a:t>
            </a:r>
            <a:endParaRPr lang="zh-CN" altLang="en-US" dirty="0">
              <a:latin typeface="Times New Roman" panose="02020503050405090304" pitchFamily="18" charset="0"/>
            </a:endParaRPr>
          </a:p>
        </p:txBody>
      </p:sp>
      <p:sp>
        <p:nvSpPr>
          <p:cNvPr id="58375" name="Rectangle 5"/>
          <p:cNvSpPr/>
          <p:nvPr/>
        </p:nvSpPr>
        <p:spPr bwMode="auto">
          <a:xfrm>
            <a:off x="0" y="3338513"/>
            <a:ext cx="9144000" cy="0"/>
          </a:xfrm>
          <a:prstGeom prst="rect">
            <a:avLst/>
          </a:prstGeom>
          <a:noFill/>
          <a:ln w="9525">
            <a:noFill/>
            <a:miter lim="800000"/>
          </a:ln>
        </p:spPr>
        <p:txBody>
          <a:bodyPr wrap="none" anchor="ctr">
            <a:spAutoFit/>
          </a:bodyPr>
          <a:lstStyle/>
          <a:p>
            <a:endParaRPr lang="zh-CN" altLang="en-US"/>
          </a:p>
        </p:txBody>
      </p:sp>
      <p:graphicFrame>
        <p:nvGraphicFramePr>
          <p:cNvPr id="58370" name="Object 4"/>
          <p:cNvGraphicFramePr>
            <a:graphicFrameLocks noChangeAspect="1"/>
          </p:cNvGraphicFramePr>
          <p:nvPr/>
        </p:nvGraphicFramePr>
        <p:xfrm>
          <a:off x="1835696" y="3362712"/>
          <a:ext cx="1728787" cy="455612"/>
        </p:xfrm>
        <a:graphic>
          <a:graphicData uri="http://schemas.openxmlformats.org/presentationml/2006/ole">
            <mc:AlternateContent xmlns:mc="http://schemas.openxmlformats.org/markup-compatibility/2006">
              <mc:Choice xmlns:v="urn:schemas-microsoft-com:vml" Requires="v">
                <p:oleObj spid="_x0000_s38404" name="Equation" r:id="rId1" imgW="685800" imgH="177800" progId="Equation.DSMT4">
                  <p:embed/>
                </p:oleObj>
              </mc:Choice>
              <mc:Fallback>
                <p:oleObj name="Equation" r:id="rId1" imgW="685800" imgH="1778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696" y="3362712"/>
                        <a:ext cx="1728787" cy="455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376" name="Rectangle 7"/>
          <p:cNvSpPr/>
          <p:nvPr/>
        </p:nvSpPr>
        <p:spPr bwMode="auto">
          <a:xfrm>
            <a:off x="0" y="3352800"/>
            <a:ext cx="9144000" cy="0"/>
          </a:xfrm>
          <a:prstGeom prst="rect">
            <a:avLst/>
          </a:prstGeom>
          <a:noFill/>
          <a:ln w="9525">
            <a:noFill/>
            <a:miter lim="800000"/>
          </a:ln>
        </p:spPr>
        <p:txBody>
          <a:bodyPr wrap="none" anchor="ctr">
            <a:spAutoFit/>
          </a:bodyPr>
          <a:lstStyle/>
          <a:p>
            <a:endParaRPr lang="zh-CN" altLang="en-US"/>
          </a:p>
        </p:txBody>
      </p:sp>
      <p:graphicFrame>
        <p:nvGraphicFramePr>
          <p:cNvPr id="58371" name="Object 6"/>
          <p:cNvGraphicFramePr>
            <a:graphicFrameLocks noChangeAspect="1"/>
          </p:cNvGraphicFramePr>
          <p:nvPr/>
        </p:nvGraphicFramePr>
        <p:xfrm>
          <a:off x="4716016" y="3338900"/>
          <a:ext cx="720725" cy="411163"/>
        </p:xfrm>
        <a:graphic>
          <a:graphicData uri="http://schemas.openxmlformats.org/presentationml/2006/ole">
            <mc:AlternateContent xmlns:mc="http://schemas.openxmlformats.org/markup-compatibility/2006">
              <mc:Choice xmlns:v="urn:schemas-microsoft-com:vml" Requires="v">
                <p:oleObj spid="_x0000_s2" name="Equation" r:id="rId3" imgW="266700" imgH="152400" progId="Equation.DSMT4">
                  <p:embed/>
                </p:oleObj>
              </mc:Choice>
              <mc:Fallback>
                <p:oleObj name="Equation" r:id="rId3" imgW="266700" imgH="1524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6016" y="3338900"/>
                        <a:ext cx="720725" cy="41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377" name="Rectangle 9"/>
          <p:cNvSpPr/>
          <p:nvPr/>
        </p:nvSpPr>
        <p:spPr bwMode="auto">
          <a:xfrm>
            <a:off x="0" y="3328988"/>
            <a:ext cx="9144000" cy="0"/>
          </a:xfrm>
          <a:prstGeom prst="rect">
            <a:avLst/>
          </a:prstGeom>
          <a:noFill/>
          <a:ln w="9525">
            <a:noFill/>
            <a:miter lim="800000"/>
          </a:ln>
        </p:spPr>
        <p:txBody>
          <a:bodyPr wrap="none" anchor="ctr">
            <a:spAutoFit/>
          </a:bodyPr>
          <a:lstStyle/>
          <a:p>
            <a:endParaRPr lang="zh-CN" altLang="en-US"/>
          </a:p>
        </p:txBody>
      </p:sp>
      <p:graphicFrame>
        <p:nvGraphicFramePr>
          <p:cNvPr id="58372" name="Object 8"/>
          <p:cNvGraphicFramePr>
            <a:graphicFrameLocks noChangeAspect="1"/>
          </p:cNvGraphicFramePr>
          <p:nvPr/>
        </p:nvGraphicFramePr>
        <p:xfrm>
          <a:off x="4211960" y="4005064"/>
          <a:ext cx="2376488" cy="457200"/>
        </p:xfrm>
        <a:graphic>
          <a:graphicData uri="http://schemas.openxmlformats.org/presentationml/2006/ole">
            <mc:AlternateContent xmlns:mc="http://schemas.openxmlformats.org/markup-compatibility/2006">
              <mc:Choice xmlns:v="urn:schemas-microsoft-com:vml" Requires="v">
                <p:oleObj spid="_x0000_s3" name="公式" r:id="rId5" imgW="1040765" imgH="203200" progId="Equation.3">
                  <p:embed/>
                </p:oleObj>
              </mc:Choice>
              <mc:Fallback>
                <p:oleObj name="公式" r:id="rId5" imgW="1040765" imgH="2032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11960" y="4005064"/>
                        <a:ext cx="2376488"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p14="http://schemas.microsoft.com/office/powerpoint/2010/main">
        <mc:Choice Requires="p14">
          <p:contentPart r:id="rId7" p14:bwMode="auto">
            <p14:nvContentPartPr>
              <p14:cNvPr id="4" name="墨迹 3"/>
              <p14:cNvContentPartPr/>
              <p14:nvPr/>
            </p14:nvContentPartPr>
            <p14:xfrm>
              <a:off x="3262283" y="1073327"/>
              <a:ext cx="32495" cy="334003"/>
            </p14:xfrm>
          </p:contentPart>
        </mc:Choice>
        <mc:Fallback xmlns="">
          <p:pic>
            <p:nvPicPr>
              <p:cNvPr id="4" name="墨迹 3"/>
            </p:nvPicPr>
            <p:blipFill>
              <a:blip r:embed="rId8"/>
            </p:blipFill>
            <p:spPr>
              <a:xfrm>
                <a:off x="3262283" y="1073327"/>
                <a:ext cx="32495" cy="334003"/>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5" name="墨迹 4"/>
              <p14:cNvContentPartPr/>
              <p14:nvPr/>
            </p14:nvContentPartPr>
            <p14:xfrm>
              <a:off x="3283475" y="1132113"/>
              <a:ext cx="113029" cy="155880"/>
            </p14:xfrm>
          </p:contentPart>
        </mc:Choice>
        <mc:Fallback xmlns="">
          <p:pic>
            <p:nvPicPr>
              <p:cNvPr id="5" name="墨迹 4"/>
            </p:nvPicPr>
            <p:blipFill>
              <a:blip r:embed="rId10"/>
            </p:blipFill>
            <p:spPr>
              <a:xfrm>
                <a:off x="3283475" y="1132113"/>
                <a:ext cx="113029" cy="15588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6" name="墨迹 5"/>
              <p14:cNvContentPartPr/>
              <p14:nvPr/>
            </p14:nvContentPartPr>
            <p14:xfrm>
              <a:off x="3444011" y="1097866"/>
              <a:ext cx="175724" cy="211311"/>
            </p14:xfrm>
          </p:contentPart>
        </mc:Choice>
        <mc:Fallback xmlns="">
          <p:pic>
            <p:nvPicPr>
              <p:cNvPr id="6" name="墨迹 5"/>
            </p:nvPicPr>
            <p:blipFill>
              <a:blip r:embed="rId12"/>
            </p:blipFill>
            <p:spPr>
              <a:xfrm>
                <a:off x="3444011" y="1097866"/>
                <a:ext cx="175724" cy="211311"/>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7" name="墨迹 6"/>
              <p14:cNvContentPartPr/>
              <p14:nvPr/>
            </p14:nvContentPartPr>
            <p14:xfrm>
              <a:off x="3721284" y="848776"/>
              <a:ext cx="232768" cy="49429"/>
            </p14:xfrm>
          </p:contentPart>
        </mc:Choice>
        <mc:Fallback xmlns="">
          <p:pic>
            <p:nvPicPr>
              <p:cNvPr id="7" name="墨迹 6"/>
            </p:nvPicPr>
            <p:blipFill>
              <a:blip r:embed="rId14"/>
            </p:blipFill>
            <p:spPr>
              <a:xfrm>
                <a:off x="3721284" y="848776"/>
                <a:ext cx="232768" cy="49429"/>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8" name="墨迹 7"/>
              <p14:cNvContentPartPr/>
              <p14:nvPr/>
            </p14:nvContentPartPr>
            <p14:xfrm>
              <a:off x="3816652" y="917977"/>
              <a:ext cx="37617" cy="224905"/>
            </p14:xfrm>
          </p:contentPart>
        </mc:Choice>
        <mc:Fallback xmlns="">
          <p:pic>
            <p:nvPicPr>
              <p:cNvPr id="8" name="墨迹 7"/>
            </p:nvPicPr>
            <p:blipFill>
              <a:blip r:embed="rId16"/>
            </p:blipFill>
            <p:spPr>
              <a:xfrm>
                <a:off x="3816652" y="917977"/>
                <a:ext cx="37617" cy="224905"/>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9" name="墨迹 8"/>
              <p14:cNvContentPartPr/>
              <p14:nvPr/>
            </p14:nvContentPartPr>
            <p14:xfrm>
              <a:off x="3882526" y="995652"/>
              <a:ext cx="152588" cy="132224"/>
            </p14:xfrm>
          </p:contentPart>
        </mc:Choice>
        <mc:Fallback xmlns="">
          <p:pic>
            <p:nvPicPr>
              <p:cNvPr id="9" name="墨迹 8"/>
            </p:nvPicPr>
            <p:blipFill>
              <a:blip r:embed="rId18"/>
            </p:blipFill>
            <p:spPr>
              <a:xfrm>
                <a:off x="3882526" y="995652"/>
                <a:ext cx="152588" cy="132224"/>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0" name="墨迹 9"/>
              <p14:cNvContentPartPr/>
              <p14:nvPr/>
            </p14:nvContentPartPr>
            <p14:xfrm>
              <a:off x="3687552" y="1163713"/>
              <a:ext cx="366636" cy="56491"/>
            </p14:xfrm>
          </p:contentPart>
        </mc:Choice>
        <mc:Fallback xmlns="">
          <p:pic>
            <p:nvPicPr>
              <p:cNvPr id="10" name="墨迹 9"/>
            </p:nvPicPr>
            <p:blipFill>
              <a:blip r:embed="rId20"/>
            </p:blipFill>
            <p:spPr>
              <a:xfrm>
                <a:off x="3687552" y="1163713"/>
                <a:ext cx="366636" cy="56491"/>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1" name="墨迹 10"/>
              <p14:cNvContentPartPr/>
              <p14:nvPr/>
            </p14:nvContentPartPr>
            <p14:xfrm>
              <a:off x="3776562" y="1265397"/>
              <a:ext cx="156827" cy="45192"/>
            </p14:xfrm>
          </p:contentPart>
        </mc:Choice>
        <mc:Fallback xmlns="">
          <p:pic>
            <p:nvPicPr>
              <p:cNvPr id="11" name="墨迹 10"/>
            </p:nvPicPr>
            <p:blipFill>
              <a:blip r:embed="rId22"/>
            </p:blipFill>
            <p:spPr>
              <a:xfrm>
                <a:off x="3776562" y="1265397"/>
                <a:ext cx="156827" cy="45192"/>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2" name="墨迹 11"/>
              <p14:cNvContentPartPr/>
              <p14:nvPr/>
            </p14:nvContentPartPr>
            <p14:xfrm>
              <a:off x="3859920" y="1293642"/>
              <a:ext cx="19780" cy="228082"/>
            </p14:xfrm>
          </p:contentPart>
        </mc:Choice>
        <mc:Fallback xmlns="">
          <p:pic>
            <p:nvPicPr>
              <p:cNvPr id="12" name="墨迹 11"/>
            </p:nvPicPr>
            <p:blipFill>
              <a:blip r:embed="rId24"/>
            </p:blipFill>
            <p:spPr>
              <a:xfrm>
                <a:off x="3859920" y="1293642"/>
                <a:ext cx="19780" cy="228082"/>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3" name="墨迹 12"/>
              <p14:cNvContentPartPr/>
              <p14:nvPr/>
            </p14:nvContentPartPr>
            <p14:xfrm>
              <a:off x="3910783" y="1355782"/>
              <a:ext cx="79120" cy="150584"/>
            </p14:xfrm>
          </p:contentPart>
        </mc:Choice>
        <mc:Fallback xmlns="">
          <p:pic>
            <p:nvPicPr>
              <p:cNvPr id="13" name="墨迹 12"/>
            </p:nvPicPr>
            <p:blipFill>
              <a:blip r:embed="rId26"/>
            </p:blipFill>
            <p:spPr>
              <a:xfrm>
                <a:off x="3910783" y="1355782"/>
                <a:ext cx="79120" cy="150584"/>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4" name="墨迹 13"/>
              <p14:cNvContentPartPr/>
              <p14:nvPr/>
            </p14:nvContentPartPr>
            <p14:xfrm>
              <a:off x="4116354" y="1160888"/>
              <a:ext cx="153294" cy="48018"/>
            </p14:xfrm>
          </p:contentPart>
        </mc:Choice>
        <mc:Fallback xmlns="">
          <p:pic>
            <p:nvPicPr>
              <p:cNvPr id="14" name="墨迹 13"/>
            </p:nvPicPr>
            <p:blipFill>
              <a:blip r:embed="rId28"/>
            </p:blipFill>
            <p:spPr>
              <a:xfrm>
                <a:off x="4116354" y="1160888"/>
                <a:ext cx="153294" cy="48018"/>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5" name="墨迹 14"/>
              <p14:cNvContentPartPr/>
              <p14:nvPr/>
            </p14:nvContentPartPr>
            <p14:xfrm>
              <a:off x="4193354" y="1103868"/>
              <a:ext cx="5652" cy="234967"/>
            </p14:xfrm>
          </p:contentPart>
        </mc:Choice>
        <mc:Fallback xmlns="">
          <p:pic>
            <p:nvPicPr>
              <p:cNvPr id="15" name="墨迹 14"/>
            </p:nvPicPr>
            <p:blipFill>
              <a:blip r:embed="rId30"/>
            </p:blipFill>
            <p:spPr>
              <a:xfrm>
                <a:off x="4193354" y="1103868"/>
                <a:ext cx="5652" cy="234967"/>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16" name="墨迹 15"/>
              <p14:cNvContentPartPr/>
              <p14:nvPr/>
            </p14:nvContentPartPr>
            <p14:xfrm>
              <a:off x="4458971" y="769689"/>
              <a:ext cx="199919" cy="49429"/>
            </p14:xfrm>
          </p:contentPart>
        </mc:Choice>
        <mc:Fallback xmlns="">
          <p:pic>
            <p:nvPicPr>
              <p:cNvPr id="16" name="墨迹 15"/>
            </p:nvPicPr>
            <p:blipFill>
              <a:blip r:embed="rId32"/>
            </p:blipFill>
            <p:spPr>
              <a:xfrm>
                <a:off x="4458971" y="769689"/>
                <a:ext cx="199919" cy="49429"/>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17" name="墨迹 16"/>
              <p14:cNvContentPartPr/>
              <p14:nvPr/>
            </p14:nvContentPartPr>
            <p14:xfrm>
              <a:off x="4538091" y="819118"/>
              <a:ext cx="45211" cy="252267"/>
            </p14:xfrm>
          </p:contentPart>
        </mc:Choice>
        <mc:Fallback xmlns="">
          <p:pic>
            <p:nvPicPr>
              <p:cNvPr id="17" name="墨迹 16"/>
            </p:nvPicPr>
            <p:blipFill>
              <a:blip r:embed="rId34"/>
            </p:blipFill>
            <p:spPr>
              <a:xfrm>
                <a:off x="4538091" y="819118"/>
                <a:ext cx="45211" cy="252267"/>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18" name="墨迹 17"/>
              <p14:cNvContentPartPr/>
              <p14:nvPr/>
            </p14:nvContentPartPr>
            <p14:xfrm>
              <a:off x="4605908" y="926451"/>
              <a:ext cx="135634" cy="163824"/>
            </p14:xfrm>
          </p:contentPart>
        </mc:Choice>
        <mc:Fallback xmlns="">
          <p:pic>
            <p:nvPicPr>
              <p:cNvPr id="18" name="墨迹 17"/>
            </p:nvPicPr>
            <p:blipFill>
              <a:blip r:embed="rId36"/>
            </p:blipFill>
            <p:spPr>
              <a:xfrm>
                <a:off x="4605908" y="926451"/>
                <a:ext cx="135634" cy="163824"/>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19" name="墨迹 18"/>
              <p14:cNvContentPartPr/>
              <p14:nvPr/>
            </p14:nvContentPartPr>
            <p14:xfrm>
              <a:off x="4391154" y="1101573"/>
              <a:ext cx="389948" cy="56491"/>
            </p14:xfrm>
          </p:contentPart>
        </mc:Choice>
        <mc:Fallback xmlns="">
          <p:pic>
            <p:nvPicPr>
              <p:cNvPr id="19" name="墨迹 18"/>
            </p:nvPicPr>
            <p:blipFill>
              <a:blip r:embed="rId38"/>
            </p:blipFill>
            <p:spPr>
              <a:xfrm>
                <a:off x="4391154" y="1101573"/>
                <a:ext cx="389948" cy="56491"/>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0" name="墨迹 19"/>
              <p14:cNvContentPartPr/>
              <p14:nvPr/>
            </p14:nvContentPartPr>
            <p14:xfrm>
              <a:off x="4477338" y="1237151"/>
              <a:ext cx="156827" cy="33895"/>
            </p14:xfrm>
          </p:contentPart>
        </mc:Choice>
        <mc:Fallback xmlns="">
          <p:pic>
            <p:nvPicPr>
              <p:cNvPr id="20" name="墨迹 19"/>
            </p:nvPicPr>
            <p:blipFill>
              <a:blip r:embed="rId40"/>
            </p:blipFill>
            <p:spPr>
              <a:xfrm>
                <a:off x="4477338" y="1237151"/>
                <a:ext cx="156827" cy="33895"/>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1" name="墨迹 20"/>
              <p14:cNvContentPartPr/>
              <p14:nvPr/>
            </p14:nvContentPartPr>
            <p14:xfrm>
              <a:off x="4560697" y="1271046"/>
              <a:ext cx="16954" cy="214665"/>
            </p14:xfrm>
          </p:contentPart>
        </mc:Choice>
        <mc:Fallback xmlns="">
          <p:pic>
            <p:nvPicPr>
              <p:cNvPr id="21" name="墨迹 20"/>
            </p:nvPicPr>
            <p:blipFill>
              <a:blip r:embed="rId42"/>
            </p:blipFill>
            <p:spPr>
              <a:xfrm>
                <a:off x="4560697" y="1271046"/>
                <a:ext cx="16954" cy="214665"/>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22" name="墨迹 21"/>
              <p14:cNvContentPartPr/>
              <p14:nvPr/>
            </p14:nvContentPartPr>
            <p14:xfrm>
              <a:off x="4645468" y="1355782"/>
              <a:ext cx="56514" cy="146876"/>
            </p14:xfrm>
          </p:contentPart>
        </mc:Choice>
        <mc:Fallback xmlns="">
          <p:pic>
            <p:nvPicPr>
              <p:cNvPr id="22" name="墨迹 21"/>
            </p:nvPicPr>
            <p:blipFill>
              <a:blip r:embed="rId44"/>
            </p:blipFill>
            <p:spPr>
              <a:xfrm>
                <a:off x="4645468" y="1355782"/>
                <a:ext cx="56514" cy="146876"/>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23" name="墨迹 22"/>
              <p14:cNvContentPartPr/>
              <p14:nvPr/>
            </p14:nvContentPartPr>
            <p14:xfrm>
              <a:off x="4839912" y="1104397"/>
              <a:ext cx="158770" cy="53667"/>
            </p14:xfrm>
          </p:contentPart>
        </mc:Choice>
        <mc:Fallback xmlns="">
          <p:pic>
            <p:nvPicPr>
              <p:cNvPr id="23" name="墨迹 22"/>
            </p:nvPicPr>
            <p:blipFill>
              <a:blip r:embed="rId46"/>
            </p:blipFill>
            <p:spPr>
              <a:xfrm>
                <a:off x="4839912" y="1104397"/>
                <a:ext cx="158770" cy="53667"/>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24" name="墨迹 23"/>
              <p14:cNvContentPartPr/>
              <p14:nvPr/>
            </p14:nvContentPartPr>
            <p14:xfrm>
              <a:off x="4911085" y="1078976"/>
              <a:ext cx="11303" cy="192070"/>
            </p14:xfrm>
          </p:contentPart>
        </mc:Choice>
        <mc:Fallback xmlns="">
          <p:pic>
            <p:nvPicPr>
              <p:cNvPr id="24" name="墨迹 23"/>
            </p:nvPicPr>
            <p:blipFill>
              <a:blip r:embed="rId48"/>
            </p:blipFill>
            <p:spPr>
              <a:xfrm>
                <a:off x="4911085" y="1078976"/>
                <a:ext cx="11303" cy="192070"/>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25" name="墨迹 24"/>
              <p14:cNvContentPartPr/>
              <p14:nvPr/>
            </p14:nvContentPartPr>
            <p14:xfrm>
              <a:off x="5190300" y="769689"/>
              <a:ext cx="161595" cy="264095"/>
            </p14:xfrm>
          </p:contentPart>
        </mc:Choice>
        <mc:Fallback xmlns="">
          <p:pic>
            <p:nvPicPr>
              <p:cNvPr id="25" name="墨迹 24"/>
            </p:nvPicPr>
            <p:blipFill>
              <a:blip r:embed="rId50"/>
            </p:blipFill>
            <p:spPr>
              <a:xfrm>
                <a:off x="5190300" y="769689"/>
                <a:ext cx="161595" cy="264095"/>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26" name="墨迹 25"/>
              <p14:cNvContentPartPr/>
              <p14:nvPr/>
            </p14:nvContentPartPr>
            <p14:xfrm>
              <a:off x="5363198" y="875609"/>
              <a:ext cx="67818" cy="169473"/>
            </p14:xfrm>
          </p:contentPart>
        </mc:Choice>
        <mc:Fallback xmlns="">
          <p:pic>
            <p:nvPicPr>
              <p:cNvPr id="26" name="墨迹 25"/>
            </p:nvPicPr>
            <p:blipFill>
              <a:blip r:embed="rId52"/>
            </p:blipFill>
            <p:spPr>
              <a:xfrm>
                <a:off x="5363198" y="875609"/>
                <a:ext cx="67818" cy="169473"/>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27" name="墨迹 26"/>
              <p14:cNvContentPartPr/>
              <p14:nvPr/>
            </p14:nvContentPartPr>
            <p14:xfrm>
              <a:off x="5125839" y="1073327"/>
              <a:ext cx="367342" cy="73439"/>
            </p14:xfrm>
          </p:contentPart>
        </mc:Choice>
        <mc:Fallback xmlns="">
          <p:pic>
            <p:nvPicPr>
              <p:cNvPr id="27" name="墨迹 26"/>
            </p:nvPicPr>
            <p:blipFill>
              <a:blip r:embed="rId54"/>
            </p:blipFill>
            <p:spPr>
              <a:xfrm>
                <a:off x="5125839" y="1073327"/>
                <a:ext cx="367342" cy="73439"/>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28" name="墨迹 27"/>
              <p14:cNvContentPartPr/>
              <p14:nvPr/>
            </p14:nvContentPartPr>
            <p14:xfrm>
              <a:off x="5154096" y="1221616"/>
              <a:ext cx="175194" cy="60728"/>
            </p14:xfrm>
          </p:contentPart>
        </mc:Choice>
        <mc:Fallback xmlns="">
          <p:pic>
            <p:nvPicPr>
              <p:cNvPr id="28" name="墨迹 27"/>
            </p:nvPicPr>
            <p:blipFill>
              <a:blip r:embed="rId56"/>
            </p:blipFill>
            <p:spPr>
              <a:xfrm>
                <a:off x="5154096" y="1221616"/>
                <a:ext cx="175194" cy="60728"/>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29" name="墨迹 28"/>
              <p14:cNvContentPartPr/>
              <p14:nvPr/>
            </p14:nvContentPartPr>
            <p14:xfrm>
              <a:off x="5244518" y="1272458"/>
              <a:ext cx="22606" cy="207604"/>
            </p14:xfrm>
          </p:contentPart>
        </mc:Choice>
        <mc:Fallback xmlns="">
          <p:pic>
            <p:nvPicPr>
              <p:cNvPr id="29" name="墨迹 28"/>
            </p:nvPicPr>
            <p:blipFill>
              <a:blip r:embed="rId58"/>
            </p:blipFill>
            <p:spPr>
              <a:xfrm>
                <a:off x="5244518" y="1272458"/>
                <a:ext cx="22606" cy="207604"/>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30" name="墨迹 29"/>
              <p14:cNvContentPartPr/>
              <p14:nvPr/>
            </p14:nvContentPartPr>
            <p14:xfrm>
              <a:off x="5346244" y="1304940"/>
              <a:ext cx="98900" cy="175122"/>
            </p14:xfrm>
          </p:contentPart>
        </mc:Choice>
        <mc:Fallback xmlns="">
          <p:pic>
            <p:nvPicPr>
              <p:cNvPr id="30" name="墨迹 29"/>
            </p:nvPicPr>
            <p:blipFill>
              <a:blip r:embed="rId60"/>
            </p:blipFill>
            <p:spPr>
              <a:xfrm>
                <a:off x="5346244" y="1304940"/>
                <a:ext cx="98900" cy="175122"/>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31" name="墨迹 30"/>
              <p14:cNvContentPartPr/>
              <p14:nvPr/>
            </p14:nvContentPartPr>
            <p14:xfrm>
              <a:off x="6376746" y="1073327"/>
              <a:ext cx="190205" cy="292341"/>
            </p14:xfrm>
          </p:contentPart>
        </mc:Choice>
        <mc:Fallback xmlns="">
          <p:pic>
            <p:nvPicPr>
              <p:cNvPr id="31" name="墨迹 30"/>
            </p:nvPicPr>
            <p:blipFill>
              <a:blip r:embed="rId62"/>
            </p:blipFill>
            <p:spPr>
              <a:xfrm>
                <a:off x="6376746" y="1073327"/>
                <a:ext cx="190205" cy="292341"/>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32" name="墨迹 31"/>
              <p14:cNvContentPartPr/>
              <p14:nvPr/>
            </p14:nvContentPartPr>
            <p14:xfrm>
              <a:off x="6549997" y="1237151"/>
              <a:ext cx="180846" cy="124280"/>
            </p14:xfrm>
          </p:contentPart>
        </mc:Choice>
        <mc:Fallback xmlns="">
          <p:pic>
            <p:nvPicPr>
              <p:cNvPr id="32" name="墨迹 31"/>
            </p:nvPicPr>
            <p:blipFill>
              <a:blip r:embed="rId64"/>
            </p:blipFill>
            <p:spPr>
              <a:xfrm>
                <a:off x="6549997" y="1237151"/>
                <a:ext cx="180846" cy="124280"/>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33" name="墨迹 32"/>
              <p14:cNvContentPartPr/>
              <p14:nvPr/>
            </p14:nvContentPartPr>
            <p14:xfrm>
              <a:off x="7126442" y="858662"/>
              <a:ext cx="163891" cy="242911"/>
            </p14:xfrm>
          </p:contentPart>
        </mc:Choice>
        <mc:Fallback xmlns="">
          <p:pic>
            <p:nvPicPr>
              <p:cNvPr id="33" name="墨迹 32"/>
            </p:nvPicPr>
            <p:blipFill>
              <a:blip r:embed="rId66"/>
            </p:blipFill>
            <p:spPr>
              <a:xfrm>
                <a:off x="7126442" y="858662"/>
                <a:ext cx="163891" cy="242911"/>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34" name="墨迹 33"/>
              <p14:cNvContentPartPr/>
              <p14:nvPr/>
            </p14:nvContentPartPr>
            <p14:xfrm>
              <a:off x="7205562" y="965995"/>
              <a:ext cx="121506" cy="28245"/>
            </p14:xfrm>
          </p:contentPart>
        </mc:Choice>
        <mc:Fallback xmlns="">
          <p:pic>
            <p:nvPicPr>
              <p:cNvPr id="34" name="墨迹 33"/>
            </p:nvPicPr>
            <p:blipFill>
              <a:blip r:embed="rId68"/>
            </p:blipFill>
            <p:spPr>
              <a:xfrm>
                <a:off x="7205562" y="965995"/>
                <a:ext cx="121506" cy="28245"/>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35" name="墨迹 34"/>
              <p14:cNvContentPartPr/>
              <p14:nvPr/>
            </p14:nvContentPartPr>
            <p14:xfrm>
              <a:off x="7286095" y="773925"/>
              <a:ext cx="156827" cy="117219"/>
            </p14:xfrm>
          </p:contentPart>
        </mc:Choice>
        <mc:Fallback xmlns="">
          <p:pic>
            <p:nvPicPr>
              <p:cNvPr id="35" name="墨迹 34"/>
            </p:nvPicPr>
            <p:blipFill>
              <a:blip r:embed="rId70"/>
            </p:blipFill>
            <p:spPr>
              <a:xfrm>
                <a:off x="7286095" y="773925"/>
                <a:ext cx="156827" cy="117219"/>
              </a:xfrm>
              <a:prstGeom prst="rect"/>
            </p:spPr>
          </p:pic>
        </mc:Fallback>
      </mc:AlternateContent>
      <mc:AlternateContent xmlns:mc="http://schemas.openxmlformats.org/markup-compatibility/2006" xmlns:p14="http://schemas.microsoft.com/office/powerpoint/2010/main">
        <mc:Choice Requires="p14">
          <p:contentPart r:id="rId71" p14:bwMode="auto">
            <p14:nvContentPartPr>
              <p14:cNvPr id="36" name="墨迹 35"/>
              <p14:cNvContentPartPr/>
              <p14:nvPr/>
            </p14:nvContentPartPr>
            <p14:xfrm>
              <a:off x="7414664" y="903855"/>
              <a:ext cx="39560" cy="180771"/>
            </p14:xfrm>
          </p:contentPart>
        </mc:Choice>
        <mc:Fallback xmlns="">
          <p:pic>
            <p:nvPicPr>
              <p:cNvPr id="36" name="墨迹 35"/>
            </p:nvPicPr>
            <p:blipFill>
              <a:blip r:embed="rId72"/>
            </p:blipFill>
            <p:spPr>
              <a:xfrm>
                <a:off x="7414664" y="903855"/>
                <a:ext cx="39560" cy="180771"/>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37" name="墨迹 36"/>
              <p14:cNvContentPartPr/>
              <p14:nvPr/>
            </p14:nvContentPartPr>
            <p14:xfrm>
              <a:off x="7438683" y="869960"/>
              <a:ext cx="122918" cy="203367"/>
            </p14:xfrm>
          </p:contentPart>
        </mc:Choice>
        <mc:Fallback xmlns="">
          <p:pic>
            <p:nvPicPr>
              <p:cNvPr id="37" name="墨迹 36"/>
            </p:nvPicPr>
            <p:blipFill>
              <a:blip r:embed="rId74"/>
            </p:blipFill>
            <p:spPr>
              <a:xfrm>
                <a:off x="7438683" y="869960"/>
                <a:ext cx="122918" cy="203367"/>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38" name="墨迹 37"/>
              <p14:cNvContentPartPr/>
              <p14:nvPr/>
            </p14:nvContentPartPr>
            <p14:xfrm>
              <a:off x="7632244" y="837478"/>
              <a:ext cx="36735" cy="218902"/>
            </p14:xfrm>
          </p:contentPart>
        </mc:Choice>
        <mc:Fallback xmlns="">
          <p:pic>
            <p:nvPicPr>
              <p:cNvPr id="38" name="墨迹 37"/>
            </p:nvPicPr>
            <p:blipFill>
              <a:blip r:embed="rId76"/>
            </p:blipFill>
            <p:spPr>
              <a:xfrm>
                <a:off x="7632244" y="837478"/>
                <a:ext cx="36735" cy="218902"/>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39" name="墨迹 38"/>
              <p14:cNvContentPartPr/>
              <p14:nvPr/>
            </p14:nvContentPartPr>
            <p14:xfrm>
              <a:off x="7697236" y="802171"/>
              <a:ext cx="98900" cy="141227"/>
            </p14:xfrm>
          </p:contentPart>
        </mc:Choice>
        <mc:Fallback xmlns="">
          <p:pic>
            <p:nvPicPr>
              <p:cNvPr id="39" name="墨迹 38"/>
            </p:nvPicPr>
            <p:blipFill>
              <a:blip r:embed="rId78"/>
            </p:blipFill>
            <p:spPr>
              <a:xfrm>
                <a:off x="7697236" y="802171"/>
                <a:ext cx="98900" cy="141227"/>
              </a:xfrm>
              <a:prstGeom prst="rect"/>
            </p:spPr>
          </p:pic>
        </mc:Fallback>
      </mc:AlternateContent>
      <mc:AlternateContent xmlns:mc="http://schemas.openxmlformats.org/markup-compatibility/2006" xmlns:p14="http://schemas.microsoft.com/office/powerpoint/2010/main">
        <mc:Choice Requires="p14">
          <p:contentPart r:id="rId79" p14:bwMode="auto">
            <p14:nvContentPartPr>
              <p14:cNvPr id="40" name="墨迹 39"/>
              <p14:cNvContentPartPr/>
              <p14:nvPr/>
            </p14:nvContentPartPr>
            <p14:xfrm>
              <a:off x="7086882" y="1146766"/>
              <a:ext cx="745988" cy="45192"/>
            </p14:xfrm>
          </p:contentPart>
        </mc:Choice>
        <mc:Fallback xmlns="">
          <p:pic>
            <p:nvPicPr>
              <p:cNvPr id="40" name="墨迹 39"/>
            </p:nvPicPr>
            <p:blipFill>
              <a:blip r:embed="rId80"/>
            </p:blipFill>
            <p:spPr>
              <a:xfrm>
                <a:off x="7086882" y="1146766"/>
                <a:ext cx="745988" cy="45192"/>
              </a:xfrm>
              <a:prstGeom prst="rect"/>
            </p:spPr>
          </p:pic>
        </mc:Fallback>
      </mc:AlternateContent>
      <mc:AlternateContent xmlns:mc="http://schemas.openxmlformats.org/markup-compatibility/2006" xmlns:p14="http://schemas.microsoft.com/office/powerpoint/2010/main">
        <mc:Choice Requires="p14">
          <p:contentPart r:id="rId81" p14:bwMode="auto">
            <p14:nvContentPartPr>
              <p14:cNvPr id="41" name="墨迹 40"/>
              <p14:cNvContentPartPr/>
              <p14:nvPr/>
            </p14:nvContentPartPr>
            <p14:xfrm>
              <a:off x="7107722" y="1282344"/>
              <a:ext cx="92189" cy="231613"/>
            </p14:xfrm>
          </p:contentPart>
        </mc:Choice>
        <mc:Fallback xmlns="">
          <p:pic>
            <p:nvPicPr>
              <p:cNvPr id="41" name="墨迹 40"/>
            </p:nvPicPr>
            <p:blipFill>
              <a:blip r:embed="rId82"/>
            </p:blipFill>
            <p:spPr>
              <a:xfrm>
                <a:off x="7107722" y="1282344"/>
                <a:ext cx="92189" cy="231613"/>
              </a:xfrm>
              <a:prstGeom prst="rect"/>
            </p:spPr>
          </p:pic>
        </mc:Fallback>
      </mc:AlternateContent>
      <mc:AlternateContent xmlns:mc="http://schemas.openxmlformats.org/markup-compatibility/2006" xmlns:p14="http://schemas.microsoft.com/office/powerpoint/2010/main">
        <mc:Choice Requires="p14">
          <p:contentPart r:id="rId83" p14:bwMode="auto">
            <p14:nvContentPartPr>
              <p14:cNvPr id="42" name="墨迹 41"/>
              <p14:cNvContentPartPr/>
              <p14:nvPr/>
            </p14:nvContentPartPr>
            <p14:xfrm>
              <a:off x="7245122" y="1299291"/>
              <a:ext cx="45211" cy="240969"/>
            </p14:xfrm>
          </p:contentPart>
        </mc:Choice>
        <mc:Fallback xmlns="">
          <p:pic>
            <p:nvPicPr>
              <p:cNvPr id="42" name="墨迹 41"/>
            </p:nvPicPr>
            <p:blipFill>
              <a:blip r:embed="rId84"/>
            </p:blipFill>
            <p:spPr>
              <a:xfrm>
                <a:off x="7245122" y="1299291"/>
                <a:ext cx="45211" cy="240969"/>
              </a:xfrm>
              <a:prstGeom prst="rect"/>
            </p:spPr>
          </p:pic>
        </mc:Fallback>
      </mc:AlternateContent>
      <mc:AlternateContent xmlns:mc="http://schemas.openxmlformats.org/markup-compatibility/2006" xmlns:p14="http://schemas.microsoft.com/office/powerpoint/2010/main">
        <mc:Choice Requires="p14">
          <p:contentPart r:id="rId85" p14:bwMode="auto">
            <p14:nvContentPartPr>
              <p14:cNvPr id="43" name="墨迹 42"/>
              <p14:cNvContentPartPr/>
              <p14:nvPr/>
            </p14:nvContentPartPr>
            <p14:xfrm>
              <a:off x="7329893" y="1344484"/>
              <a:ext cx="127863" cy="139815"/>
            </p14:xfrm>
          </p:contentPart>
        </mc:Choice>
        <mc:Fallback xmlns="">
          <p:pic>
            <p:nvPicPr>
              <p:cNvPr id="43" name="墨迹 42"/>
            </p:nvPicPr>
            <p:blipFill>
              <a:blip r:embed="rId86"/>
            </p:blipFill>
            <p:spPr>
              <a:xfrm>
                <a:off x="7329893" y="1344484"/>
                <a:ext cx="127863" cy="139815"/>
              </a:xfrm>
              <a:prstGeom prst="rect"/>
            </p:spPr>
          </p:pic>
        </mc:Fallback>
      </mc:AlternateContent>
      <mc:AlternateContent xmlns:mc="http://schemas.openxmlformats.org/markup-compatibility/2006" xmlns:p14="http://schemas.microsoft.com/office/powerpoint/2010/main">
        <mc:Choice Requires="p14">
          <p:contentPart r:id="rId87" p14:bwMode="auto">
            <p14:nvContentPartPr>
              <p14:cNvPr id="44" name="墨迹 43"/>
              <p14:cNvContentPartPr/>
              <p14:nvPr/>
            </p14:nvContentPartPr>
            <p14:xfrm>
              <a:off x="7412898" y="1304940"/>
              <a:ext cx="30023" cy="22597"/>
            </p14:xfrm>
          </p:contentPart>
        </mc:Choice>
        <mc:Fallback xmlns="">
          <p:pic>
            <p:nvPicPr>
              <p:cNvPr id="44" name="墨迹 43"/>
            </p:nvPicPr>
            <p:blipFill>
              <a:blip r:embed="rId88"/>
            </p:blipFill>
            <p:spPr>
              <a:xfrm>
                <a:off x="7412898" y="1304940"/>
                <a:ext cx="30023" cy="22597"/>
              </a:xfrm>
              <a:prstGeom prst="rect"/>
            </p:spPr>
          </p:pic>
        </mc:Fallback>
      </mc:AlternateContent>
      <mc:AlternateContent xmlns:mc="http://schemas.openxmlformats.org/markup-compatibility/2006" xmlns:p14="http://schemas.microsoft.com/office/powerpoint/2010/main">
        <mc:Choice Requires="p14">
          <p:contentPart r:id="rId89" p14:bwMode="auto">
            <p14:nvContentPartPr>
              <p14:cNvPr id="45" name="墨迹 44"/>
              <p14:cNvContentPartPr/>
              <p14:nvPr/>
            </p14:nvContentPartPr>
            <p14:xfrm>
              <a:off x="7510739" y="1310589"/>
              <a:ext cx="113028" cy="197719"/>
            </p14:xfrm>
          </p:contentPart>
        </mc:Choice>
        <mc:Fallback xmlns="">
          <p:pic>
            <p:nvPicPr>
              <p:cNvPr id="45" name="墨迹 44"/>
            </p:nvPicPr>
            <p:blipFill>
              <a:blip r:embed="rId90"/>
            </p:blipFill>
            <p:spPr>
              <a:xfrm>
                <a:off x="7510739" y="1310589"/>
                <a:ext cx="113028" cy="197719"/>
              </a:xfrm>
              <a:prstGeom prst="rect"/>
            </p:spPr>
          </p:pic>
        </mc:Fallback>
      </mc:AlternateContent>
      <mc:AlternateContent xmlns:mc="http://schemas.openxmlformats.org/markup-compatibility/2006" xmlns:p14="http://schemas.microsoft.com/office/powerpoint/2010/main">
        <mc:Choice Requires="p14">
          <p:contentPart r:id="rId91" p14:bwMode="auto">
            <p14:nvContentPartPr>
              <p14:cNvPr id="46" name="墨迹 45"/>
              <p14:cNvContentPartPr/>
              <p14:nvPr/>
            </p14:nvContentPartPr>
            <p14:xfrm>
              <a:off x="7606813" y="1395326"/>
              <a:ext cx="96074" cy="158174"/>
            </p14:xfrm>
          </p:contentPart>
        </mc:Choice>
        <mc:Fallback xmlns="">
          <p:pic>
            <p:nvPicPr>
              <p:cNvPr id="46" name="墨迹 45"/>
            </p:nvPicPr>
            <p:blipFill>
              <a:blip r:embed="rId92"/>
            </p:blipFill>
            <p:spPr>
              <a:xfrm>
                <a:off x="7606813" y="1395326"/>
                <a:ext cx="96074" cy="158174"/>
              </a:xfrm>
              <a:prstGeom prst="rect"/>
            </p:spPr>
          </p:pic>
        </mc:Fallback>
      </mc:AlternateContent>
      <mc:AlternateContent xmlns:mc="http://schemas.openxmlformats.org/markup-compatibility/2006" xmlns:p14="http://schemas.microsoft.com/office/powerpoint/2010/main">
        <mc:Choice Requires="p14">
          <p:contentPart r:id="rId93" p14:bwMode="auto">
            <p14:nvContentPartPr>
              <p14:cNvPr id="47" name="墨迹 46"/>
              <p14:cNvContentPartPr/>
              <p14:nvPr/>
            </p14:nvContentPartPr>
            <p14:xfrm>
              <a:off x="7725493" y="1276695"/>
              <a:ext cx="158239" cy="231613"/>
            </p14:xfrm>
          </p:contentPart>
        </mc:Choice>
        <mc:Fallback xmlns="">
          <p:pic>
            <p:nvPicPr>
              <p:cNvPr id="47" name="墨迹 46"/>
            </p:nvPicPr>
            <p:blipFill>
              <a:blip r:embed="rId94"/>
            </p:blipFill>
            <p:spPr>
              <a:xfrm>
                <a:off x="7725493" y="1276695"/>
                <a:ext cx="158239" cy="231613"/>
              </a:xfrm>
              <a:prstGeom prst="rect"/>
            </p:spPr>
          </p:pic>
        </mc:Fallback>
      </mc:AlternateContent>
      <mc:AlternateContent xmlns:mc="http://schemas.openxmlformats.org/markup-compatibility/2006" xmlns:p14="http://schemas.microsoft.com/office/powerpoint/2010/main">
        <mc:Choice Requires="p14">
          <p:contentPart r:id="rId95" p14:bwMode="auto">
            <p14:nvContentPartPr>
              <p14:cNvPr id="48" name="墨迹 47"/>
              <p14:cNvContentPartPr/>
              <p14:nvPr/>
            </p14:nvContentPartPr>
            <p14:xfrm>
              <a:off x="7866778" y="1391089"/>
              <a:ext cx="152589" cy="109275"/>
            </p14:xfrm>
          </p:contentPart>
        </mc:Choice>
        <mc:Fallback xmlns="">
          <p:pic>
            <p:nvPicPr>
              <p:cNvPr id="48" name="墨迹 47"/>
            </p:nvPicPr>
            <p:blipFill>
              <a:blip r:embed="rId96"/>
            </p:blipFill>
            <p:spPr>
              <a:xfrm>
                <a:off x="7866778" y="1391089"/>
                <a:ext cx="152589" cy="109275"/>
              </a:xfrm>
              <a:prstGeom prst="rect"/>
            </p:spPr>
          </p:pic>
        </mc:Fallback>
      </mc:AlternateContent>
      <mc:AlternateContent xmlns:mc="http://schemas.openxmlformats.org/markup-compatibility/2006" xmlns:p14="http://schemas.microsoft.com/office/powerpoint/2010/main">
        <mc:Choice Requires="p14">
          <p:contentPart r:id="rId97" p14:bwMode="auto">
            <p14:nvContentPartPr>
              <p14:cNvPr id="49" name="墨迹 48"/>
              <p14:cNvContentPartPr/>
              <p14:nvPr/>
            </p14:nvContentPartPr>
            <p14:xfrm>
              <a:off x="6384340" y="1643886"/>
              <a:ext cx="182611" cy="367191"/>
            </p14:xfrm>
          </p:contentPart>
        </mc:Choice>
        <mc:Fallback xmlns="">
          <p:pic>
            <p:nvPicPr>
              <p:cNvPr id="49" name="墨迹 48"/>
            </p:nvPicPr>
            <p:blipFill>
              <a:blip r:embed="rId98"/>
            </p:blipFill>
            <p:spPr>
              <a:xfrm>
                <a:off x="6384340" y="1643886"/>
                <a:ext cx="182611" cy="367191"/>
              </a:xfrm>
              <a:prstGeom prst="rect"/>
            </p:spPr>
          </p:pic>
        </mc:Fallback>
      </mc:AlternateContent>
      <mc:AlternateContent xmlns:mc="http://schemas.openxmlformats.org/markup-compatibility/2006" xmlns:p14="http://schemas.microsoft.com/office/powerpoint/2010/main">
        <mc:Choice Requires="p14">
          <p:contentPart r:id="rId99" p14:bwMode="auto">
            <p14:nvContentPartPr>
              <p14:cNvPr id="50" name="墨迹 49"/>
              <p14:cNvContentPartPr/>
              <p14:nvPr/>
            </p14:nvContentPartPr>
            <p14:xfrm>
              <a:off x="6572603" y="1802061"/>
              <a:ext cx="101726" cy="186420"/>
            </p14:xfrm>
          </p:contentPart>
        </mc:Choice>
        <mc:Fallback xmlns="">
          <p:pic>
            <p:nvPicPr>
              <p:cNvPr id="50" name="墨迹 49"/>
            </p:nvPicPr>
            <p:blipFill>
              <a:blip r:embed="rId100"/>
            </p:blipFill>
            <p:spPr>
              <a:xfrm>
                <a:off x="6572603" y="1802061"/>
                <a:ext cx="101726" cy="186420"/>
              </a:xfrm>
              <a:prstGeom prst="rect"/>
            </p:spPr>
          </p:pic>
        </mc:Fallback>
      </mc:AlternateContent>
      <mc:AlternateContent xmlns:mc="http://schemas.openxmlformats.org/markup-compatibility/2006" xmlns:p14="http://schemas.microsoft.com/office/powerpoint/2010/main">
        <mc:Choice Requires="p14">
          <p:contentPart r:id="rId101" p14:bwMode="auto">
            <p14:nvContentPartPr>
              <p14:cNvPr id="58" name="墨迹 57"/>
              <p14:cNvContentPartPr/>
              <p14:nvPr/>
            </p14:nvContentPartPr>
            <p14:xfrm>
              <a:off x="6535294" y="241216"/>
              <a:ext cx="97222" cy="22031"/>
            </p14:xfrm>
          </p:contentPart>
        </mc:Choice>
        <mc:Fallback xmlns="">
          <p:pic>
            <p:nvPicPr>
              <p:cNvPr id="58" name="墨迹 57"/>
            </p:nvPicPr>
            <p:blipFill>
              <a:blip r:embed="rId102"/>
            </p:blipFill>
            <p:spPr>
              <a:xfrm>
                <a:off x="6535294" y="241216"/>
                <a:ext cx="97222" cy="22031"/>
              </a:xfrm>
              <a:prstGeom prst="rect"/>
            </p:spPr>
          </p:pic>
        </mc:Fallback>
      </mc:AlternateContent>
      <mc:AlternateContent xmlns:mc="http://schemas.openxmlformats.org/markup-compatibility/2006" xmlns:p14="http://schemas.microsoft.com/office/powerpoint/2010/main">
        <mc:Choice Requires="p14">
          <p:contentPart r:id="rId103" p14:bwMode="auto">
            <p14:nvContentPartPr>
              <p14:cNvPr id="59" name="墨迹 58"/>
              <p14:cNvContentPartPr/>
              <p14:nvPr/>
            </p14:nvContentPartPr>
            <p14:xfrm>
              <a:off x="6583906" y="276805"/>
              <a:ext cx="10155" cy="169473"/>
            </p14:xfrm>
          </p:contentPart>
        </mc:Choice>
        <mc:Fallback xmlns="">
          <p:pic>
            <p:nvPicPr>
              <p:cNvPr id="59" name="墨迹 58"/>
            </p:nvPicPr>
            <p:blipFill>
              <a:blip r:embed="rId104"/>
            </p:blipFill>
            <p:spPr>
              <a:xfrm>
                <a:off x="6583906" y="276805"/>
                <a:ext cx="10155" cy="169473"/>
              </a:xfrm>
              <a:prstGeom prst="rect"/>
            </p:spPr>
          </p:pic>
        </mc:Fallback>
      </mc:AlternateContent>
      <mc:AlternateContent xmlns:mc="http://schemas.openxmlformats.org/markup-compatibility/2006" xmlns:p14="http://schemas.microsoft.com/office/powerpoint/2010/main">
        <mc:Choice Requires="p14">
          <p:contentPart r:id="rId105" p14:bwMode="auto">
            <p14:nvContentPartPr>
              <p14:cNvPr id="60" name="墨迹 59"/>
              <p14:cNvContentPartPr/>
              <p14:nvPr/>
            </p14:nvContentPartPr>
            <p14:xfrm>
              <a:off x="6637020" y="342335"/>
              <a:ext cx="37308" cy="92645"/>
            </p14:xfrm>
          </p:contentPart>
        </mc:Choice>
        <mc:Fallback xmlns="">
          <p:pic>
            <p:nvPicPr>
              <p:cNvPr id="60" name="墨迹 59"/>
            </p:nvPicPr>
            <p:blipFill>
              <a:blip r:embed="rId106"/>
            </p:blipFill>
            <p:spPr>
              <a:xfrm>
                <a:off x="6637020" y="342335"/>
                <a:ext cx="37308" cy="92645"/>
              </a:xfrm>
              <a:prstGeom prst="rect"/>
            </p:spPr>
          </p:pic>
        </mc:Fallback>
      </mc:AlternateContent>
      <mc:AlternateContent xmlns:mc="http://schemas.openxmlformats.org/markup-compatibility/2006" xmlns:p14="http://schemas.microsoft.com/office/powerpoint/2010/main">
        <mc:Choice Requires="p14">
          <p:contentPart r:id="rId107" p14:bwMode="auto">
            <p14:nvContentPartPr>
              <p14:cNvPr id="61" name="墨迹 60"/>
              <p14:cNvContentPartPr/>
              <p14:nvPr/>
            </p14:nvContentPartPr>
            <p14:xfrm>
              <a:off x="6996459" y="89255"/>
              <a:ext cx="47463" cy="140098"/>
            </p14:xfrm>
          </p:contentPart>
        </mc:Choice>
        <mc:Fallback xmlns="">
          <p:pic>
            <p:nvPicPr>
              <p:cNvPr id="61" name="墨迹 60"/>
            </p:nvPicPr>
            <p:blipFill>
              <a:blip r:embed="rId108"/>
            </p:blipFill>
            <p:spPr>
              <a:xfrm>
                <a:off x="6996459" y="89255"/>
                <a:ext cx="47463" cy="140098"/>
              </a:xfrm>
              <a:prstGeom prst="rect"/>
            </p:spPr>
          </p:pic>
        </mc:Fallback>
      </mc:AlternateContent>
      <mc:AlternateContent xmlns:mc="http://schemas.openxmlformats.org/markup-compatibility/2006" xmlns:p14="http://schemas.microsoft.com/office/powerpoint/2010/main">
        <mc:Choice Requires="p14">
          <p:contentPart r:id="rId109" p14:bwMode="auto">
            <p14:nvContentPartPr>
              <p14:cNvPr id="62" name="墨迹 61"/>
              <p14:cNvContentPartPr/>
              <p14:nvPr/>
            </p14:nvContentPartPr>
            <p14:xfrm>
              <a:off x="6869877" y="297142"/>
              <a:ext cx="270429" cy="33894"/>
            </p14:xfrm>
          </p:contentPart>
        </mc:Choice>
        <mc:Fallback xmlns="">
          <p:pic>
            <p:nvPicPr>
              <p:cNvPr id="62" name="墨迹 61"/>
            </p:nvPicPr>
            <p:blipFill>
              <a:blip r:embed="rId110"/>
            </p:blipFill>
            <p:spPr>
              <a:xfrm>
                <a:off x="6869877" y="297142"/>
                <a:ext cx="270429" cy="33894"/>
              </a:xfrm>
              <a:prstGeom prst="rect"/>
            </p:spPr>
          </p:pic>
        </mc:Fallback>
      </mc:AlternateContent>
      <mc:AlternateContent xmlns:mc="http://schemas.openxmlformats.org/markup-compatibility/2006" xmlns:p14="http://schemas.microsoft.com/office/powerpoint/2010/main">
        <mc:Choice Requires="p14">
          <p:contentPart r:id="rId111" p14:bwMode="auto">
            <p14:nvContentPartPr>
              <p14:cNvPr id="63" name="墨迹 62"/>
              <p14:cNvContentPartPr/>
              <p14:nvPr/>
            </p14:nvContentPartPr>
            <p14:xfrm>
              <a:off x="6989660" y="385833"/>
              <a:ext cx="11303" cy="145464"/>
            </p14:xfrm>
          </p:contentPart>
        </mc:Choice>
        <mc:Fallback xmlns="">
          <p:pic>
            <p:nvPicPr>
              <p:cNvPr id="63" name="墨迹 62"/>
            </p:nvPicPr>
            <p:blipFill>
              <a:blip r:embed="rId112"/>
            </p:blipFill>
            <p:spPr>
              <a:xfrm>
                <a:off x="6989660" y="385833"/>
                <a:ext cx="11303" cy="145464"/>
              </a:xfrm>
              <a:prstGeom prst="rect"/>
            </p:spPr>
          </p:pic>
        </mc:Fallback>
      </mc:AlternateContent>
      <mc:AlternateContent xmlns:mc="http://schemas.openxmlformats.org/markup-compatibility/2006" xmlns:p14="http://schemas.microsoft.com/office/powerpoint/2010/main">
        <mc:Choice Requires="p14">
          <p:contentPart r:id="rId113" p14:bwMode="auto">
            <p14:nvContentPartPr>
              <p14:cNvPr id="64" name="墨迹 63"/>
              <p14:cNvContentPartPr/>
              <p14:nvPr/>
            </p14:nvContentPartPr>
            <p14:xfrm>
              <a:off x="7014562" y="380748"/>
              <a:ext cx="56514" cy="106203"/>
            </p14:xfrm>
          </p:contentPart>
        </mc:Choice>
        <mc:Fallback xmlns="">
          <p:pic>
            <p:nvPicPr>
              <p:cNvPr id="64" name="墨迹 63"/>
            </p:nvPicPr>
            <p:blipFill>
              <a:blip r:embed="rId114"/>
            </p:blipFill>
            <p:spPr>
              <a:xfrm>
                <a:off x="7014562" y="380748"/>
                <a:ext cx="56514" cy="106203"/>
              </a:xfrm>
              <a:prstGeom prst="rect"/>
            </p:spPr>
          </p:pic>
        </mc:Fallback>
      </mc:AlternateContent>
      <mc:AlternateContent xmlns:mc="http://schemas.openxmlformats.org/markup-compatibility/2006" xmlns:p14="http://schemas.microsoft.com/office/powerpoint/2010/main">
        <mc:Choice Requires="p14">
          <p:contentPart r:id="rId115" p14:bwMode="auto">
            <p14:nvContentPartPr>
              <p14:cNvPr id="65" name="墨迹 64"/>
              <p14:cNvContentPartPr/>
              <p14:nvPr/>
            </p14:nvContentPartPr>
            <p14:xfrm>
              <a:off x="7294837" y="273923"/>
              <a:ext cx="44328" cy="15906"/>
            </p14:xfrm>
          </p:contentPart>
        </mc:Choice>
        <mc:Fallback xmlns="">
          <p:pic>
            <p:nvPicPr>
              <p:cNvPr id="65" name="墨迹 64"/>
            </p:nvPicPr>
            <p:blipFill>
              <a:blip r:embed="rId116"/>
            </p:blipFill>
            <p:spPr>
              <a:xfrm>
                <a:off x="7294837" y="273923"/>
                <a:ext cx="44328" cy="15906"/>
              </a:xfrm>
              <a:prstGeom prst="rect"/>
            </p:spPr>
          </p:pic>
        </mc:Fallback>
      </mc:AlternateContent>
      <mc:AlternateContent xmlns:mc="http://schemas.openxmlformats.org/markup-compatibility/2006" xmlns:p14="http://schemas.microsoft.com/office/powerpoint/2010/main">
        <mc:Choice Requires="p14">
          <p:contentPart r:id="rId117" p14:bwMode="auto">
            <p14:nvContentPartPr>
              <p14:cNvPr id="66" name="墨迹 65"/>
              <p14:cNvContentPartPr/>
              <p14:nvPr/>
            </p14:nvContentPartPr>
            <p14:xfrm>
              <a:off x="7303932" y="334139"/>
              <a:ext cx="27286" cy="10225"/>
            </p14:xfrm>
          </p:contentPart>
        </mc:Choice>
        <mc:Fallback xmlns="">
          <p:pic>
            <p:nvPicPr>
              <p:cNvPr id="66" name="墨迹 65"/>
            </p:nvPicPr>
            <p:blipFill>
              <a:blip r:embed="rId118"/>
            </p:blipFill>
            <p:spPr>
              <a:xfrm>
                <a:off x="7303932" y="334139"/>
                <a:ext cx="27286" cy="10225"/>
              </a:xfrm>
              <a:prstGeom prst="rect"/>
            </p:spPr>
          </p:pic>
        </mc:Fallback>
      </mc:AlternateContent>
      <mc:AlternateContent xmlns:mc="http://schemas.openxmlformats.org/markup-compatibility/2006" xmlns:p14="http://schemas.microsoft.com/office/powerpoint/2010/main">
        <mc:Choice Requires="p14">
          <p:contentPart r:id="rId119" p14:bwMode="auto">
            <p14:nvContentPartPr>
              <p14:cNvPr id="67" name="墨迹 66"/>
              <p14:cNvContentPartPr/>
              <p14:nvPr/>
            </p14:nvContentPartPr>
            <p14:xfrm>
              <a:off x="7424422" y="160307"/>
              <a:ext cx="52320" cy="65897"/>
            </p14:xfrm>
          </p:contentPart>
        </mc:Choice>
        <mc:Fallback xmlns="">
          <p:pic>
            <p:nvPicPr>
              <p:cNvPr id="67" name="墨迹 66"/>
            </p:nvPicPr>
            <p:blipFill>
              <a:blip r:embed="rId120"/>
            </p:blipFill>
            <p:spPr>
              <a:xfrm>
                <a:off x="7424422" y="160307"/>
                <a:ext cx="52320" cy="65897"/>
              </a:xfrm>
              <a:prstGeom prst="rect"/>
            </p:spPr>
          </p:pic>
        </mc:Fallback>
      </mc:AlternateContent>
      <mc:AlternateContent xmlns:mc="http://schemas.openxmlformats.org/markup-compatibility/2006" xmlns:p14="http://schemas.microsoft.com/office/powerpoint/2010/main">
        <mc:Choice Requires="p14">
          <p:contentPart r:id="rId121" p14:bwMode="auto">
            <p14:nvContentPartPr>
              <p14:cNvPr id="68" name="墨迹 67"/>
              <p14:cNvContentPartPr/>
              <p14:nvPr/>
            </p14:nvContentPartPr>
            <p14:xfrm>
              <a:off x="7490340" y="198937"/>
              <a:ext cx="4548" cy="4544"/>
            </p14:xfrm>
          </p:contentPart>
        </mc:Choice>
        <mc:Fallback xmlns="">
          <p:pic>
            <p:nvPicPr>
              <p:cNvPr id="68" name="墨迹 67"/>
            </p:nvPicPr>
            <p:blipFill>
              <a:blip r:embed="rId122"/>
            </p:blipFill>
            <p:spPr>
              <a:xfrm>
                <a:off x="7490340" y="198937"/>
                <a:ext cx="4548" cy="4544"/>
              </a:xfrm>
              <a:prstGeom prst="rect"/>
            </p:spPr>
          </p:pic>
        </mc:Fallback>
      </mc:AlternateContent>
      <mc:AlternateContent xmlns:mc="http://schemas.openxmlformats.org/markup-compatibility/2006" xmlns:p14="http://schemas.microsoft.com/office/powerpoint/2010/main">
        <mc:Choice Requires="p14">
          <p:contentPart r:id="rId123" p14:bwMode="auto">
            <p14:nvContentPartPr>
              <p14:cNvPr id="69" name="墨迹 68"/>
              <p14:cNvContentPartPr/>
              <p14:nvPr/>
            </p14:nvContentPartPr>
            <p14:xfrm>
              <a:off x="7533521" y="137584"/>
              <a:ext cx="40928" cy="56808"/>
            </p14:xfrm>
          </p:contentPart>
        </mc:Choice>
        <mc:Fallback xmlns="">
          <p:pic>
            <p:nvPicPr>
              <p:cNvPr id="69" name="墨迹 68"/>
            </p:nvPicPr>
            <p:blipFill>
              <a:blip r:embed="rId124"/>
            </p:blipFill>
            <p:spPr>
              <a:xfrm>
                <a:off x="7533521" y="137584"/>
                <a:ext cx="40928" cy="56808"/>
              </a:xfrm>
              <a:prstGeom prst="rect"/>
            </p:spPr>
          </p:pic>
        </mc:Fallback>
      </mc:AlternateContent>
      <mc:AlternateContent xmlns:mc="http://schemas.openxmlformats.org/markup-compatibility/2006" xmlns:p14="http://schemas.microsoft.com/office/powerpoint/2010/main">
        <mc:Choice Requires="p14">
          <p:contentPart r:id="rId125" p14:bwMode="auto">
            <p14:nvContentPartPr>
              <p14:cNvPr id="70" name="墨迹 69"/>
              <p14:cNvContentPartPr/>
              <p14:nvPr/>
            </p14:nvContentPartPr>
            <p14:xfrm>
              <a:off x="7613082" y="128495"/>
              <a:ext cx="61371" cy="74986"/>
            </p14:xfrm>
          </p:contentPart>
        </mc:Choice>
        <mc:Fallback xmlns="">
          <p:pic>
            <p:nvPicPr>
              <p:cNvPr id="70" name="墨迹 69"/>
            </p:nvPicPr>
            <p:blipFill>
              <a:blip r:embed="rId126"/>
            </p:blipFill>
            <p:spPr>
              <a:xfrm>
                <a:off x="7613082" y="128495"/>
                <a:ext cx="61371" cy="74986"/>
              </a:xfrm>
              <a:prstGeom prst="rect"/>
            </p:spPr>
          </p:pic>
        </mc:Fallback>
      </mc:AlternateContent>
      <mc:AlternateContent xmlns:mc="http://schemas.openxmlformats.org/markup-compatibility/2006" xmlns:p14="http://schemas.microsoft.com/office/powerpoint/2010/main">
        <mc:Choice Requires="p14">
          <p:contentPart r:id="rId127" p14:bwMode="auto">
            <p14:nvContentPartPr>
              <p14:cNvPr id="71" name="墨迹 70"/>
              <p14:cNvContentPartPr/>
              <p14:nvPr/>
            </p14:nvContentPartPr>
            <p14:xfrm>
              <a:off x="7696043" y="96683"/>
              <a:ext cx="77884" cy="138610"/>
            </p14:xfrm>
          </p:contentPart>
        </mc:Choice>
        <mc:Fallback xmlns="">
          <p:pic>
            <p:nvPicPr>
              <p:cNvPr id="71" name="墨迹 70"/>
            </p:nvPicPr>
            <p:blipFill>
              <a:blip r:embed="rId128"/>
            </p:blipFill>
            <p:spPr>
              <a:xfrm>
                <a:off x="7696043" y="96683"/>
                <a:ext cx="77884" cy="138610"/>
              </a:xfrm>
              <a:prstGeom prst="rect"/>
            </p:spPr>
          </p:pic>
        </mc:Fallback>
      </mc:AlternateContent>
      <mc:AlternateContent xmlns:mc="http://schemas.openxmlformats.org/markup-compatibility/2006" xmlns:p14="http://schemas.microsoft.com/office/powerpoint/2010/main">
        <mc:Choice Requires="p14">
          <p:contentPart r:id="rId129" p14:bwMode="auto">
            <p14:nvContentPartPr>
              <p14:cNvPr id="72" name="墨迹 71"/>
              <p14:cNvContentPartPr/>
              <p14:nvPr/>
            </p14:nvContentPartPr>
            <p14:xfrm>
              <a:off x="7413031" y="248927"/>
              <a:ext cx="395555" cy="45446"/>
            </p14:xfrm>
          </p:contentPart>
        </mc:Choice>
        <mc:Fallback xmlns="">
          <p:pic>
            <p:nvPicPr>
              <p:cNvPr id="72" name="墨迹 71"/>
            </p:nvPicPr>
            <p:blipFill>
              <a:blip r:embed="rId130"/>
            </p:blipFill>
            <p:spPr>
              <a:xfrm>
                <a:off x="7413031" y="248927"/>
                <a:ext cx="395555" cy="45446"/>
              </a:xfrm>
              <a:prstGeom prst="rect"/>
            </p:spPr>
          </p:pic>
        </mc:Fallback>
      </mc:AlternateContent>
      <mc:AlternateContent xmlns:mc="http://schemas.openxmlformats.org/markup-compatibility/2006" xmlns:p14="http://schemas.microsoft.com/office/powerpoint/2010/main">
        <mc:Choice Requires="p14">
          <p:contentPart r:id="rId131" p14:bwMode="auto">
            <p14:nvContentPartPr>
              <p14:cNvPr id="73" name="墨迹 72"/>
              <p14:cNvContentPartPr/>
              <p14:nvPr/>
            </p14:nvContentPartPr>
            <p14:xfrm>
              <a:off x="7473430" y="369450"/>
              <a:ext cx="47464" cy="74568"/>
            </p14:xfrm>
          </p:contentPart>
        </mc:Choice>
        <mc:Fallback xmlns="">
          <p:pic>
            <p:nvPicPr>
              <p:cNvPr id="73" name="墨迹 72"/>
            </p:nvPicPr>
            <p:blipFill>
              <a:blip r:embed="rId132"/>
            </p:blipFill>
            <p:spPr>
              <a:xfrm>
                <a:off x="7473430" y="369450"/>
                <a:ext cx="47464" cy="74568"/>
              </a:xfrm>
              <a:prstGeom prst="rect"/>
            </p:spPr>
          </p:pic>
        </mc:Fallback>
      </mc:AlternateContent>
      <mc:AlternateContent xmlns:mc="http://schemas.openxmlformats.org/markup-compatibility/2006" xmlns:p14="http://schemas.microsoft.com/office/powerpoint/2010/main">
        <mc:Choice Requires="p14">
          <p:contentPart r:id="rId133" p14:bwMode="auto">
            <p14:nvContentPartPr>
              <p14:cNvPr id="74" name="墨迹 73"/>
              <p14:cNvContentPartPr/>
              <p14:nvPr/>
            </p14:nvContentPartPr>
            <p14:xfrm>
              <a:off x="7536744" y="419162"/>
              <a:ext cx="2251" cy="3390"/>
            </p14:xfrm>
          </p:contentPart>
        </mc:Choice>
        <mc:Fallback xmlns="">
          <p:pic>
            <p:nvPicPr>
              <p:cNvPr id="74" name="墨迹 73"/>
            </p:nvPicPr>
            <p:blipFill>
              <a:blip r:embed="rId134"/>
            </p:blipFill>
            <p:spPr>
              <a:xfrm>
                <a:off x="7536744" y="419162"/>
                <a:ext cx="2251" cy="3390"/>
              </a:xfrm>
              <a:prstGeom prst="rect"/>
            </p:spPr>
          </p:pic>
        </mc:Fallback>
      </mc:AlternateContent>
      <mc:AlternateContent xmlns:mc="http://schemas.openxmlformats.org/markup-compatibility/2006" xmlns:p14="http://schemas.microsoft.com/office/powerpoint/2010/main">
        <mc:Choice Requires="p14">
          <p:contentPart r:id="rId135" p14:bwMode="auto">
            <p14:nvContentPartPr>
              <p14:cNvPr id="75" name="墨迹 74"/>
              <p14:cNvContentPartPr/>
              <p14:nvPr/>
            </p14:nvContentPartPr>
            <p14:xfrm>
              <a:off x="7584781" y="369450"/>
              <a:ext cx="10729" cy="59881"/>
            </p14:xfrm>
          </p:contentPart>
        </mc:Choice>
        <mc:Fallback xmlns="">
          <p:pic>
            <p:nvPicPr>
              <p:cNvPr id="75" name="墨迹 74"/>
            </p:nvPicPr>
            <p:blipFill>
              <a:blip r:embed="rId136"/>
            </p:blipFill>
            <p:spPr>
              <a:xfrm>
                <a:off x="7584781" y="369450"/>
                <a:ext cx="10729" cy="59881"/>
              </a:xfrm>
              <a:prstGeom prst="rect"/>
            </p:spPr>
          </p:pic>
        </mc:Fallback>
      </mc:AlternateContent>
      <mc:AlternateContent xmlns:mc="http://schemas.openxmlformats.org/markup-compatibility/2006" xmlns:p14="http://schemas.microsoft.com/office/powerpoint/2010/main">
        <mc:Choice Requires="p14">
          <p:contentPart r:id="rId137" p14:bwMode="auto">
            <p14:nvContentPartPr>
              <p14:cNvPr id="76" name="墨迹 75"/>
              <p14:cNvContentPartPr/>
              <p14:nvPr/>
            </p14:nvContentPartPr>
            <p14:xfrm>
              <a:off x="7633922" y="332166"/>
              <a:ext cx="58810" cy="118631"/>
            </p14:xfrm>
          </p:contentPart>
        </mc:Choice>
        <mc:Fallback xmlns="">
          <p:pic>
            <p:nvPicPr>
              <p:cNvPr id="76" name="墨迹 75"/>
            </p:nvPicPr>
            <p:blipFill>
              <a:blip r:embed="rId138"/>
            </p:blipFill>
            <p:spPr>
              <a:xfrm>
                <a:off x="7633922" y="332166"/>
                <a:ext cx="58810" cy="118631"/>
              </a:xfrm>
              <a:prstGeom prst="rect"/>
            </p:spPr>
          </p:pic>
        </mc:Fallback>
      </mc:AlternateContent>
      <mc:AlternateContent xmlns:mc="http://schemas.openxmlformats.org/markup-compatibility/2006" xmlns:p14="http://schemas.microsoft.com/office/powerpoint/2010/main">
        <mc:Choice Requires="p14">
          <p:contentPart r:id="rId139" p14:bwMode="auto">
            <p14:nvContentPartPr>
              <p14:cNvPr id="77" name="墨迹 76"/>
              <p14:cNvContentPartPr/>
              <p14:nvPr/>
            </p14:nvContentPartPr>
            <p14:xfrm>
              <a:off x="8232399" y="1075272"/>
              <a:ext cx="40046" cy="14233"/>
            </p14:xfrm>
          </p:contentPart>
        </mc:Choice>
        <mc:Fallback xmlns="">
          <p:pic>
            <p:nvPicPr>
              <p:cNvPr id="77" name="墨迹 76"/>
            </p:nvPicPr>
            <p:blipFill>
              <a:blip r:embed="rId140"/>
            </p:blipFill>
            <p:spPr>
              <a:xfrm>
                <a:off x="8232399" y="1075272"/>
                <a:ext cx="40046" cy="14233"/>
              </a:xfrm>
              <a:prstGeom prst="rect"/>
            </p:spPr>
          </p:pic>
        </mc:Fallback>
      </mc:AlternateContent>
      <mc:AlternateContent xmlns:mc="http://schemas.openxmlformats.org/markup-compatibility/2006" xmlns:p14="http://schemas.microsoft.com/office/powerpoint/2010/main">
        <mc:Choice Requires="p14">
          <p:contentPart r:id="rId141" p14:bwMode="auto">
            <p14:nvContentPartPr>
              <p14:cNvPr id="78" name="墨迹 77"/>
              <p14:cNvContentPartPr/>
              <p14:nvPr/>
            </p14:nvContentPartPr>
            <p14:xfrm>
              <a:off x="8221361" y="1151617"/>
              <a:ext cx="46977" cy="16563"/>
            </p14:xfrm>
          </p:contentPart>
        </mc:Choice>
        <mc:Fallback xmlns="">
          <p:pic>
            <p:nvPicPr>
              <p:cNvPr id="78" name="墨迹 77"/>
            </p:nvPicPr>
            <p:blipFill>
              <a:blip r:embed="rId142"/>
            </p:blipFill>
            <p:spPr>
              <a:xfrm>
                <a:off x="8221361" y="1151617"/>
                <a:ext cx="46977" cy="16563"/>
              </a:xfrm>
              <a:prstGeom prst="rect"/>
            </p:spPr>
          </p:pic>
        </mc:Fallback>
      </mc:AlternateContent>
      <mc:AlternateContent xmlns:mc="http://schemas.openxmlformats.org/markup-compatibility/2006" xmlns:p14="http://schemas.microsoft.com/office/powerpoint/2010/main">
        <mc:Choice Requires="p14">
          <p:contentPart r:id="rId143" p14:bwMode="auto">
            <p14:nvContentPartPr>
              <p14:cNvPr id="79" name="墨迹 78"/>
              <p14:cNvContentPartPr/>
              <p14:nvPr/>
            </p14:nvContentPartPr>
            <p14:xfrm>
              <a:off x="8376024" y="823118"/>
              <a:ext cx="66272" cy="168390"/>
            </p14:xfrm>
          </p:contentPart>
        </mc:Choice>
        <mc:Fallback xmlns="">
          <p:pic>
            <p:nvPicPr>
              <p:cNvPr id="79" name="墨迹 78"/>
            </p:nvPicPr>
            <p:blipFill>
              <a:blip r:embed="rId144"/>
            </p:blipFill>
            <p:spPr>
              <a:xfrm>
                <a:off x="8376024" y="823118"/>
                <a:ext cx="66272" cy="168390"/>
              </a:xfrm>
              <a:prstGeom prst="rect"/>
            </p:spPr>
          </p:pic>
        </mc:Fallback>
      </mc:AlternateContent>
      <mc:AlternateContent xmlns:mc="http://schemas.openxmlformats.org/markup-compatibility/2006" xmlns:p14="http://schemas.microsoft.com/office/powerpoint/2010/main">
        <mc:Choice Requires="p14">
          <p:contentPart r:id="rId145" p14:bwMode="auto">
            <p14:nvContentPartPr>
              <p14:cNvPr id="80" name="墨迹 79"/>
              <p14:cNvContentPartPr/>
              <p14:nvPr/>
            </p14:nvContentPartPr>
            <p14:xfrm>
              <a:off x="8480973" y="881088"/>
              <a:ext cx="52452" cy="80055"/>
            </p14:xfrm>
          </p:contentPart>
        </mc:Choice>
        <mc:Fallback xmlns="">
          <p:pic>
            <p:nvPicPr>
              <p:cNvPr id="80" name="墨迹 79"/>
            </p:nvPicPr>
            <p:blipFill>
              <a:blip r:embed="rId146"/>
            </p:blipFill>
            <p:spPr>
              <a:xfrm>
                <a:off x="8480973" y="881088"/>
                <a:ext cx="52452" cy="80055"/>
              </a:xfrm>
              <a:prstGeom prst="rect"/>
            </p:spPr>
          </p:pic>
        </mc:Fallback>
      </mc:AlternateContent>
      <mc:AlternateContent xmlns:mc="http://schemas.openxmlformats.org/markup-compatibility/2006" xmlns:p14="http://schemas.microsoft.com/office/powerpoint/2010/main">
        <mc:Choice Requires="p14">
          <p:contentPart r:id="rId147" p14:bwMode="auto">
            <p14:nvContentPartPr>
              <p14:cNvPr id="81" name="墨迹 80"/>
              <p14:cNvContentPartPr/>
              <p14:nvPr/>
            </p14:nvContentPartPr>
            <p14:xfrm>
              <a:off x="8304234" y="1001170"/>
              <a:ext cx="274756" cy="51069"/>
            </p14:xfrm>
          </p:contentPart>
        </mc:Choice>
        <mc:Fallback xmlns="">
          <p:pic>
            <p:nvPicPr>
              <p:cNvPr id="81" name="墨迹 80"/>
            </p:nvPicPr>
            <p:blipFill>
              <a:blip r:embed="rId148"/>
            </p:blipFill>
            <p:spPr>
              <a:xfrm>
                <a:off x="8304234" y="1001170"/>
                <a:ext cx="274756" cy="51069"/>
              </a:xfrm>
              <a:prstGeom prst="rect"/>
            </p:spPr>
          </p:pic>
        </mc:Fallback>
      </mc:AlternateContent>
      <mc:AlternateContent xmlns:mc="http://schemas.openxmlformats.org/markup-compatibility/2006" xmlns:p14="http://schemas.microsoft.com/office/powerpoint/2010/main">
        <mc:Choice Requires="p14">
          <p:contentPart r:id="rId149" p14:bwMode="auto">
            <p14:nvContentPartPr>
              <p14:cNvPr id="82" name="墨迹 81"/>
              <p14:cNvContentPartPr/>
              <p14:nvPr/>
            </p14:nvContentPartPr>
            <p14:xfrm>
              <a:off x="8345648" y="1118491"/>
              <a:ext cx="74572" cy="149066"/>
            </p14:xfrm>
          </p:contentPart>
        </mc:Choice>
        <mc:Fallback xmlns="">
          <p:pic>
            <p:nvPicPr>
              <p:cNvPr id="82" name="墨迹 81"/>
            </p:nvPicPr>
            <p:blipFill>
              <a:blip r:embed="rId150"/>
            </p:blipFill>
            <p:spPr>
              <a:xfrm>
                <a:off x="8345648" y="1118491"/>
                <a:ext cx="74572" cy="149066"/>
              </a:xfrm>
              <a:prstGeom prst="rect"/>
            </p:spPr>
          </p:pic>
        </mc:Fallback>
      </mc:AlternateContent>
      <mc:AlternateContent xmlns:mc="http://schemas.openxmlformats.org/markup-compatibility/2006" xmlns:p14="http://schemas.microsoft.com/office/powerpoint/2010/main">
        <mc:Choice Requires="p14">
          <p:contentPart r:id="rId151" p14:bwMode="auto">
            <p14:nvContentPartPr>
              <p14:cNvPr id="83" name="墨迹 82"/>
              <p14:cNvContentPartPr/>
              <p14:nvPr/>
            </p14:nvContentPartPr>
            <p14:xfrm>
              <a:off x="8447815" y="1107449"/>
              <a:ext cx="46978" cy="156399"/>
            </p14:xfrm>
          </p:contentPart>
        </mc:Choice>
        <mc:Fallback xmlns="">
          <p:pic>
            <p:nvPicPr>
              <p:cNvPr id="83" name="墨迹 82"/>
            </p:nvPicPr>
            <p:blipFill>
              <a:blip r:embed="rId152"/>
            </p:blipFill>
            <p:spPr>
              <a:xfrm>
                <a:off x="8447815" y="1107449"/>
                <a:ext cx="46978" cy="156399"/>
              </a:xfrm>
              <a:prstGeom prst="rect"/>
            </p:spPr>
          </p:pic>
        </mc:Fallback>
      </mc:AlternateContent>
      <mc:AlternateContent xmlns:mc="http://schemas.openxmlformats.org/markup-compatibility/2006" xmlns:p14="http://schemas.microsoft.com/office/powerpoint/2010/main">
        <mc:Choice Requires="p14">
          <p:contentPart r:id="rId153" p14:bwMode="auto">
            <p14:nvContentPartPr>
              <p14:cNvPr id="84" name="墨迹 83"/>
              <p14:cNvContentPartPr/>
              <p14:nvPr/>
            </p14:nvContentPartPr>
            <p14:xfrm>
              <a:off x="8512718" y="1126772"/>
              <a:ext cx="61195" cy="121462"/>
            </p14:xfrm>
          </p:contentPart>
        </mc:Choice>
        <mc:Fallback xmlns="">
          <p:pic>
            <p:nvPicPr>
              <p:cNvPr id="84" name="墨迹 83"/>
            </p:nvPicPr>
            <p:blipFill>
              <a:blip r:embed="rId154"/>
            </p:blipFill>
            <p:spPr>
              <a:xfrm>
                <a:off x="8512718" y="1126772"/>
                <a:ext cx="61195" cy="121462"/>
              </a:xfrm>
              <a:prstGeom prst="rect"/>
            </p:spPr>
          </p:pic>
        </mc:Fallback>
      </mc:AlternateContent>
      <mc:AlternateContent xmlns:mc="http://schemas.openxmlformats.org/markup-compatibility/2006" xmlns:p14="http://schemas.microsoft.com/office/powerpoint/2010/main">
        <mc:Choice Requires="p14">
          <p:contentPart r:id="rId155" p14:bwMode="auto">
            <p14:nvContentPartPr>
              <p14:cNvPr id="85" name="墨迹 84"/>
              <p14:cNvContentPartPr/>
              <p14:nvPr/>
            </p14:nvContentPartPr>
            <p14:xfrm>
              <a:off x="8536207" y="1136434"/>
              <a:ext cx="27594" cy="15183"/>
            </p14:xfrm>
          </p:contentPart>
        </mc:Choice>
        <mc:Fallback xmlns="">
          <p:pic>
            <p:nvPicPr>
              <p:cNvPr id="85" name="墨迹 84"/>
            </p:nvPicPr>
            <p:blipFill>
              <a:blip r:embed="rId156"/>
            </p:blipFill>
            <p:spPr>
              <a:xfrm>
                <a:off x="8536207" y="1136434"/>
                <a:ext cx="27594" cy="15183"/>
              </a:xfrm>
              <a:prstGeom prst="rect"/>
            </p:spPr>
          </p:pic>
        </mc:Fallback>
      </mc:AlternateContent>
      <mc:AlternateContent xmlns:mc="http://schemas.openxmlformats.org/markup-compatibility/2006" xmlns:p14="http://schemas.microsoft.com/office/powerpoint/2010/main">
        <mc:Choice Requires="p14">
          <p:contentPart r:id="rId157" p14:bwMode="auto">
            <p14:nvContentPartPr>
              <p14:cNvPr id="86" name="墨迹 85"/>
              <p14:cNvContentPartPr/>
              <p14:nvPr/>
            </p14:nvContentPartPr>
            <p14:xfrm>
              <a:off x="8624555" y="905933"/>
              <a:ext cx="89760" cy="62111"/>
            </p14:xfrm>
          </p:contentPart>
        </mc:Choice>
        <mc:Fallback xmlns="">
          <p:pic>
            <p:nvPicPr>
              <p:cNvPr id="86" name="墨迹 85"/>
            </p:nvPicPr>
            <p:blipFill>
              <a:blip r:embed="rId158"/>
            </p:blipFill>
            <p:spPr>
              <a:xfrm>
                <a:off x="8624555" y="905933"/>
                <a:ext cx="89760" cy="62111"/>
              </a:xfrm>
              <a:prstGeom prst="rect"/>
            </p:spPr>
          </p:pic>
        </mc:Fallback>
      </mc:AlternateContent>
      <mc:AlternateContent xmlns:mc="http://schemas.openxmlformats.org/markup-compatibility/2006" xmlns:p14="http://schemas.microsoft.com/office/powerpoint/2010/main">
        <mc:Choice Requires="p14">
          <p:contentPart r:id="rId159" p14:bwMode="auto">
            <p14:nvContentPartPr>
              <p14:cNvPr id="87" name="墨迹 86"/>
              <p14:cNvContentPartPr/>
              <p14:nvPr/>
            </p14:nvContentPartPr>
            <p14:xfrm>
              <a:off x="8627336" y="893510"/>
              <a:ext cx="60753" cy="114561"/>
            </p14:xfrm>
          </p:contentPart>
        </mc:Choice>
        <mc:Fallback xmlns="">
          <p:pic>
            <p:nvPicPr>
              <p:cNvPr id="87" name="墨迹 86"/>
            </p:nvPicPr>
            <p:blipFill>
              <a:blip r:embed="rId160"/>
            </p:blipFill>
            <p:spPr>
              <a:xfrm>
                <a:off x="8627336" y="893510"/>
                <a:ext cx="60753" cy="114561"/>
              </a:xfrm>
              <a:prstGeom prst="rect"/>
            </p:spPr>
          </p:pic>
        </mc:Fallback>
      </mc:AlternateContent>
      <mc:AlternateContent xmlns:mc="http://schemas.openxmlformats.org/markup-compatibility/2006" xmlns:p14="http://schemas.microsoft.com/office/powerpoint/2010/main">
        <mc:Choice Requires="p14">
          <p:contentPart r:id="rId161" p14:bwMode="auto">
            <p14:nvContentPartPr>
              <p14:cNvPr id="88" name="墨迹 87"/>
              <p14:cNvContentPartPr/>
              <p14:nvPr/>
            </p14:nvContentPartPr>
            <p14:xfrm>
              <a:off x="8680583" y="760368"/>
              <a:ext cx="30509" cy="85301"/>
            </p14:xfrm>
          </p:contentPart>
        </mc:Choice>
        <mc:Fallback xmlns="">
          <p:pic>
            <p:nvPicPr>
              <p:cNvPr id="88" name="墨迹 87"/>
            </p:nvPicPr>
            <p:blipFill>
              <a:blip r:embed="rId162"/>
            </p:blipFill>
            <p:spPr>
              <a:xfrm>
                <a:off x="8680583" y="760368"/>
                <a:ext cx="30509" cy="85301"/>
              </a:xfrm>
              <a:prstGeom prst="rect"/>
            </p:spPr>
          </p:pic>
        </mc:Fallback>
      </mc:AlternateContent>
      <mc:AlternateContent xmlns:mc="http://schemas.openxmlformats.org/markup-compatibility/2006" xmlns:p14="http://schemas.microsoft.com/office/powerpoint/2010/main">
        <mc:Choice Requires="p14">
          <p:contentPart r:id="rId163" p14:bwMode="auto">
            <p14:nvContentPartPr>
              <p14:cNvPr id="89" name="墨迹 88"/>
              <p14:cNvContentPartPr/>
              <p14:nvPr/>
            </p14:nvContentPartPr>
            <p14:xfrm>
              <a:off x="8733698" y="828157"/>
              <a:ext cx="3399" cy="360"/>
            </p14:xfrm>
          </p:contentPart>
        </mc:Choice>
        <mc:Fallback xmlns="">
          <p:pic>
            <p:nvPicPr>
              <p:cNvPr id="89" name="墨迹 88"/>
            </p:nvPicPr>
            <p:blipFill>
              <a:blip r:embed="rId164"/>
            </p:blipFill>
            <p:spPr>
              <a:xfrm>
                <a:off x="8733698" y="828157"/>
                <a:ext cx="3399" cy="360"/>
              </a:xfrm>
              <a:prstGeom prst="rect"/>
            </p:spPr>
          </p:pic>
        </mc:Fallback>
      </mc:AlternateContent>
      <mc:AlternateContent xmlns:mc="http://schemas.openxmlformats.org/markup-compatibility/2006" xmlns:p14="http://schemas.microsoft.com/office/powerpoint/2010/main">
        <mc:Choice Requires="p14">
          <p:contentPart r:id="rId165" p14:bwMode="auto">
            <p14:nvContentPartPr>
              <p14:cNvPr id="90" name="墨迹 89"/>
              <p14:cNvContentPartPr/>
              <p14:nvPr/>
            </p14:nvContentPartPr>
            <p14:xfrm>
              <a:off x="8750652" y="746810"/>
              <a:ext cx="10199" cy="78522"/>
            </p14:xfrm>
          </p:contentPart>
        </mc:Choice>
        <mc:Fallback xmlns="">
          <p:pic>
            <p:nvPicPr>
              <p:cNvPr id="90" name="墨迹 89"/>
            </p:nvPicPr>
            <p:blipFill>
              <a:blip r:embed="rId166"/>
            </p:blipFill>
            <p:spPr>
              <a:xfrm>
                <a:off x="8750652" y="746810"/>
                <a:ext cx="10199" cy="78522"/>
              </a:xfrm>
              <a:prstGeom prst="rect"/>
            </p:spPr>
          </p:pic>
        </mc:Fallback>
      </mc:AlternateContent>
      <mc:AlternateContent xmlns:mc="http://schemas.openxmlformats.org/markup-compatibility/2006" xmlns:p14="http://schemas.microsoft.com/office/powerpoint/2010/main">
        <mc:Choice Requires="p14">
          <p:contentPart r:id="rId167" p14:bwMode="auto">
            <p14:nvContentPartPr>
              <p14:cNvPr id="91" name="墨迹 90"/>
              <p14:cNvContentPartPr/>
              <p14:nvPr/>
            </p14:nvContentPartPr>
            <p14:xfrm>
              <a:off x="8787960" y="719694"/>
              <a:ext cx="50862" cy="103943"/>
            </p14:xfrm>
          </p:contentPart>
        </mc:Choice>
        <mc:Fallback xmlns="">
          <p:pic>
            <p:nvPicPr>
              <p:cNvPr id="91" name="墨迹 90"/>
            </p:nvPicPr>
            <p:blipFill>
              <a:blip r:embed="rId168"/>
            </p:blipFill>
            <p:spPr>
              <a:xfrm>
                <a:off x="8787960" y="719694"/>
                <a:ext cx="50862" cy="103943"/>
              </a:xfrm>
              <a:prstGeom prst="rect"/>
            </p:spPr>
          </p:pic>
        </mc:Fallback>
      </mc:AlternateContent>
      <mc:AlternateContent xmlns:mc="http://schemas.openxmlformats.org/markup-compatibility/2006" xmlns:p14="http://schemas.microsoft.com/office/powerpoint/2010/main">
        <mc:Choice Requires="p14">
          <p:contentPart r:id="rId169" p14:bwMode="auto">
            <p14:nvContentPartPr>
              <p14:cNvPr id="92" name="墨迹 91"/>
              <p14:cNvContentPartPr/>
              <p14:nvPr/>
            </p14:nvContentPartPr>
            <p14:xfrm>
              <a:off x="8400264" y="1472153"/>
              <a:ext cx="57662" cy="47453"/>
            </p14:xfrm>
          </p:contentPart>
        </mc:Choice>
        <mc:Fallback xmlns="">
          <p:pic>
            <p:nvPicPr>
              <p:cNvPr id="92" name="墨迹 91"/>
            </p:nvPicPr>
            <p:blipFill>
              <a:blip r:embed="rId170"/>
            </p:blipFill>
            <p:spPr>
              <a:xfrm>
                <a:off x="8400264" y="1472153"/>
                <a:ext cx="57662" cy="47453"/>
              </a:xfrm>
              <a:prstGeom prst="rect"/>
            </p:spPr>
          </p:pic>
        </mc:Fallback>
      </mc:AlternateContent>
      <mc:AlternateContent xmlns:mc="http://schemas.openxmlformats.org/markup-compatibility/2006" xmlns:p14="http://schemas.microsoft.com/office/powerpoint/2010/main">
        <mc:Choice Requires="p14">
          <p:contentPart r:id="rId171" p14:bwMode="auto">
            <p14:nvContentPartPr>
              <p14:cNvPr id="93" name="墨迹 92"/>
              <p14:cNvContentPartPr/>
              <p14:nvPr/>
            </p14:nvContentPartPr>
            <p14:xfrm>
              <a:off x="8404811" y="1433740"/>
              <a:ext cx="47463" cy="116371"/>
            </p14:xfrm>
          </p:contentPart>
        </mc:Choice>
        <mc:Fallback xmlns="">
          <p:pic>
            <p:nvPicPr>
              <p:cNvPr id="93" name="墨迹 92"/>
            </p:nvPicPr>
            <p:blipFill>
              <a:blip r:embed="rId172"/>
            </p:blipFill>
            <p:spPr>
              <a:xfrm>
                <a:off x="8404811" y="1433740"/>
                <a:ext cx="47463" cy="116371"/>
              </a:xfrm>
              <a:prstGeom prst="rect"/>
            </p:spPr>
          </p:pic>
        </mc:Fallback>
      </mc:AlternateContent>
      <mc:AlternateContent xmlns:mc="http://schemas.openxmlformats.org/markup-compatibility/2006" xmlns:p14="http://schemas.microsoft.com/office/powerpoint/2010/main">
        <mc:Choice Requires="p14">
          <p:contentPart r:id="rId173" p14:bwMode="auto">
            <p14:nvContentPartPr>
              <p14:cNvPr id="94" name="墨迹 93"/>
              <p14:cNvContentPartPr/>
              <p14:nvPr/>
            </p14:nvContentPartPr>
            <p14:xfrm>
              <a:off x="8529143" y="1485711"/>
              <a:ext cx="150292" cy="8474"/>
            </p14:xfrm>
          </p:contentPart>
        </mc:Choice>
        <mc:Fallback xmlns="">
          <p:pic>
            <p:nvPicPr>
              <p:cNvPr id="94" name="墨迹 93"/>
            </p:nvPicPr>
            <p:blipFill>
              <a:blip r:embed="rId174"/>
            </p:blipFill>
            <p:spPr>
              <a:xfrm>
                <a:off x="8529143" y="1485711"/>
                <a:ext cx="150292" cy="8474"/>
              </a:xfrm>
              <a:prstGeom prst="rect"/>
            </p:spPr>
          </p:pic>
        </mc:Fallback>
      </mc:AlternateContent>
      <mc:AlternateContent xmlns:mc="http://schemas.openxmlformats.org/markup-compatibility/2006" xmlns:p14="http://schemas.microsoft.com/office/powerpoint/2010/main">
        <mc:Choice Requires="p14">
          <p:contentPart r:id="rId175" p14:bwMode="auto">
            <p14:nvContentPartPr>
              <p14:cNvPr id="95" name="墨迹 94"/>
              <p14:cNvContentPartPr/>
              <p14:nvPr/>
            </p14:nvContentPartPr>
            <p14:xfrm>
              <a:off x="8529143" y="1539943"/>
              <a:ext cx="51966" cy="117501"/>
            </p14:xfrm>
          </p:contentPart>
        </mc:Choice>
        <mc:Fallback xmlns="">
          <p:pic>
            <p:nvPicPr>
              <p:cNvPr id="95" name="墨迹 94"/>
            </p:nvPicPr>
            <p:blipFill>
              <a:blip r:embed="rId176"/>
            </p:blipFill>
            <p:spPr>
              <a:xfrm>
                <a:off x="8529143" y="1539943"/>
                <a:ext cx="51966" cy="117501"/>
              </a:xfrm>
              <a:prstGeom prst="rect"/>
            </p:spPr>
          </p:pic>
        </mc:Fallback>
      </mc:AlternateContent>
      <mc:AlternateContent xmlns:mc="http://schemas.openxmlformats.org/markup-compatibility/2006" xmlns:p14="http://schemas.microsoft.com/office/powerpoint/2010/main">
        <mc:Choice Requires="p14">
          <p:contentPart r:id="rId177" p14:bwMode="auto">
            <p14:nvContentPartPr>
              <p14:cNvPr id="96" name="墨迹 95"/>
              <p14:cNvContentPartPr/>
              <p14:nvPr/>
            </p14:nvContentPartPr>
            <p14:xfrm>
              <a:off x="8589012" y="1573837"/>
              <a:ext cx="46359" cy="70049"/>
            </p14:xfrm>
          </p:contentPart>
        </mc:Choice>
        <mc:Fallback xmlns="">
          <p:pic>
            <p:nvPicPr>
              <p:cNvPr id="96" name="墨迹 95"/>
            </p:nvPicPr>
            <p:blipFill>
              <a:blip r:embed="rId178"/>
            </p:blipFill>
            <p:spPr>
              <a:xfrm>
                <a:off x="8589012" y="1573837"/>
                <a:ext cx="46359" cy="70049"/>
              </a:xfrm>
              <a:prstGeom prst="rect"/>
            </p:spPr>
          </p:pic>
        </mc:Fallback>
      </mc:AlternateContent>
      <mc:AlternateContent xmlns:mc="http://schemas.openxmlformats.org/markup-compatibility/2006" xmlns:p14="http://schemas.microsoft.com/office/powerpoint/2010/main">
        <mc:Choice Requires="p14">
          <p:contentPart r:id="rId179" p14:bwMode="auto">
            <p14:nvContentPartPr>
              <p14:cNvPr id="97" name="墨迹 96"/>
              <p14:cNvContentPartPr/>
              <p14:nvPr/>
            </p14:nvContentPartPr>
            <p14:xfrm>
              <a:off x="8544949" y="1363691"/>
              <a:ext cx="57662" cy="11298"/>
            </p14:xfrm>
          </p:contentPart>
        </mc:Choice>
        <mc:Fallback xmlns="">
          <p:pic>
            <p:nvPicPr>
              <p:cNvPr id="97" name="墨迹 96"/>
            </p:nvPicPr>
            <p:blipFill>
              <a:blip r:embed="rId180"/>
            </p:blipFill>
            <p:spPr>
              <a:xfrm>
                <a:off x="8544949" y="1363691"/>
                <a:ext cx="57662" cy="11298"/>
              </a:xfrm>
              <a:prstGeom prst="rect"/>
            </p:spPr>
          </p:pic>
        </mc:Fallback>
      </mc:AlternateContent>
      <mc:AlternateContent xmlns:mc="http://schemas.openxmlformats.org/markup-compatibility/2006" xmlns:p14="http://schemas.microsoft.com/office/powerpoint/2010/main">
        <mc:Choice Requires="p14">
          <p:contentPart r:id="rId181" p14:bwMode="auto">
            <p14:nvContentPartPr>
              <p14:cNvPr id="98" name="墨迹 97"/>
              <p14:cNvContentPartPr/>
              <p14:nvPr/>
            </p14:nvContentPartPr>
            <p14:xfrm>
              <a:off x="8565303" y="1390806"/>
              <a:ext cx="9051" cy="45193"/>
            </p14:xfrm>
          </p:contentPart>
        </mc:Choice>
        <mc:Fallback xmlns="">
          <p:pic>
            <p:nvPicPr>
              <p:cNvPr id="98" name="墨迹 97"/>
            </p:nvPicPr>
            <p:blipFill>
              <a:blip r:embed="rId182"/>
            </p:blipFill>
            <p:spPr>
              <a:xfrm>
                <a:off x="8565303" y="1390806"/>
                <a:ext cx="9051" cy="45193"/>
              </a:xfrm>
              <a:prstGeom prst="rect"/>
            </p:spPr>
          </p:pic>
        </mc:Fallback>
      </mc:AlternateContent>
      <mc:AlternateContent xmlns:mc="http://schemas.openxmlformats.org/markup-compatibility/2006" xmlns:p14="http://schemas.microsoft.com/office/powerpoint/2010/main">
        <mc:Choice Requires="p14">
          <p:contentPart r:id="rId183" p14:bwMode="auto">
            <p14:nvContentPartPr>
              <p14:cNvPr id="99" name="墨迹 98"/>
              <p14:cNvContentPartPr/>
              <p14:nvPr/>
            </p14:nvContentPartPr>
            <p14:xfrm>
              <a:off x="8587908" y="1380073"/>
              <a:ext cx="10155" cy="43498"/>
            </p14:xfrm>
          </p:contentPart>
        </mc:Choice>
        <mc:Fallback xmlns="">
          <p:pic>
            <p:nvPicPr>
              <p:cNvPr id="99" name="墨迹 98"/>
            </p:nvPicPr>
            <p:blipFill>
              <a:blip r:embed="rId184"/>
            </p:blipFill>
            <p:spPr>
              <a:xfrm>
                <a:off x="8587908" y="1380073"/>
                <a:ext cx="10155" cy="43498"/>
              </a:xfrm>
              <a:prstGeom prst="rect"/>
            </p:spPr>
          </p:pic>
        </mc:Fallback>
      </mc:AlternateContent>
      <mc:AlternateContent xmlns:mc="http://schemas.openxmlformats.org/markup-compatibility/2006" xmlns:p14="http://schemas.microsoft.com/office/powerpoint/2010/main">
        <mc:Choice Requires="p14">
          <p:contentPart r:id="rId185" p14:bwMode="auto">
            <p14:nvContentPartPr>
              <p14:cNvPr id="100" name="墨迹 99"/>
              <p14:cNvContentPartPr/>
              <p14:nvPr/>
            </p14:nvContentPartPr>
            <p14:xfrm>
              <a:off x="8706191" y="1458596"/>
              <a:ext cx="77266" cy="33894"/>
            </p14:xfrm>
          </p:contentPart>
        </mc:Choice>
        <mc:Fallback xmlns="">
          <p:pic>
            <p:nvPicPr>
              <p:cNvPr id="100" name="墨迹 99"/>
            </p:nvPicPr>
            <p:blipFill>
              <a:blip r:embed="rId186"/>
            </p:blipFill>
            <p:spPr>
              <a:xfrm>
                <a:off x="8706191" y="1458596"/>
                <a:ext cx="77266" cy="33894"/>
              </a:xfrm>
              <a:prstGeom prst="rect"/>
            </p:spPr>
          </p:pic>
        </mc:Fallback>
      </mc:AlternateContent>
      <mc:AlternateContent xmlns:mc="http://schemas.openxmlformats.org/markup-compatibility/2006" xmlns:p14="http://schemas.microsoft.com/office/powerpoint/2010/main">
        <mc:Choice Requires="p14">
          <p:contentPart r:id="rId187" p14:bwMode="auto">
            <p14:nvContentPartPr>
              <p14:cNvPr id="101" name="墨迹 100"/>
              <p14:cNvContentPartPr/>
              <p14:nvPr/>
            </p14:nvContentPartPr>
            <p14:xfrm>
              <a:off x="8723543" y="1429220"/>
              <a:ext cx="40663" cy="86996"/>
            </p14:xfrm>
          </p:contentPart>
        </mc:Choice>
        <mc:Fallback xmlns="">
          <p:pic>
            <p:nvPicPr>
              <p:cNvPr id="101" name="墨迹 100"/>
            </p:nvPicPr>
            <p:blipFill>
              <a:blip r:embed="rId188"/>
            </p:blipFill>
            <p:spPr>
              <a:xfrm>
                <a:off x="8723543" y="1429220"/>
                <a:ext cx="40663" cy="86996"/>
              </a:xfrm>
              <a:prstGeom prst="rect"/>
            </p:spPr>
          </p:pic>
        </mc:Fallback>
      </mc:AlternateContent>
      <mc:AlternateContent xmlns:mc="http://schemas.openxmlformats.org/markup-compatibility/2006" xmlns:p14="http://schemas.microsoft.com/office/powerpoint/2010/main">
        <mc:Choice Requires="p14">
          <p:contentPart r:id="rId189" p14:bwMode="auto">
            <p14:nvContentPartPr>
              <p14:cNvPr id="102" name="墨迹 101"/>
              <p14:cNvContentPartPr/>
              <p14:nvPr/>
            </p14:nvContentPartPr>
            <p14:xfrm>
              <a:off x="8807166" y="1381768"/>
              <a:ext cx="63313" cy="142357"/>
            </p14:xfrm>
          </p:contentPart>
        </mc:Choice>
        <mc:Fallback xmlns="">
          <p:pic>
            <p:nvPicPr>
              <p:cNvPr id="102" name="墨迹 101"/>
            </p:nvPicPr>
            <p:blipFill>
              <a:blip r:embed="rId190"/>
            </p:blipFill>
            <p:spPr>
              <a:xfrm>
                <a:off x="8807166" y="1381768"/>
                <a:ext cx="63313" cy="142357"/>
              </a:xfrm>
              <a:prstGeom prst="rect"/>
            </p:spPr>
          </p:pic>
        </mc:Fallback>
      </mc:AlternateContent>
      <mc:AlternateContent xmlns:mc="http://schemas.openxmlformats.org/markup-compatibility/2006" xmlns:p14="http://schemas.microsoft.com/office/powerpoint/2010/main">
        <mc:Choice Requires="p14">
          <p:contentPart r:id="rId191" p14:bwMode="auto">
            <p14:nvContentPartPr>
              <p14:cNvPr id="103" name="墨迹 102"/>
              <p14:cNvContentPartPr/>
              <p14:nvPr/>
            </p14:nvContentPartPr>
            <p14:xfrm>
              <a:off x="8823016" y="1387417"/>
              <a:ext cx="53115" cy="37284"/>
            </p14:xfrm>
          </p:contentPart>
        </mc:Choice>
        <mc:Fallback xmlns="">
          <p:pic>
            <p:nvPicPr>
              <p:cNvPr id="103" name="墨迹 102"/>
            </p:nvPicPr>
            <p:blipFill>
              <a:blip r:embed="rId192"/>
            </p:blipFill>
            <p:spPr>
              <a:xfrm>
                <a:off x="8823016" y="1387417"/>
                <a:ext cx="53115" cy="37284"/>
              </a:xfrm>
              <a:prstGeom prst="rect"/>
            </p:spPr>
          </p:pic>
        </mc:Fallback>
      </mc:AlternateContent>
      <mc:AlternateContent xmlns:mc="http://schemas.openxmlformats.org/markup-compatibility/2006" xmlns:p14="http://schemas.microsoft.com/office/powerpoint/2010/main">
        <mc:Choice Requires="p14">
          <p:contentPart r:id="rId193" p14:bwMode="auto">
            <p14:nvContentPartPr>
              <p14:cNvPr id="104" name="墨迹 103"/>
              <p14:cNvContentPartPr/>
              <p14:nvPr/>
            </p14:nvContentPartPr>
            <p14:xfrm>
              <a:off x="8176459" y="1950067"/>
              <a:ext cx="45211" cy="12428"/>
            </p14:xfrm>
          </p:contentPart>
        </mc:Choice>
        <mc:Fallback xmlns="">
          <p:pic>
            <p:nvPicPr>
              <p:cNvPr id="104" name="墨迹 103"/>
            </p:nvPicPr>
            <p:blipFill>
              <a:blip r:embed="rId194"/>
            </p:blipFill>
            <p:spPr>
              <a:xfrm>
                <a:off x="8176459" y="1950067"/>
                <a:ext cx="45211" cy="12428"/>
              </a:xfrm>
              <a:prstGeom prst="rect"/>
            </p:spPr>
          </p:pic>
        </mc:Fallback>
      </mc:AlternateContent>
      <mc:AlternateContent xmlns:mc="http://schemas.openxmlformats.org/markup-compatibility/2006" xmlns:p14="http://schemas.microsoft.com/office/powerpoint/2010/main">
        <mc:Choice Requires="p14">
          <p:contentPart r:id="rId195" p14:bwMode="auto">
            <p14:nvContentPartPr>
              <p14:cNvPr id="105" name="墨迹 104"/>
              <p14:cNvContentPartPr/>
              <p14:nvPr/>
            </p14:nvContentPartPr>
            <p14:xfrm>
              <a:off x="8190631" y="2018986"/>
              <a:ext cx="43490" cy="6779"/>
            </p14:xfrm>
          </p:contentPart>
        </mc:Choice>
        <mc:Fallback xmlns="">
          <p:pic>
            <p:nvPicPr>
              <p:cNvPr id="105" name="墨迹 104"/>
            </p:nvPicPr>
            <p:blipFill>
              <a:blip r:embed="rId196"/>
            </p:blipFill>
            <p:spPr>
              <a:xfrm>
                <a:off x="8190631" y="2018986"/>
                <a:ext cx="43490" cy="6779"/>
              </a:xfrm>
              <a:prstGeom prst="rect"/>
            </p:spPr>
          </p:pic>
        </mc:Fallback>
      </mc:AlternateContent>
      <mc:AlternateContent xmlns:mc="http://schemas.openxmlformats.org/markup-compatibility/2006" xmlns:p14="http://schemas.microsoft.com/office/powerpoint/2010/main">
        <mc:Choice Requires="p14">
          <p:contentPart r:id="rId197" p14:bwMode="auto">
            <p14:nvContentPartPr>
              <p14:cNvPr id="107" name="墨迹 106"/>
              <p14:cNvContentPartPr/>
              <p14:nvPr/>
            </p14:nvContentPartPr>
            <p14:xfrm>
              <a:off x="8499737" y="2048361"/>
              <a:ext cx="74617" cy="140097"/>
            </p14:xfrm>
          </p:contentPart>
        </mc:Choice>
        <mc:Fallback xmlns="">
          <p:pic>
            <p:nvPicPr>
              <p:cNvPr id="107" name="墨迹 106"/>
            </p:nvPicPr>
            <p:blipFill>
              <a:blip r:embed="rId198"/>
            </p:blipFill>
            <p:spPr>
              <a:xfrm>
                <a:off x="8499737" y="2048361"/>
                <a:ext cx="74617" cy="140097"/>
              </a:xfrm>
              <a:prstGeom prst="rect"/>
            </p:spPr>
          </p:pic>
        </mc:Fallback>
      </mc:AlternateContent>
      <mc:AlternateContent xmlns:mc="http://schemas.openxmlformats.org/markup-compatibility/2006" xmlns:p14="http://schemas.microsoft.com/office/powerpoint/2010/main">
        <mc:Choice Requires="p14">
          <p:contentPart r:id="rId199" p14:bwMode="auto">
            <p14:nvContentPartPr>
              <p14:cNvPr id="108" name="墨迹 107"/>
              <p14:cNvContentPartPr/>
              <p14:nvPr/>
            </p14:nvContentPartPr>
            <p14:xfrm>
              <a:off x="8605967" y="2086775"/>
              <a:ext cx="65565" cy="97164"/>
            </p14:xfrm>
          </p:contentPart>
        </mc:Choice>
        <mc:Fallback xmlns="">
          <p:pic>
            <p:nvPicPr>
              <p:cNvPr id="108" name="墨迹 107"/>
            </p:nvPicPr>
            <p:blipFill>
              <a:blip r:embed="rId200"/>
            </p:blipFill>
            <p:spPr>
              <a:xfrm>
                <a:off x="8605967" y="2086775"/>
                <a:ext cx="65565" cy="97164"/>
              </a:xfrm>
              <a:prstGeom prst="rect"/>
            </p:spPr>
          </p:pic>
        </mc:Fallback>
      </mc:AlternateContent>
      <mc:AlternateContent xmlns:mc="http://schemas.openxmlformats.org/markup-compatibility/2006" xmlns:p14="http://schemas.microsoft.com/office/powerpoint/2010/main">
        <mc:Choice Requires="p14">
          <p:contentPart r:id="rId201" p14:bwMode="auto">
            <p14:nvContentPartPr>
              <p14:cNvPr id="109" name="墨迹 108"/>
              <p14:cNvContentPartPr/>
              <p14:nvPr/>
            </p14:nvContentPartPr>
            <p14:xfrm>
              <a:off x="8621817" y="2079996"/>
              <a:ext cx="40663" cy="36154"/>
            </p14:xfrm>
          </p:contentPart>
        </mc:Choice>
        <mc:Fallback xmlns="">
          <p:pic>
            <p:nvPicPr>
              <p:cNvPr id="109" name="墨迹 108"/>
            </p:nvPicPr>
            <p:blipFill>
              <a:blip r:embed="rId202"/>
            </p:blipFill>
            <p:spPr>
              <a:xfrm>
                <a:off x="8621817" y="2079996"/>
                <a:ext cx="40663" cy="36154"/>
              </a:xfrm>
              <a:prstGeom prst="rect"/>
            </p:spPr>
          </p:pic>
        </mc:Fallback>
      </mc:AlternateContent>
      <mc:AlternateContent xmlns:mc="http://schemas.openxmlformats.org/markup-compatibility/2006" xmlns:p14="http://schemas.microsoft.com/office/powerpoint/2010/main">
        <mc:Choice Requires="p14">
          <p:contentPart r:id="rId203" p14:bwMode="auto">
            <p14:nvContentPartPr>
              <p14:cNvPr id="113" name="墨迹 112"/>
              <p14:cNvContentPartPr/>
              <p14:nvPr/>
            </p14:nvContentPartPr>
            <p14:xfrm>
              <a:off x="8496338" y="1542202"/>
              <a:ext cx="53114" cy="112982"/>
            </p14:xfrm>
          </p:contentPart>
        </mc:Choice>
        <mc:Fallback xmlns="">
          <p:pic>
            <p:nvPicPr>
              <p:cNvPr id="113" name="墨迹 112"/>
            </p:nvPicPr>
            <p:blipFill>
              <a:blip r:embed="rId204"/>
            </p:blipFill>
            <p:spPr>
              <a:xfrm>
                <a:off x="8496338" y="1542202"/>
                <a:ext cx="53114" cy="112982"/>
              </a:xfrm>
              <a:prstGeom prst="rect"/>
            </p:spPr>
          </p:pic>
        </mc:Fallback>
      </mc:AlternateContent>
      <mc:AlternateContent xmlns:mc="http://schemas.openxmlformats.org/markup-compatibility/2006" xmlns:p14="http://schemas.microsoft.com/office/powerpoint/2010/main">
        <mc:Choice Requires="p14">
          <p:contentPart r:id="rId205" p14:bwMode="auto">
            <p14:nvContentPartPr>
              <p14:cNvPr id="114" name="墨迹 113"/>
              <p14:cNvContentPartPr/>
              <p14:nvPr/>
            </p14:nvContentPartPr>
            <p14:xfrm>
              <a:off x="8330195" y="1869850"/>
              <a:ext cx="471319" cy="45192"/>
            </p14:xfrm>
          </p:contentPart>
        </mc:Choice>
        <mc:Fallback xmlns="">
          <p:pic>
            <p:nvPicPr>
              <p:cNvPr id="114" name="墨迹 113"/>
            </p:nvPicPr>
            <p:blipFill>
              <a:blip r:embed="rId206"/>
            </p:blipFill>
            <p:spPr>
              <a:xfrm>
                <a:off x="8330195" y="1869850"/>
                <a:ext cx="471319" cy="45192"/>
              </a:xfrm>
              <a:prstGeom prst="rect"/>
            </p:spPr>
          </p:pic>
        </mc:Fallback>
      </mc:AlternateContent>
      <mc:AlternateContent xmlns:mc="http://schemas.openxmlformats.org/markup-compatibility/2006" xmlns:p14="http://schemas.microsoft.com/office/powerpoint/2010/main">
        <mc:Choice Requires="p14">
          <p:contentPart r:id="rId207" p14:bwMode="auto">
            <p14:nvContentPartPr>
              <p14:cNvPr id="115" name="墨迹 114"/>
              <p14:cNvContentPartPr/>
              <p14:nvPr/>
            </p14:nvContentPartPr>
            <p14:xfrm>
              <a:off x="8378408" y="1781724"/>
              <a:ext cx="72718" cy="74003"/>
            </p14:xfrm>
          </p:contentPart>
        </mc:Choice>
        <mc:Fallback xmlns="">
          <p:pic>
            <p:nvPicPr>
              <p:cNvPr id="115" name="墨迹 114"/>
            </p:nvPicPr>
            <p:blipFill>
              <a:blip r:embed="rId208"/>
            </p:blipFill>
            <p:spPr>
              <a:xfrm>
                <a:off x="8378408" y="1781724"/>
                <a:ext cx="72718" cy="74003"/>
              </a:xfrm>
              <a:prstGeom prst="rect"/>
            </p:spPr>
          </p:pic>
        </mc:Fallback>
      </mc:AlternateContent>
      <mc:AlternateContent xmlns:mc="http://schemas.openxmlformats.org/markup-compatibility/2006" xmlns:p14="http://schemas.microsoft.com/office/powerpoint/2010/main">
        <mc:Choice Requires="p14">
          <p:contentPart r:id="rId209" p14:bwMode="auto">
            <p14:nvContentPartPr>
              <p14:cNvPr id="116" name="墨迹 115"/>
              <p14:cNvContentPartPr/>
              <p14:nvPr/>
            </p14:nvContentPartPr>
            <p14:xfrm>
              <a:off x="8463577" y="1761387"/>
              <a:ext cx="61018" cy="53101"/>
            </p14:xfrm>
          </p:contentPart>
        </mc:Choice>
        <mc:Fallback xmlns="">
          <p:pic>
            <p:nvPicPr>
              <p:cNvPr id="116" name="墨迹 115"/>
            </p:nvPicPr>
            <p:blipFill>
              <a:blip r:embed="rId210"/>
            </p:blipFill>
            <p:spPr>
              <a:xfrm>
                <a:off x="8463577" y="1761387"/>
                <a:ext cx="61018" cy="53101"/>
              </a:xfrm>
              <a:prstGeom prst="rect"/>
            </p:spPr>
          </p:pic>
        </mc:Fallback>
      </mc:AlternateContent>
      <mc:AlternateContent xmlns:mc="http://schemas.openxmlformats.org/markup-compatibility/2006" xmlns:p14="http://schemas.microsoft.com/office/powerpoint/2010/main">
        <mc:Choice Requires="p14">
          <p:contentPart r:id="rId211" p14:bwMode="auto">
            <p14:nvContentPartPr>
              <p14:cNvPr id="117" name="墨迹 116"/>
              <p14:cNvContentPartPr/>
              <p14:nvPr/>
            </p14:nvContentPartPr>
            <p14:xfrm>
              <a:off x="8480531" y="1770425"/>
              <a:ext cx="16954" cy="45193"/>
            </p14:xfrm>
          </p:contentPart>
        </mc:Choice>
        <mc:Fallback xmlns="">
          <p:pic>
            <p:nvPicPr>
              <p:cNvPr id="117" name="墨迹 116"/>
            </p:nvPicPr>
            <p:blipFill>
              <a:blip r:embed="rId212"/>
            </p:blipFill>
            <p:spPr>
              <a:xfrm>
                <a:off x="8480531" y="1770425"/>
                <a:ext cx="16954" cy="45193"/>
              </a:xfrm>
              <a:prstGeom prst="rect"/>
            </p:spPr>
          </p:pic>
        </mc:Fallback>
      </mc:AlternateContent>
      <mc:AlternateContent xmlns:mc="http://schemas.openxmlformats.org/markup-compatibility/2006" xmlns:p14="http://schemas.microsoft.com/office/powerpoint/2010/main">
        <mc:Choice Requires="p14">
          <p:contentPart r:id="rId213" p14:bwMode="auto">
            <p14:nvContentPartPr>
              <p14:cNvPr id="118" name="墨迹 117"/>
              <p14:cNvContentPartPr/>
              <p14:nvPr/>
            </p14:nvContentPartPr>
            <p14:xfrm>
              <a:off x="8540446" y="1763647"/>
              <a:ext cx="42915" cy="63270"/>
            </p14:xfrm>
          </p:contentPart>
        </mc:Choice>
        <mc:Fallback xmlns="">
          <p:pic>
            <p:nvPicPr>
              <p:cNvPr id="118" name="墨迹 117"/>
            </p:nvPicPr>
            <p:blipFill>
              <a:blip r:embed="rId214"/>
            </p:blipFill>
            <p:spPr>
              <a:xfrm>
                <a:off x="8540446" y="1763647"/>
                <a:ext cx="42915" cy="63270"/>
              </a:xfrm>
              <a:prstGeom prst="rect"/>
            </p:spPr>
          </p:pic>
        </mc:Fallback>
      </mc:AlternateContent>
      <mc:AlternateContent xmlns:mc="http://schemas.openxmlformats.org/markup-compatibility/2006" xmlns:p14="http://schemas.microsoft.com/office/powerpoint/2010/main">
        <mc:Choice Requires="p14">
          <p:contentPart r:id="rId215" p14:bwMode="auto">
            <p14:nvContentPartPr>
              <p14:cNvPr id="119" name="墨迹 118"/>
              <p14:cNvContentPartPr/>
              <p14:nvPr/>
            </p14:nvContentPartPr>
            <p14:xfrm>
              <a:off x="8610514" y="1806580"/>
              <a:ext cx="10155" cy="7908"/>
            </p14:xfrm>
          </p:contentPart>
        </mc:Choice>
        <mc:Fallback xmlns="">
          <p:pic>
            <p:nvPicPr>
              <p:cNvPr id="119" name="墨迹 118"/>
            </p:nvPicPr>
            <p:blipFill>
              <a:blip r:embed="rId216"/>
            </p:blipFill>
            <p:spPr>
              <a:xfrm>
                <a:off x="8610514" y="1806580"/>
                <a:ext cx="10155" cy="7908"/>
              </a:xfrm>
              <a:prstGeom prst="rect"/>
            </p:spPr>
          </p:pic>
        </mc:Fallback>
      </mc:AlternateContent>
      <mc:AlternateContent xmlns:mc="http://schemas.openxmlformats.org/markup-compatibility/2006" xmlns:p14="http://schemas.microsoft.com/office/powerpoint/2010/main">
        <mc:Choice Requires="p14">
          <p:contentPart r:id="rId217" p14:bwMode="auto">
            <p14:nvContentPartPr>
              <p14:cNvPr id="120" name="墨迹 119"/>
              <p14:cNvContentPartPr/>
              <p14:nvPr/>
            </p14:nvContentPartPr>
            <p14:xfrm>
              <a:off x="8626321" y="1738791"/>
              <a:ext cx="18102" cy="96387"/>
            </p14:xfrm>
          </p:contentPart>
        </mc:Choice>
        <mc:Fallback xmlns="">
          <p:pic>
            <p:nvPicPr>
              <p:cNvPr id="120" name="墨迹 119"/>
            </p:nvPicPr>
            <p:blipFill>
              <a:blip r:embed="rId218"/>
            </p:blipFill>
            <p:spPr>
              <a:xfrm>
                <a:off x="8626321" y="1738791"/>
                <a:ext cx="18102" cy="96387"/>
              </a:xfrm>
              <a:prstGeom prst="rect"/>
            </p:spPr>
          </p:pic>
        </mc:Fallback>
      </mc:AlternateContent>
      <mc:AlternateContent xmlns:mc="http://schemas.openxmlformats.org/markup-compatibility/2006" xmlns:p14="http://schemas.microsoft.com/office/powerpoint/2010/main">
        <mc:Choice Requires="p14">
          <p:contentPart r:id="rId219" p14:bwMode="auto">
            <p14:nvContentPartPr>
              <p14:cNvPr id="121" name="墨迹 120"/>
              <p14:cNvContentPartPr/>
              <p14:nvPr/>
            </p14:nvContentPartPr>
            <p14:xfrm>
              <a:off x="8664777" y="1722973"/>
              <a:ext cx="61017" cy="110722"/>
            </p14:xfrm>
          </p:contentPart>
        </mc:Choice>
        <mc:Fallback xmlns="">
          <p:pic>
            <p:nvPicPr>
              <p:cNvPr id="121" name="墨迹 120"/>
            </p:nvPicPr>
            <p:blipFill>
              <a:blip r:embed="rId220"/>
            </p:blipFill>
            <p:spPr>
              <a:xfrm>
                <a:off x="8664777" y="1722973"/>
                <a:ext cx="61017" cy="110722"/>
              </a:xfrm>
              <a:prstGeom prst="rect"/>
            </p:spPr>
          </p:pic>
        </mc:Fallback>
      </mc:AlternateContent>
      <mc:AlternateContent xmlns:mc="http://schemas.openxmlformats.org/markup-compatibility/2006" xmlns:p14="http://schemas.microsoft.com/office/powerpoint/2010/main">
        <mc:Choice Requires="p14">
          <p:contentPart r:id="rId221" p14:bwMode="auto">
            <p14:nvContentPartPr>
              <p14:cNvPr id="122" name="墨迹 121"/>
              <p14:cNvContentPartPr/>
              <p14:nvPr/>
            </p14:nvContentPartPr>
            <p14:xfrm>
              <a:off x="8733168" y="1756868"/>
              <a:ext cx="63843" cy="29375"/>
            </p14:xfrm>
          </p:contentPart>
        </mc:Choice>
        <mc:Fallback xmlns="">
          <p:pic>
            <p:nvPicPr>
              <p:cNvPr id="122" name="墨迹 121"/>
            </p:nvPicPr>
            <p:blipFill>
              <a:blip r:embed="rId222"/>
            </p:blipFill>
            <p:spPr>
              <a:xfrm>
                <a:off x="8733168" y="1756868"/>
                <a:ext cx="63843" cy="29375"/>
              </a:xfrm>
              <a:prstGeom prst="rect"/>
            </p:spPr>
          </p:pic>
        </mc:Fallback>
      </mc:AlternateContent>
      <mc:AlternateContent xmlns:mc="http://schemas.openxmlformats.org/markup-compatibility/2006" xmlns:p14="http://schemas.microsoft.com/office/powerpoint/2010/main">
        <mc:Choice Requires="p14">
          <p:contentPart r:id="rId223" p14:bwMode="auto">
            <p14:nvContentPartPr>
              <p14:cNvPr id="123" name="墨迹 122"/>
              <p14:cNvContentPartPr/>
              <p14:nvPr/>
            </p14:nvContentPartPr>
            <p14:xfrm>
              <a:off x="8748400" y="1738791"/>
              <a:ext cx="22606" cy="72308"/>
            </p14:xfrm>
          </p:contentPart>
        </mc:Choice>
        <mc:Fallback xmlns="">
          <p:pic>
            <p:nvPicPr>
              <p:cNvPr id="123" name="墨迹 122"/>
            </p:nvPicPr>
            <p:blipFill>
              <a:blip r:embed="rId224"/>
            </p:blipFill>
            <p:spPr>
              <a:xfrm>
                <a:off x="8748400" y="1738791"/>
                <a:ext cx="22606" cy="72308"/>
              </a:xfrm>
              <a:prstGeom prst="rect"/>
            </p:spPr>
          </p:pic>
        </mc:Fallback>
      </mc:AlternateContent>
      <mc:AlternateContent xmlns:mc="http://schemas.openxmlformats.org/markup-compatibility/2006" xmlns:p14="http://schemas.microsoft.com/office/powerpoint/2010/main">
        <mc:Choice Requires="p14">
          <p:contentPart r:id="rId225" p14:bwMode="auto">
            <p14:nvContentPartPr>
              <p14:cNvPr id="124" name="墨迹 123"/>
              <p14:cNvContentPartPr/>
              <p14:nvPr/>
            </p14:nvContentPartPr>
            <p14:xfrm>
              <a:off x="8802662" y="1674391"/>
              <a:ext cx="80224" cy="59315"/>
            </p14:xfrm>
          </p:contentPart>
        </mc:Choice>
        <mc:Fallback xmlns="">
          <p:pic>
            <p:nvPicPr>
              <p:cNvPr id="124" name="墨迹 123"/>
            </p:nvPicPr>
            <p:blipFill>
              <a:blip r:embed="rId226"/>
            </p:blipFill>
            <p:spPr>
              <a:xfrm>
                <a:off x="8802662" y="1674391"/>
                <a:ext cx="80224" cy="59315"/>
              </a:xfrm>
              <a:prstGeom prst="rect"/>
            </p:spPr>
          </p:pic>
        </mc:Fallback>
      </mc:AlternateContent>
      <mc:AlternateContent xmlns:mc="http://schemas.openxmlformats.org/markup-compatibility/2006" xmlns:p14="http://schemas.microsoft.com/office/powerpoint/2010/main">
        <mc:Choice Requires="p14">
          <p:contentPart r:id="rId227" p14:bwMode="auto">
            <p14:nvContentPartPr>
              <p14:cNvPr id="125" name="墨迹 124"/>
              <p14:cNvContentPartPr/>
              <p14:nvPr/>
            </p14:nvContentPartPr>
            <p14:xfrm>
              <a:off x="8809418" y="1734271"/>
              <a:ext cx="23753" cy="44063"/>
            </p14:xfrm>
          </p:contentPart>
        </mc:Choice>
        <mc:Fallback xmlns="">
          <p:pic>
            <p:nvPicPr>
              <p:cNvPr id="125" name="墨迹 124"/>
            </p:nvPicPr>
            <p:blipFill>
              <a:blip r:embed="rId228"/>
            </p:blipFill>
            <p:spPr>
              <a:xfrm>
                <a:off x="8809418" y="1734271"/>
                <a:ext cx="23753" cy="44063"/>
              </a:xfrm>
              <a:prstGeom prst="rect"/>
            </p:spPr>
          </p:pic>
        </mc:Fallback>
      </mc:AlternateContent>
      <mc:AlternateContent xmlns:mc="http://schemas.openxmlformats.org/markup-compatibility/2006" xmlns:p14="http://schemas.microsoft.com/office/powerpoint/2010/main">
        <mc:Choice Requires="p14">
          <p:contentPart r:id="rId229" p14:bwMode="auto">
            <p14:nvContentPartPr>
              <p14:cNvPr id="126" name="墨迹 125"/>
              <p14:cNvContentPartPr/>
              <p14:nvPr/>
            </p14:nvContentPartPr>
            <p14:xfrm>
              <a:off x="8865932" y="1704896"/>
              <a:ext cx="19250" cy="90385"/>
            </p14:xfrm>
          </p:contentPart>
        </mc:Choice>
        <mc:Fallback xmlns="">
          <p:pic>
            <p:nvPicPr>
              <p:cNvPr id="126" name="墨迹 125"/>
            </p:nvPicPr>
            <p:blipFill>
              <a:blip r:embed="rId230"/>
            </p:blipFill>
            <p:spPr>
              <a:xfrm>
                <a:off x="8865932" y="1704896"/>
                <a:ext cx="19250" cy="90385"/>
              </a:xfrm>
              <a:prstGeom prst="rect"/>
            </p:spPr>
          </p:pic>
        </mc:Fallback>
      </mc:AlternateContent>
      <mc:AlternateContent xmlns:mc="http://schemas.openxmlformats.org/markup-compatibility/2006" xmlns:p14="http://schemas.microsoft.com/office/powerpoint/2010/main">
        <mc:Choice Requires="p14">
          <p:contentPart r:id="rId231" p14:bwMode="auto">
            <p14:nvContentPartPr>
              <p14:cNvPr id="127" name="墨迹 126"/>
              <p14:cNvContentPartPr/>
              <p14:nvPr/>
            </p14:nvContentPartPr>
            <p14:xfrm>
              <a:off x="8759703" y="1842734"/>
              <a:ext cx="187645" cy="54231"/>
            </p14:xfrm>
          </p:contentPart>
        </mc:Choice>
        <mc:Fallback xmlns="">
          <p:pic>
            <p:nvPicPr>
              <p:cNvPr id="127" name="墨迹 126"/>
            </p:nvPicPr>
            <p:blipFill>
              <a:blip r:embed="rId232"/>
            </p:blipFill>
            <p:spPr>
              <a:xfrm>
                <a:off x="8759703" y="1842734"/>
                <a:ext cx="187645" cy="54231"/>
              </a:xfrm>
              <a:prstGeom prst="rect"/>
            </p:spPr>
          </p:pic>
        </mc:Fallback>
      </mc:AlternateContent>
      <mc:AlternateContent xmlns:mc="http://schemas.openxmlformats.org/markup-compatibility/2006" xmlns:p14="http://schemas.microsoft.com/office/powerpoint/2010/main">
        <mc:Choice Requires="p14">
          <p:contentPart r:id="rId233" p14:bwMode="auto">
            <p14:nvContentPartPr>
              <p14:cNvPr id="128" name="墨迹 127"/>
              <p14:cNvContentPartPr/>
              <p14:nvPr/>
            </p14:nvContentPartPr>
            <p14:xfrm>
              <a:off x="7941660" y="163823"/>
              <a:ext cx="89010" cy="22597"/>
            </p14:xfrm>
          </p:contentPart>
        </mc:Choice>
        <mc:Fallback xmlns="">
          <p:pic>
            <p:nvPicPr>
              <p:cNvPr id="128" name="墨迹 127"/>
            </p:nvPicPr>
            <p:blipFill>
              <a:blip r:embed="rId234"/>
            </p:blipFill>
            <p:spPr>
              <a:xfrm>
                <a:off x="7941660" y="163823"/>
                <a:ext cx="89010" cy="22597"/>
              </a:xfrm>
              <a:prstGeom prst="rect"/>
            </p:spPr>
          </p:pic>
        </mc:Fallback>
      </mc:AlternateContent>
      <mc:AlternateContent xmlns:mc="http://schemas.openxmlformats.org/markup-compatibility/2006" xmlns:p14="http://schemas.microsoft.com/office/powerpoint/2010/main">
        <mc:Choice Requires="p14">
          <p:contentPart r:id="rId235" p14:bwMode="auto">
            <p14:nvContentPartPr>
              <p14:cNvPr id="129" name="墨迹 128"/>
              <p14:cNvContentPartPr/>
              <p14:nvPr/>
            </p14:nvContentPartPr>
            <p14:xfrm>
              <a:off x="7923293" y="296577"/>
              <a:ext cx="56514" cy="19772"/>
            </p14:xfrm>
          </p:contentPart>
        </mc:Choice>
        <mc:Fallback xmlns="">
          <p:pic>
            <p:nvPicPr>
              <p:cNvPr id="129" name="墨迹 128"/>
            </p:nvPicPr>
            <p:blipFill>
              <a:blip r:embed="rId236"/>
            </p:blipFill>
            <p:spPr>
              <a:xfrm>
                <a:off x="7923293" y="296577"/>
                <a:ext cx="56514" cy="19772"/>
              </a:xfrm>
              <a:prstGeom prst="rect"/>
            </p:spPr>
          </p:pic>
        </mc:Fallback>
      </mc:AlternateContent>
      <mc:AlternateContent xmlns:mc="http://schemas.openxmlformats.org/markup-compatibility/2006" xmlns:p14="http://schemas.microsoft.com/office/powerpoint/2010/main">
        <mc:Choice Requires="p14">
          <p:contentPart r:id="rId237" p14:bwMode="auto">
            <p14:nvContentPartPr>
              <p14:cNvPr id="130" name="墨迹 129"/>
              <p14:cNvContentPartPr/>
              <p14:nvPr/>
            </p14:nvContentPartPr>
            <p14:xfrm>
              <a:off x="8115441" y="177946"/>
              <a:ext cx="84771" cy="149701"/>
            </p14:xfrm>
          </p:contentPart>
        </mc:Choice>
        <mc:Fallback xmlns="">
          <p:pic>
            <p:nvPicPr>
              <p:cNvPr id="130" name="墨迹 129"/>
            </p:nvPicPr>
            <p:blipFill>
              <a:blip r:embed="rId238"/>
            </p:blipFill>
            <p:spPr>
              <a:xfrm>
                <a:off x="8115441" y="177946"/>
                <a:ext cx="84771" cy="149701"/>
              </a:xfrm>
              <a:prstGeom prst="rect"/>
            </p:spPr>
          </p:pic>
        </mc:Fallback>
      </mc:AlternateContent>
      <mc:AlternateContent xmlns:mc="http://schemas.openxmlformats.org/markup-compatibility/2006" xmlns:p14="http://schemas.microsoft.com/office/powerpoint/2010/main">
        <mc:Choice Requires="p14">
          <p:contentPart r:id="rId239" p14:bwMode="auto">
            <p14:nvContentPartPr>
              <p14:cNvPr id="131" name="墨迹 130"/>
              <p14:cNvContentPartPr/>
              <p14:nvPr/>
            </p14:nvContentPartPr>
            <p14:xfrm>
              <a:off x="8234121" y="288103"/>
              <a:ext cx="5651" cy="2825"/>
            </p14:xfrm>
          </p:contentPart>
        </mc:Choice>
        <mc:Fallback xmlns="">
          <p:pic>
            <p:nvPicPr>
              <p:cNvPr id="131" name="墨迹 130"/>
            </p:nvPicPr>
            <p:blipFill>
              <a:blip r:embed="rId240"/>
            </p:blipFill>
            <p:spPr>
              <a:xfrm>
                <a:off x="8234121" y="288103"/>
                <a:ext cx="5651" cy="2825"/>
              </a:xfrm>
              <a:prstGeom prst="rect"/>
            </p:spPr>
          </p:pic>
        </mc:Fallback>
      </mc:AlternateContent>
      <mc:AlternateContent xmlns:mc="http://schemas.openxmlformats.org/markup-compatibility/2006" xmlns:p14="http://schemas.microsoft.com/office/powerpoint/2010/main">
        <mc:Choice Requires="p14">
          <p:contentPart r:id="rId241" p14:bwMode="auto">
            <p14:nvContentPartPr>
              <p14:cNvPr id="138" name="墨迹 137"/>
              <p14:cNvContentPartPr/>
              <p14:nvPr/>
            </p14:nvContentPartPr>
            <p14:xfrm>
              <a:off x="8228469" y="2361321"/>
              <a:ext cx="48037" cy="22596"/>
            </p14:xfrm>
          </p:contentPart>
        </mc:Choice>
        <mc:Fallback xmlns="">
          <p:pic>
            <p:nvPicPr>
              <p:cNvPr id="138" name="墨迹 137"/>
            </p:nvPicPr>
            <p:blipFill>
              <a:blip r:embed="rId242"/>
            </p:blipFill>
            <p:spPr>
              <a:xfrm>
                <a:off x="8228469" y="2361321"/>
                <a:ext cx="48037" cy="22596"/>
              </a:xfrm>
              <a:prstGeom prst="rect"/>
            </p:spPr>
          </p:pic>
        </mc:Fallback>
      </mc:AlternateContent>
      <mc:AlternateContent xmlns:mc="http://schemas.openxmlformats.org/markup-compatibility/2006" xmlns:p14="http://schemas.microsoft.com/office/powerpoint/2010/main">
        <mc:Choice Requires="p14">
          <p:contentPart r:id="rId243" p14:bwMode="auto">
            <p14:nvContentPartPr>
              <p14:cNvPr id="139" name="墨迹 138"/>
              <p14:cNvContentPartPr/>
              <p14:nvPr/>
            </p14:nvContentPartPr>
            <p14:xfrm>
              <a:off x="8217166" y="2460180"/>
              <a:ext cx="56515" cy="19772"/>
            </p14:xfrm>
          </p:contentPart>
        </mc:Choice>
        <mc:Fallback xmlns="">
          <p:pic>
            <p:nvPicPr>
              <p:cNvPr id="139" name="墨迹 138"/>
            </p:nvPicPr>
            <p:blipFill>
              <a:blip r:embed="rId244"/>
            </p:blipFill>
            <p:spPr>
              <a:xfrm>
                <a:off x="8217166" y="2460180"/>
                <a:ext cx="56515" cy="19772"/>
              </a:xfrm>
              <a:prstGeom prst="rect"/>
            </p:spPr>
          </p:pic>
        </mc:Fallback>
      </mc:AlternateContent>
      <mc:AlternateContent xmlns:mc="http://schemas.openxmlformats.org/markup-compatibility/2006" xmlns:p14="http://schemas.microsoft.com/office/powerpoint/2010/main">
        <mc:Choice Requires="p14">
          <p:contentPart r:id="rId245" p14:bwMode="auto">
            <p14:nvContentPartPr>
              <p14:cNvPr id="144" name="墨迹 143"/>
              <p14:cNvContentPartPr/>
              <p14:nvPr/>
            </p14:nvContentPartPr>
            <p14:xfrm>
              <a:off x="8601463" y="2310479"/>
              <a:ext cx="5651" cy="5649"/>
            </p14:xfrm>
          </p:contentPart>
        </mc:Choice>
        <mc:Fallback xmlns="">
          <p:pic>
            <p:nvPicPr>
              <p:cNvPr id="144" name="墨迹 143"/>
            </p:nvPicPr>
            <p:blipFill>
              <a:blip r:embed="rId122"/>
            </p:blipFill>
            <p:spPr>
              <a:xfrm>
                <a:off x="8601463" y="2310479"/>
                <a:ext cx="5651" cy="5649"/>
              </a:xfrm>
              <a:prstGeom prst="rect"/>
            </p:spPr>
          </p:pic>
        </mc:Fallback>
      </mc:AlternateContent>
      <mc:AlternateContent xmlns:mc="http://schemas.openxmlformats.org/markup-compatibility/2006" xmlns:p14="http://schemas.microsoft.com/office/powerpoint/2010/main">
        <mc:Choice Requires="p14">
          <p:contentPart r:id="rId246" p14:bwMode="auto">
            <p14:nvContentPartPr>
              <p14:cNvPr id="145" name="墨迹 144"/>
              <p14:cNvContentPartPr/>
              <p14:nvPr/>
            </p14:nvContentPartPr>
            <p14:xfrm>
              <a:off x="8409314" y="2335017"/>
              <a:ext cx="56515" cy="161882"/>
            </p14:xfrm>
          </p:contentPart>
        </mc:Choice>
        <mc:Fallback xmlns="">
          <p:pic>
            <p:nvPicPr>
              <p:cNvPr id="145" name="墨迹 144"/>
            </p:nvPicPr>
            <p:blipFill>
              <a:blip r:embed="rId247"/>
            </p:blipFill>
            <p:spPr>
              <a:xfrm>
                <a:off x="8409314" y="2335017"/>
                <a:ext cx="56515" cy="161882"/>
              </a:xfrm>
              <a:prstGeom prst="rect"/>
            </p:spPr>
          </p:pic>
        </mc:Fallback>
      </mc:AlternateContent>
      <mc:AlternateContent xmlns:mc="http://schemas.openxmlformats.org/markup-compatibility/2006" xmlns:p14="http://schemas.microsoft.com/office/powerpoint/2010/main">
        <mc:Choice Requires="p14">
          <p:contentPart r:id="rId248" p14:bwMode="auto">
            <p14:nvContentPartPr>
              <p14:cNvPr id="146" name="墨迹 145"/>
              <p14:cNvContentPartPr/>
              <p14:nvPr/>
            </p14:nvContentPartPr>
            <p14:xfrm>
              <a:off x="8499737" y="2454531"/>
              <a:ext cx="5652" cy="8473"/>
            </p14:xfrm>
          </p:contentPart>
        </mc:Choice>
        <mc:Fallback xmlns="">
          <p:pic>
            <p:nvPicPr>
              <p:cNvPr id="146" name="墨迹 145"/>
            </p:nvPicPr>
            <p:blipFill>
              <a:blip r:embed="rId249"/>
            </p:blipFill>
            <p:spPr>
              <a:xfrm>
                <a:off x="8499737" y="2454531"/>
                <a:ext cx="5652" cy="8473"/>
              </a:xfrm>
              <a:prstGeom prst="rect"/>
            </p:spPr>
          </p:pic>
        </mc:Fallback>
      </mc:AlternateContent>
      <mc:AlternateContent xmlns:mc="http://schemas.openxmlformats.org/markup-compatibility/2006" xmlns:p14="http://schemas.microsoft.com/office/powerpoint/2010/main">
        <mc:Choice Requires="p14">
          <p:contentPart r:id="rId250" p14:bwMode="auto">
            <p14:nvContentPartPr>
              <p14:cNvPr id="147" name="墨迹 146"/>
              <p14:cNvContentPartPr/>
              <p14:nvPr/>
            </p14:nvContentPartPr>
            <p14:xfrm>
              <a:off x="8544949" y="2344373"/>
              <a:ext cx="56514" cy="118632"/>
            </p14:xfrm>
          </p:contentPart>
        </mc:Choice>
        <mc:Fallback xmlns="">
          <p:pic>
            <p:nvPicPr>
              <p:cNvPr id="147" name="墨迹 146"/>
            </p:nvPicPr>
            <p:blipFill>
              <a:blip r:embed="rId251"/>
            </p:blipFill>
            <p:spPr>
              <a:xfrm>
                <a:off x="8544949" y="2344373"/>
                <a:ext cx="56514" cy="118632"/>
              </a:xfrm>
              <a:prstGeom prst="rect"/>
            </p:spPr>
          </p:pic>
        </mc:Fallback>
      </mc:AlternateContent>
      <mc:AlternateContent xmlns:mc="http://schemas.openxmlformats.org/markup-compatibility/2006" xmlns:p14="http://schemas.microsoft.com/office/powerpoint/2010/main">
        <mc:Choice Requires="p14">
          <p:contentPart r:id="rId252" p14:bwMode="auto">
            <p14:nvContentPartPr>
              <p14:cNvPr id="148" name="墨迹 147"/>
              <p14:cNvContentPartPr/>
              <p14:nvPr/>
            </p14:nvContentPartPr>
            <p14:xfrm>
              <a:off x="8608527" y="2304830"/>
              <a:ext cx="94662" cy="201955"/>
            </p14:xfrm>
          </p:contentPart>
        </mc:Choice>
        <mc:Fallback xmlns="">
          <p:pic>
            <p:nvPicPr>
              <p:cNvPr id="148" name="墨迹 147"/>
            </p:nvPicPr>
            <p:blipFill>
              <a:blip r:embed="rId253"/>
            </p:blipFill>
            <p:spPr>
              <a:xfrm>
                <a:off x="8608527" y="2304830"/>
                <a:ext cx="94662" cy="201955"/>
              </a:xfrm>
              <a:prstGeom prst="rect"/>
            </p:spPr>
          </p:pic>
        </mc:Fallback>
      </mc:AlternateContent>
      <mc:AlternateContent xmlns:mc="http://schemas.openxmlformats.org/markup-compatibility/2006" xmlns:p14="http://schemas.microsoft.com/office/powerpoint/2010/main">
        <mc:Choice Requires="p14">
          <p:contentPart r:id="rId254" p14:bwMode="auto">
            <p14:nvContentPartPr>
              <p14:cNvPr id="149" name="墨迹 148"/>
              <p14:cNvContentPartPr/>
              <p14:nvPr/>
            </p14:nvContentPartPr>
            <p14:xfrm>
              <a:off x="8720143" y="2299181"/>
              <a:ext cx="96074" cy="175122"/>
            </p14:xfrm>
          </p:contentPart>
        </mc:Choice>
        <mc:Fallback xmlns="">
          <p:pic>
            <p:nvPicPr>
              <p:cNvPr id="149" name="墨迹 148"/>
            </p:nvPicPr>
            <p:blipFill>
              <a:blip r:embed="rId255"/>
            </p:blipFill>
            <p:spPr>
              <a:xfrm>
                <a:off x="8720143" y="2299181"/>
                <a:ext cx="96074" cy="175122"/>
              </a:xfrm>
              <a:prstGeom prst="rect"/>
            </p:spPr>
          </p:pic>
        </mc:Fallback>
      </mc:AlternateContent>
      <mc:AlternateContent xmlns:mc="http://schemas.openxmlformats.org/markup-compatibility/2006" xmlns:p14="http://schemas.microsoft.com/office/powerpoint/2010/main">
        <mc:Choice Requires="p14">
          <p:contentPart r:id="rId256" p14:bwMode="auto">
            <p14:nvContentPartPr>
              <p14:cNvPr id="150" name="墨迹 149"/>
              <p14:cNvContentPartPr/>
              <p14:nvPr/>
            </p14:nvContentPartPr>
            <p14:xfrm>
              <a:off x="8782309" y="2299181"/>
              <a:ext cx="64991" cy="16947"/>
            </p14:xfrm>
          </p:contentPart>
        </mc:Choice>
        <mc:Fallback xmlns="">
          <p:pic>
            <p:nvPicPr>
              <p:cNvPr id="150" name="墨迹 149"/>
            </p:nvPicPr>
            <p:blipFill>
              <a:blip r:embed="rId257"/>
            </p:blipFill>
            <p:spPr>
              <a:xfrm>
                <a:off x="8782309" y="2299181"/>
                <a:ext cx="64991" cy="16947"/>
              </a:xfrm>
              <a:prstGeom prst="rect"/>
            </p:spPr>
          </p:pic>
        </mc:Fallback>
      </mc:AlternateContent>
      <mc:AlternateContent xmlns:mc="http://schemas.openxmlformats.org/markup-compatibility/2006" xmlns:p14="http://schemas.microsoft.com/office/powerpoint/2010/main">
        <mc:Choice Requires="p14">
          <p:contentPart r:id="rId258" p14:bwMode="auto">
            <p14:nvContentPartPr>
              <p14:cNvPr id="151" name="墨迹 150"/>
              <p14:cNvContentPartPr/>
              <p14:nvPr/>
            </p14:nvContentPartPr>
            <p14:xfrm>
              <a:off x="6872128" y="1756868"/>
              <a:ext cx="67818" cy="180771"/>
            </p14:xfrm>
          </p:contentPart>
        </mc:Choice>
        <mc:Fallback xmlns="">
          <p:pic>
            <p:nvPicPr>
              <p:cNvPr id="151" name="墨迹 150"/>
            </p:nvPicPr>
            <p:blipFill>
              <a:blip r:embed="rId259"/>
            </p:blipFill>
            <p:spPr>
              <a:xfrm>
                <a:off x="6872128" y="1756868"/>
                <a:ext cx="67818" cy="180771"/>
              </a:xfrm>
              <a:prstGeom prst="rect"/>
            </p:spPr>
          </p:pic>
        </mc:Fallback>
      </mc:AlternateContent>
      <mc:AlternateContent xmlns:mc="http://schemas.openxmlformats.org/markup-compatibility/2006" xmlns:p14="http://schemas.microsoft.com/office/powerpoint/2010/main">
        <mc:Choice Requires="p14">
          <p:contentPart r:id="rId260" p14:bwMode="auto">
            <p14:nvContentPartPr>
              <p14:cNvPr id="152" name="墨迹 151"/>
              <p14:cNvContentPartPr/>
              <p14:nvPr/>
            </p14:nvContentPartPr>
            <p14:xfrm>
              <a:off x="7002111" y="1869850"/>
              <a:ext cx="2826" cy="19771"/>
            </p14:xfrm>
          </p:contentPart>
        </mc:Choice>
        <mc:Fallback xmlns="">
          <p:pic>
            <p:nvPicPr>
              <p:cNvPr id="152" name="墨迹 151"/>
            </p:nvPicPr>
            <p:blipFill>
              <a:blip r:embed="rId261"/>
            </p:blipFill>
            <p:spPr>
              <a:xfrm>
                <a:off x="7002111" y="1869850"/>
                <a:ext cx="2826" cy="19771"/>
              </a:xfrm>
              <a:prstGeom prst="rect"/>
            </p:spPr>
          </p:pic>
        </mc:Fallback>
      </mc:AlternateContent>
      <mc:AlternateContent xmlns:mc="http://schemas.openxmlformats.org/markup-compatibility/2006" xmlns:p14="http://schemas.microsoft.com/office/powerpoint/2010/main">
        <mc:Choice Requires="p14">
          <p:contentPart r:id="rId262" p14:bwMode="auto">
            <p14:nvContentPartPr>
              <p14:cNvPr id="153" name="墨迹 152"/>
              <p14:cNvContentPartPr/>
              <p14:nvPr/>
            </p14:nvContentPartPr>
            <p14:xfrm>
              <a:off x="7064277" y="1775227"/>
              <a:ext cx="96074" cy="88973"/>
            </p14:xfrm>
          </p:contentPart>
        </mc:Choice>
        <mc:Fallback xmlns="">
          <p:pic>
            <p:nvPicPr>
              <p:cNvPr id="153" name="墨迹 152"/>
            </p:nvPicPr>
            <p:blipFill>
              <a:blip r:embed="rId263"/>
            </p:blipFill>
            <p:spPr>
              <a:xfrm>
                <a:off x="7064277" y="1775227"/>
                <a:ext cx="96074" cy="88973"/>
              </a:xfrm>
              <a:prstGeom prst="rect"/>
            </p:spPr>
          </p:pic>
        </mc:Fallback>
      </mc:AlternateContent>
      <mc:AlternateContent xmlns:mc="http://schemas.openxmlformats.org/markup-compatibility/2006" xmlns:p14="http://schemas.microsoft.com/office/powerpoint/2010/main">
        <mc:Choice Requires="p14">
          <p:contentPart r:id="rId264" p14:bwMode="auto">
            <p14:nvContentPartPr>
              <p14:cNvPr id="154" name="墨迹 153"/>
              <p14:cNvContentPartPr/>
              <p14:nvPr/>
            </p14:nvContentPartPr>
            <p14:xfrm>
              <a:off x="7177305" y="1748394"/>
              <a:ext cx="56514" cy="115806"/>
            </p14:xfrm>
          </p:contentPart>
        </mc:Choice>
        <mc:Fallback xmlns="">
          <p:pic>
            <p:nvPicPr>
              <p:cNvPr id="154" name="墨迹 153"/>
            </p:nvPicPr>
            <p:blipFill>
              <a:blip r:embed="rId265"/>
            </p:blipFill>
            <p:spPr>
              <a:xfrm>
                <a:off x="7177305" y="1748394"/>
                <a:ext cx="56514" cy="115806"/>
              </a:xfrm>
              <a:prstGeom prst="rect"/>
            </p:spPr>
          </p:pic>
        </mc:Fallback>
      </mc:AlternateContent>
      <mc:AlternateContent xmlns:mc="http://schemas.openxmlformats.org/markup-compatibility/2006" xmlns:p14="http://schemas.microsoft.com/office/powerpoint/2010/main">
        <mc:Choice Requires="p14">
          <p:contentPart r:id="rId266" p14:bwMode="auto">
            <p14:nvContentPartPr>
              <p14:cNvPr id="155" name="墨迹 154"/>
              <p14:cNvContentPartPr/>
              <p14:nvPr/>
            </p14:nvContentPartPr>
            <p14:xfrm>
              <a:off x="7290333" y="1684842"/>
              <a:ext cx="5652" cy="193481"/>
            </p14:xfrm>
          </p:contentPart>
        </mc:Choice>
        <mc:Fallback xmlns="">
          <p:pic>
            <p:nvPicPr>
              <p:cNvPr id="155" name="墨迹 154"/>
            </p:nvPicPr>
            <p:blipFill>
              <a:blip r:embed="rId267"/>
            </p:blipFill>
            <p:spPr>
              <a:xfrm>
                <a:off x="7290333" y="1684842"/>
                <a:ext cx="5652" cy="193481"/>
              </a:xfrm>
              <a:prstGeom prst="rect"/>
            </p:spPr>
          </p:pic>
        </mc:Fallback>
      </mc:AlternateContent>
      <mc:AlternateContent xmlns:mc="http://schemas.openxmlformats.org/markup-compatibility/2006" xmlns:p14="http://schemas.microsoft.com/office/powerpoint/2010/main">
        <mc:Choice Requires="p14">
          <p:contentPart r:id="rId268" p14:bwMode="auto">
            <p14:nvContentPartPr>
              <p14:cNvPr id="156" name="墨迹 155"/>
              <p14:cNvContentPartPr/>
              <p14:nvPr/>
            </p14:nvContentPartPr>
            <p14:xfrm>
              <a:off x="7369453" y="1643886"/>
              <a:ext cx="45211" cy="225964"/>
            </p14:xfrm>
          </p:contentPart>
        </mc:Choice>
        <mc:Fallback xmlns="">
          <p:pic>
            <p:nvPicPr>
              <p:cNvPr id="156" name="墨迹 155"/>
            </p:nvPicPr>
            <p:blipFill>
              <a:blip r:embed="rId269"/>
            </p:blipFill>
            <p:spPr>
              <a:xfrm>
                <a:off x="7369453" y="1643886"/>
                <a:ext cx="45211" cy="225964"/>
              </a:xfrm>
              <a:prstGeom prst="rect"/>
            </p:spPr>
          </p:pic>
        </mc:Fallback>
      </mc:AlternateContent>
      <mc:AlternateContent xmlns:mc="http://schemas.openxmlformats.org/markup-compatibility/2006" xmlns:p14="http://schemas.microsoft.com/office/powerpoint/2010/main">
        <mc:Choice Requires="p14">
          <p:contentPart r:id="rId270" p14:bwMode="auto">
            <p14:nvContentPartPr>
              <p14:cNvPr id="157" name="墨迹 156"/>
              <p14:cNvContentPartPr/>
              <p14:nvPr/>
            </p14:nvContentPartPr>
            <p14:xfrm>
              <a:off x="7459876" y="1717324"/>
              <a:ext cx="90423" cy="319174"/>
            </p14:xfrm>
          </p:contentPart>
        </mc:Choice>
        <mc:Fallback xmlns="">
          <p:pic>
            <p:nvPicPr>
              <p:cNvPr id="157" name="墨迹 156"/>
            </p:nvPicPr>
            <p:blipFill>
              <a:blip r:embed="rId271"/>
            </p:blipFill>
            <p:spPr>
              <a:xfrm>
                <a:off x="7459876" y="1717324"/>
                <a:ext cx="90423" cy="319174"/>
              </a:xfrm>
              <a:prstGeom prst="rect"/>
            </p:spPr>
          </p:pic>
        </mc:Fallback>
      </mc:AlternateContent>
      <mc:AlternateContent xmlns:mc="http://schemas.openxmlformats.org/markup-compatibility/2006" xmlns:p14="http://schemas.microsoft.com/office/powerpoint/2010/main">
        <mc:Choice Requires="p14">
          <p:contentPart r:id="rId272" p14:bwMode="auto">
            <p14:nvContentPartPr>
              <p14:cNvPr id="158" name="墨迹 157"/>
              <p14:cNvContentPartPr/>
              <p14:nvPr/>
            </p14:nvContentPartPr>
            <p14:xfrm>
              <a:off x="8330195" y="214665"/>
              <a:ext cx="101726" cy="186420"/>
            </p14:xfrm>
          </p:contentPart>
        </mc:Choice>
        <mc:Fallback xmlns="">
          <p:pic>
            <p:nvPicPr>
              <p:cNvPr id="158" name="墨迹 157"/>
            </p:nvPicPr>
            <p:blipFill>
              <a:blip r:embed="rId273"/>
            </p:blipFill>
            <p:spPr>
              <a:xfrm>
                <a:off x="8330195" y="214665"/>
                <a:ext cx="101726" cy="186420"/>
              </a:xfrm>
              <a:prstGeom prst="rect"/>
            </p:spPr>
          </p:pic>
        </mc:Fallback>
      </mc:AlternateContent>
      <mc:AlternateContent xmlns:mc="http://schemas.openxmlformats.org/markup-compatibility/2006" xmlns:p14="http://schemas.microsoft.com/office/powerpoint/2010/main">
        <mc:Choice Requires="p14">
          <p:contentPart r:id="rId274" p14:bwMode="auto">
            <p14:nvContentPartPr>
              <p14:cNvPr id="159" name="墨迹 158"/>
              <p14:cNvContentPartPr/>
              <p14:nvPr/>
            </p14:nvContentPartPr>
            <p14:xfrm>
              <a:off x="8460178" y="199130"/>
              <a:ext cx="33908" cy="177947"/>
            </p14:xfrm>
          </p:contentPart>
        </mc:Choice>
        <mc:Fallback xmlns="">
          <p:pic>
            <p:nvPicPr>
              <p:cNvPr id="159" name="墨迹 158"/>
            </p:nvPicPr>
            <p:blipFill>
              <a:blip r:embed="rId275"/>
            </p:blipFill>
            <p:spPr>
              <a:xfrm>
                <a:off x="8460178" y="199130"/>
                <a:ext cx="33908" cy="177947"/>
              </a:xfrm>
              <a:prstGeom prst="rect"/>
            </p:spPr>
          </p:pic>
        </mc:Fallback>
      </mc:AlternateContent>
      <mc:AlternateContent xmlns:mc="http://schemas.openxmlformats.org/markup-compatibility/2006" xmlns:p14="http://schemas.microsoft.com/office/powerpoint/2010/main">
        <mc:Choice Requires="p14">
          <p:contentPart r:id="rId276" p14:bwMode="auto">
            <p14:nvContentPartPr>
              <p14:cNvPr id="160" name="墨迹 159"/>
              <p14:cNvContentPartPr/>
              <p14:nvPr/>
            </p14:nvContentPartPr>
            <p14:xfrm>
              <a:off x="8544949" y="152525"/>
              <a:ext cx="73468" cy="242911"/>
            </p14:xfrm>
          </p:contentPart>
        </mc:Choice>
        <mc:Fallback xmlns="">
          <p:pic>
            <p:nvPicPr>
              <p:cNvPr id="160" name="墨迹 159"/>
            </p:nvPicPr>
            <p:blipFill>
              <a:blip r:embed="rId277"/>
            </p:blipFill>
            <p:spPr>
              <a:xfrm>
                <a:off x="8544949" y="152525"/>
                <a:ext cx="73468" cy="242911"/>
              </a:xfrm>
              <a:prstGeom prst="rect"/>
            </p:spPr>
          </p:pic>
        </mc:Fallback>
      </mc:AlternateContent>
      <mc:AlternateContent xmlns:mc="http://schemas.openxmlformats.org/markup-compatibility/2006" xmlns:p14="http://schemas.microsoft.com/office/powerpoint/2010/main">
        <mc:Choice Requires="p14">
          <p:contentPart r:id="rId278" p14:bwMode="auto">
            <p14:nvContentPartPr>
              <p14:cNvPr id="161" name="墨迹 160"/>
              <p14:cNvContentPartPr/>
              <p14:nvPr/>
            </p14:nvContentPartPr>
            <p14:xfrm>
              <a:off x="8663629" y="220314"/>
              <a:ext cx="124331" cy="384139"/>
            </p14:xfrm>
          </p:contentPart>
        </mc:Choice>
        <mc:Fallback xmlns="">
          <p:pic>
            <p:nvPicPr>
              <p:cNvPr id="161" name="墨迹 160"/>
            </p:nvPicPr>
            <p:blipFill>
              <a:blip r:embed="rId279"/>
            </p:blipFill>
            <p:spPr>
              <a:xfrm>
                <a:off x="8663629" y="220314"/>
                <a:ext cx="124331" cy="384139"/>
              </a:xfrm>
              <a:prstGeom prst="rect"/>
            </p:spPr>
          </p:pic>
        </mc:Fallback>
      </mc:AlternateContent>
      <mc:AlternateContent xmlns:mc="http://schemas.openxmlformats.org/markup-compatibility/2006" xmlns:p14="http://schemas.microsoft.com/office/powerpoint/2010/main">
        <mc:Choice Requires="p14">
          <p:contentPart r:id="rId280" p14:bwMode="auto">
            <p14:nvContentPartPr>
              <p14:cNvPr id="162" name="墨迹 161"/>
              <p14:cNvContentPartPr/>
              <p14:nvPr/>
            </p14:nvContentPartPr>
            <p14:xfrm>
              <a:off x="7637851" y="2856594"/>
              <a:ext cx="23401" cy="314493"/>
            </p14:xfrm>
          </p:contentPart>
        </mc:Choice>
        <mc:Fallback xmlns="">
          <p:pic>
            <p:nvPicPr>
              <p:cNvPr id="162" name="墨迹 161"/>
            </p:nvPicPr>
            <p:blipFill>
              <a:blip r:embed="rId281"/>
            </p:blipFill>
            <p:spPr>
              <a:xfrm>
                <a:off x="7637851" y="2856594"/>
                <a:ext cx="23401" cy="314493"/>
              </a:xfrm>
              <a:prstGeom prst="rect"/>
            </p:spPr>
          </p:pic>
        </mc:Fallback>
      </mc:AlternateContent>
      <mc:AlternateContent xmlns:mc="http://schemas.openxmlformats.org/markup-compatibility/2006" xmlns:p14="http://schemas.microsoft.com/office/powerpoint/2010/main">
        <mc:Choice Requires="p14">
          <p:contentPart r:id="rId282" p14:bwMode="auto">
            <p14:nvContentPartPr>
              <p14:cNvPr id="163" name="墨迹 162"/>
              <p14:cNvContentPartPr/>
              <p14:nvPr/>
            </p14:nvContentPartPr>
            <p14:xfrm>
              <a:off x="7671981" y="2903148"/>
              <a:ext cx="117002" cy="156212"/>
            </p14:xfrm>
          </p:contentPart>
        </mc:Choice>
        <mc:Fallback xmlns="">
          <p:pic>
            <p:nvPicPr>
              <p:cNvPr id="163" name="墨迹 162"/>
            </p:nvPicPr>
            <p:blipFill>
              <a:blip r:embed="rId283"/>
            </p:blipFill>
            <p:spPr>
              <a:xfrm>
                <a:off x="7671981" y="2903148"/>
                <a:ext cx="117002" cy="156212"/>
              </a:xfrm>
              <a:prstGeom prst="rect"/>
            </p:spPr>
          </p:pic>
        </mc:Fallback>
      </mc:AlternateContent>
      <mc:AlternateContent xmlns:mc="http://schemas.openxmlformats.org/markup-compatibility/2006" xmlns:p14="http://schemas.microsoft.com/office/powerpoint/2010/main">
        <mc:Choice Requires="p14">
          <p:contentPart r:id="rId284" p14:bwMode="auto">
            <p14:nvContentPartPr>
              <p14:cNvPr id="164" name="墨迹 163"/>
              <p14:cNvContentPartPr/>
              <p14:nvPr/>
            </p14:nvContentPartPr>
            <p14:xfrm>
              <a:off x="7815872" y="2893837"/>
              <a:ext cx="105566" cy="164488"/>
            </p14:xfrm>
          </p:contentPart>
        </mc:Choice>
        <mc:Fallback xmlns="">
          <p:pic>
            <p:nvPicPr>
              <p:cNvPr id="164" name="墨迹 163"/>
            </p:nvPicPr>
            <p:blipFill>
              <a:blip r:embed="rId285"/>
            </p:blipFill>
            <p:spPr>
              <a:xfrm>
                <a:off x="7815872" y="2893837"/>
                <a:ext cx="105566" cy="164488"/>
              </a:xfrm>
              <a:prstGeom prst="rect"/>
            </p:spPr>
          </p:pic>
        </mc:Fallback>
      </mc:AlternateContent>
      <mc:AlternateContent xmlns:mc="http://schemas.openxmlformats.org/markup-compatibility/2006" xmlns:p14="http://schemas.microsoft.com/office/powerpoint/2010/main">
        <mc:Choice Requires="p14">
          <p:contentPart r:id="rId286" p14:bwMode="auto">
            <p14:nvContentPartPr>
              <p14:cNvPr id="173" name="墨迹 172"/>
              <p14:cNvContentPartPr/>
              <p14:nvPr/>
            </p14:nvContentPartPr>
            <p14:xfrm>
              <a:off x="7979806" y="2848555"/>
              <a:ext cx="206277" cy="257034"/>
            </p14:xfrm>
          </p:contentPart>
        </mc:Choice>
        <mc:Fallback xmlns="">
          <p:pic>
            <p:nvPicPr>
              <p:cNvPr id="173" name="墨迹 172"/>
            </p:nvPicPr>
            <p:blipFill>
              <a:blip r:embed="rId287"/>
            </p:blipFill>
            <p:spPr>
              <a:xfrm>
                <a:off x="7979806" y="2848555"/>
                <a:ext cx="206277" cy="257034"/>
              </a:xfrm>
              <a:prstGeom prst="rect"/>
            </p:spPr>
          </p:pic>
        </mc:Fallback>
      </mc:AlternateContent>
      <mc:AlternateContent xmlns:mc="http://schemas.openxmlformats.org/markup-compatibility/2006" xmlns:p14="http://schemas.microsoft.com/office/powerpoint/2010/main">
        <mc:Choice Requires="p14">
          <p:contentPart r:id="rId288" p14:bwMode="auto">
            <p14:nvContentPartPr>
              <p14:cNvPr id="174" name="墨迹 173"/>
              <p14:cNvContentPartPr/>
              <p14:nvPr/>
            </p14:nvContentPartPr>
            <p14:xfrm>
              <a:off x="8104138" y="2931879"/>
              <a:ext cx="39560" cy="231613"/>
            </p14:xfrm>
          </p:contentPart>
        </mc:Choice>
        <mc:Fallback xmlns="">
          <p:pic>
            <p:nvPicPr>
              <p:cNvPr id="174" name="墨迹 173"/>
            </p:nvPicPr>
            <p:blipFill>
              <a:blip r:embed="rId289"/>
            </p:blipFill>
            <p:spPr>
              <a:xfrm>
                <a:off x="8104138" y="2931879"/>
                <a:ext cx="39560" cy="231613"/>
              </a:xfrm>
              <a:prstGeom prst="rect"/>
            </p:spPr>
          </p:pic>
        </mc:Fallback>
      </mc:AlternateContent>
      <mc:AlternateContent xmlns:mc="http://schemas.openxmlformats.org/markup-compatibility/2006" xmlns:p14="http://schemas.microsoft.com/office/powerpoint/2010/main">
        <mc:Choice Requires="p14">
          <p:contentPart r:id="rId290" p14:bwMode="auto">
            <p14:nvContentPartPr>
              <p14:cNvPr id="175" name="墨迹 174"/>
              <p14:cNvContentPartPr/>
              <p14:nvPr/>
            </p14:nvContentPartPr>
            <p14:xfrm>
              <a:off x="8177606" y="2875388"/>
              <a:ext cx="79121" cy="364367"/>
            </p14:xfrm>
          </p:contentPart>
        </mc:Choice>
        <mc:Fallback xmlns="">
          <p:pic>
            <p:nvPicPr>
              <p:cNvPr id="175" name="墨迹 174"/>
            </p:nvPicPr>
            <p:blipFill>
              <a:blip r:embed="rId291"/>
            </p:blipFill>
            <p:spPr>
              <a:xfrm>
                <a:off x="8177606" y="2875388"/>
                <a:ext cx="79121" cy="364367"/>
              </a:xfrm>
              <a:prstGeom prst="rect"/>
            </p:spPr>
          </p:pic>
        </mc:Fallback>
      </mc:AlternateContent>
      <mc:AlternateContent xmlns:mc="http://schemas.openxmlformats.org/markup-compatibility/2006" xmlns:p14="http://schemas.microsoft.com/office/powerpoint/2010/main">
        <mc:Choice Requires="p14">
          <p:contentPart r:id="rId292" p14:bwMode="auto">
            <p14:nvContentPartPr>
              <p14:cNvPr id="176" name="墨迹 175"/>
              <p14:cNvContentPartPr/>
              <p14:nvPr/>
            </p14:nvContentPartPr>
            <p14:xfrm>
              <a:off x="8307589" y="3123948"/>
              <a:ext cx="16954" cy="5649"/>
            </p14:xfrm>
          </p:contentPart>
        </mc:Choice>
        <mc:Fallback xmlns="">
          <p:pic>
            <p:nvPicPr>
              <p:cNvPr id="176" name="墨迹 175"/>
            </p:nvPicPr>
            <p:blipFill>
              <a:blip r:embed="rId293"/>
            </p:blipFill>
            <p:spPr>
              <a:xfrm>
                <a:off x="8307589" y="3123948"/>
                <a:ext cx="16954" cy="5649"/>
              </a:xfrm>
              <a:prstGeom prst="rect"/>
            </p:spPr>
          </p:pic>
        </mc:Fallback>
      </mc:AlternateContent>
      <mc:AlternateContent xmlns:mc="http://schemas.openxmlformats.org/markup-compatibility/2006" xmlns:p14="http://schemas.microsoft.com/office/powerpoint/2010/main">
        <mc:Choice Requires="p14">
          <p:contentPart r:id="rId294" p14:bwMode="auto">
            <p14:nvContentPartPr>
              <p14:cNvPr id="177" name="墨迹 176"/>
              <p14:cNvContentPartPr/>
              <p14:nvPr/>
            </p14:nvContentPartPr>
            <p14:xfrm>
              <a:off x="8392360" y="2950239"/>
              <a:ext cx="60753" cy="227376"/>
            </p14:xfrm>
          </p:contentPart>
        </mc:Choice>
        <mc:Fallback xmlns="">
          <p:pic>
            <p:nvPicPr>
              <p:cNvPr id="177" name="墨迹 176"/>
            </p:nvPicPr>
            <p:blipFill>
              <a:blip r:embed="rId295"/>
            </p:blipFill>
            <p:spPr>
              <a:xfrm>
                <a:off x="8392360" y="2950239"/>
                <a:ext cx="60753" cy="227376"/>
              </a:xfrm>
              <a:prstGeom prst="rect"/>
            </p:spPr>
          </p:pic>
        </mc:Fallback>
      </mc:AlternateContent>
      <mc:AlternateContent xmlns:mc="http://schemas.openxmlformats.org/markup-compatibility/2006" xmlns:p14="http://schemas.microsoft.com/office/powerpoint/2010/main">
        <mc:Choice Requires="p14">
          <p:contentPart r:id="rId296" p14:bwMode="auto">
            <p14:nvContentPartPr>
              <p14:cNvPr id="178" name="墨迹 177"/>
              <p14:cNvContentPartPr/>
              <p14:nvPr/>
            </p14:nvContentPartPr>
            <p14:xfrm>
              <a:off x="8414966" y="2994019"/>
              <a:ext cx="79120" cy="50842"/>
            </p14:xfrm>
          </p:contentPart>
        </mc:Choice>
        <mc:Fallback xmlns="">
          <p:pic>
            <p:nvPicPr>
              <p:cNvPr id="178" name="墨迹 177"/>
            </p:nvPicPr>
            <p:blipFill>
              <a:blip r:embed="rId297"/>
            </p:blipFill>
            <p:spPr>
              <a:xfrm>
                <a:off x="8414966" y="2994019"/>
                <a:ext cx="79120" cy="50842"/>
              </a:xfrm>
              <a:prstGeom prst="rect"/>
            </p:spPr>
          </p:pic>
        </mc:Fallback>
      </mc:AlternateContent>
      <mc:AlternateContent xmlns:mc="http://schemas.openxmlformats.org/markup-compatibility/2006" xmlns:p14="http://schemas.microsoft.com/office/powerpoint/2010/main">
        <mc:Choice Requires="p14">
          <p:contentPart r:id="rId298" p14:bwMode="auto">
            <p14:nvContentPartPr>
              <p14:cNvPr id="179" name="墨迹 178"/>
              <p14:cNvContentPartPr/>
              <p14:nvPr/>
            </p14:nvContentPartPr>
            <p14:xfrm>
              <a:off x="4159446" y="6753491"/>
              <a:ext cx="107377" cy="901030"/>
            </p14:xfrm>
          </p:contentPart>
        </mc:Choice>
        <mc:Fallback xmlns="">
          <p:pic>
            <p:nvPicPr>
              <p:cNvPr id="179" name="墨迹 178"/>
            </p:nvPicPr>
            <p:blipFill>
              <a:blip r:embed="rId299"/>
            </p:blipFill>
            <p:spPr>
              <a:xfrm>
                <a:off x="4159446" y="6753491"/>
                <a:ext cx="107377" cy="901030"/>
              </a:xfrm>
              <a:prstGeom prst="rect"/>
            </p:spPr>
          </p:pic>
        </mc:Fallback>
      </mc:AlternateContent>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9" name="Rectangle 2"/>
          <p:cNvSpPr/>
          <p:nvPr>
            <p:ph type="title"/>
          </p:nvPr>
        </p:nvSpPr>
        <p:spPr>
          <a:xfrm>
            <a:off x="981075" y="981075"/>
            <a:ext cx="8162925" cy="641350"/>
          </a:xfrm>
        </p:spPr>
        <p:txBody>
          <a:bodyPr/>
          <a:lstStyle/>
          <a:p>
            <a:pPr eaLnBrk="1" hangingPunct="1"/>
            <a:r>
              <a:rPr lang="zh-CN" altLang="en-US" sz="3600">
                <a:latin typeface="Times New Roman" panose="02020503050405090304" pitchFamily="18" charset="0"/>
              </a:rPr>
              <a:t>解 ：</a:t>
            </a:r>
            <a:endParaRPr lang="zh-CN" altLang="en-US" sz="3600">
              <a:latin typeface="Times New Roman" panose="02020503050405090304" pitchFamily="18" charset="0"/>
            </a:endParaRPr>
          </a:p>
        </p:txBody>
      </p:sp>
      <p:sp>
        <p:nvSpPr>
          <p:cNvPr id="59400" name="Rectangle 3"/>
          <p:cNvSpPr/>
          <p:nvPr>
            <p:ph idx="1"/>
          </p:nvPr>
        </p:nvSpPr>
        <p:spPr>
          <a:xfrm>
            <a:off x="1033463" y="1628775"/>
            <a:ext cx="8110537" cy="4191000"/>
          </a:xfrm>
        </p:spPr>
        <p:txBody>
          <a:bodyPr>
            <a:normAutofit fontScale="92500" lnSpcReduction="10000"/>
          </a:bodyPr>
          <a:lstStyle/>
          <a:p>
            <a:pPr eaLnBrk="1" hangingPunct="1">
              <a:lnSpc>
                <a:spcPct val="90000"/>
              </a:lnSpc>
            </a:pPr>
            <a:r>
              <a:rPr lang="zh-CN" altLang="en-US" dirty="0">
                <a:latin typeface="Times New Roman" panose="02020503050405090304" pitchFamily="18" charset="0"/>
              </a:rPr>
              <a:t>电磁时间常数</a:t>
            </a:r>
            <a:endParaRPr lang="zh-CN" altLang="en-US" sz="2400" dirty="0">
              <a:latin typeface="Times New Roman" panose="02020503050405090304" pitchFamily="18" charset="0"/>
            </a:endParaRPr>
          </a:p>
          <a:p>
            <a:pPr eaLnBrk="1" hangingPunct="1">
              <a:lnSpc>
                <a:spcPct val="90000"/>
              </a:lnSpc>
            </a:pPr>
            <a:r>
              <a:rPr lang="zh-CN" altLang="en-US" dirty="0">
                <a:latin typeface="Times New Roman" panose="02020503050405090304" pitchFamily="18" charset="0"/>
              </a:rPr>
              <a:t>机电时间常数                                 </a:t>
            </a:r>
            <a:endParaRPr lang="zh-CN" altLang="en-US" dirty="0">
              <a:latin typeface="Times New Roman" panose="02020503050405090304" pitchFamily="18" charset="0"/>
            </a:endParaRPr>
          </a:p>
          <a:p>
            <a:pPr eaLnBrk="1" hangingPunct="1">
              <a:lnSpc>
                <a:spcPct val="90000"/>
              </a:lnSpc>
              <a:buFont typeface="Wingdings" panose="05000000000000000000" pitchFamily="2" charset="2"/>
              <a:buNone/>
            </a:pPr>
            <a:r>
              <a:rPr lang="zh-CN" altLang="en-US" sz="2400" dirty="0">
                <a:latin typeface="Times New Roman" panose="02020503050405090304" pitchFamily="18" charset="0"/>
              </a:rPr>
              <a:t>                                                                                  </a:t>
            </a:r>
            <a:endParaRPr lang="zh-CN" altLang="en-US" sz="2400" dirty="0">
              <a:latin typeface="Times New Roman" panose="02020503050405090304" pitchFamily="18" charset="0"/>
            </a:endParaRPr>
          </a:p>
          <a:p>
            <a:pPr eaLnBrk="1" hangingPunct="1">
              <a:lnSpc>
                <a:spcPct val="90000"/>
              </a:lnSpc>
            </a:pPr>
            <a:r>
              <a:rPr lang="zh-CN" altLang="en-US" dirty="0">
                <a:latin typeface="Times New Roman" panose="02020503050405090304" pitchFamily="18" charset="0"/>
              </a:rPr>
              <a:t>晶闸管装置的滞后时间常数为                        </a:t>
            </a:r>
            <a:endParaRPr lang="zh-CN" altLang="en-US" dirty="0">
              <a:latin typeface="Times New Roman" panose="02020503050405090304" pitchFamily="18" charset="0"/>
            </a:endParaRPr>
          </a:p>
          <a:p>
            <a:pPr eaLnBrk="1" hangingPunct="1">
              <a:lnSpc>
                <a:spcPct val="90000"/>
              </a:lnSpc>
              <a:buFont typeface="Wingdings" panose="05000000000000000000" pitchFamily="2" charset="2"/>
              <a:buNone/>
            </a:pPr>
            <a:r>
              <a:rPr lang="zh-CN" altLang="en-US" dirty="0">
                <a:latin typeface="Times New Roman" panose="02020503050405090304" pitchFamily="18" charset="0"/>
              </a:rPr>
              <a:t>                                                         </a:t>
            </a:r>
            <a:endParaRPr lang="zh-CN" altLang="en-US" dirty="0">
              <a:latin typeface="Times New Roman" panose="02020503050405090304" pitchFamily="18" charset="0"/>
            </a:endParaRPr>
          </a:p>
          <a:p>
            <a:pPr eaLnBrk="1" hangingPunct="1">
              <a:lnSpc>
                <a:spcPct val="90000"/>
              </a:lnSpc>
            </a:pPr>
            <a:r>
              <a:rPr lang="zh-CN" altLang="en-US" dirty="0">
                <a:latin typeface="Times New Roman" panose="02020503050405090304" pitchFamily="18" charset="0"/>
              </a:rPr>
              <a:t>为保证系统稳定，应满足的稳定条件：</a:t>
            </a:r>
            <a:endParaRPr lang="zh-CN" altLang="en-US" dirty="0">
              <a:latin typeface="Times New Roman" panose="02020503050405090304" pitchFamily="18" charset="0"/>
            </a:endParaRPr>
          </a:p>
          <a:p>
            <a:pPr eaLnBrk="1" hangingPunct="1">
              <a:lnSpc>
                <a:spcPct val="90000"/>
              </a:lnSpc>
              <a:buFont typeface="Wingdings" panose="05000000000000000000" pitchFamily="2" charset="2"/>
              <a:buNone/>
            </a:pPr>
            <a:endParaRPr lang="zh-CN" altLang="en-US" dirty="0">
              <a:latin typeface="Times New Roman" panose="02020503050405090304" pitchFamily="18" charset="0"/>
            </a:endParaRPr>
          </a:p>
          <a:p>
            <a:pPr eaLnBrk="1" hangingPunct="1">
              <a:lnSpc>
                <a:spcPct val="90000"/>
              </a:lnSpc>
              <a:buFont typeface="Wingdings" panose="05000000000000000000" pitchFamily="2" charset="2"/>
              <a:buNone/>
            </a:pPr>
            <a:endParaRPr lang="zh-CN" altLang="en-US" dirty="0">
              <a:latin typeface="Times New Roman" panose="02020503050405090304" pitchFamily="18" charset="0"/>
            </a:endParaRPr>
          </a:p>
          <a:p>
            <a:pPr eaLnBrk="1" hangingPunct="1">
              <a:lnSpc>
                <a:spcPct val="120000"/>
              </a:lnSpc>
            </a:pPr>
            <a:r>
              <a:rPr lang="zh-CN" altLang="en-US" dirty="0">
                <a:latin typeface="Times New Roman" panose="02020503050405090304" pitchFamily="18" charset="0"/>
              </a:rPr>
              <a:t>闭环系统的动态稳定性和例题</a:t>
            </a:r>
            <a:r>
              <a:rPr lang="en-US" altLang="zh-CN" dirty="0">
                <a:latin typeface="Times New Roman" panose="02020503050405090304" pitchFamily="18" charset="0"/>
              </a:rPr>
              <a:t>3-1</a:t>
            </a:r>
            <a:r>
              <a:rPr lang="zh-CN" altLang="en-US" dirty="0">
                <a:latin typeface="Times New Roman" panose="02020503050405090304" pitchFamily="18" charset="0"/>
              </a:rPr>
              <a:t>中稳态性能要求                是矛盾的。</a:t>
            </a:r>
            <a:endParaRPr lang="zh-CN" altLang="en-US" dirty="0">
              <a:latin typeface="Times New Roman" panose="02020503050405090304" pitchFamily="18" charset="0"/>
            </a:endParaRPr>
          </a:p>
        </p:txBody>
      </p:sp>
      <p:sp>
        <p:nvSpPr>
          <p:cNvPr id="59401" name="Rectangle 5"/>
          <p:cNvSpPr/>
          <p:nvPr/>
        </p:nvSpPr>
        <p:spPr bwMode="auto">
          <a:xfrm>
            <a:off x="0" y="3213100"/>
            <a:ext cx="9144000" cy="0"/>
          </a:xfrm>
          <a:prstGeom prst="rect">
            <a:avLst/>
          </a:prstGeom>
          <a:noFill/>
          <a:ln w="9525">
            <a:noFill/>
            <a:miter lim="800000"/>
          </a:ln>
        </p:spPr>
        <p:txBody>
          <a:bodyPr wrap="none" anchor="ctr">
            <a:spAutoFit/>
          </a:bodyPr>
          <a:lstStyle/>
          <a:p>
            <a:endParaRPr lang="zh-CN" altLang="en-US"/>
          </a:p>
        </p:txBody>
      </p:sp>
      <p:graphicFrame>
        <p:nvGraphicFramePr>
          <p:cNvPr id="59394" name="Object 4"/>
          <p:cNvGraphicFramePr>
            <a:graphicFrameLocks noChangeAspect="1"/>
          </p:cNvGraphicFramePr>
          <p:nvPr/>
        </p:nvGraphicFramePr>
        <p:xfrm>
          <a:off x="4143372" y="1571612"/>
          <a:ext cx="2268538" cy="571500"/>
        </p:xfrm>
        <a:graphic>
          <a:graphicData uri="http://schemas.openxmlformats.org/presentationml/2006/ole">
            <mc:AlternateContent xmlns:mc="http://schemas.openxmlformats.org/markup-compatibility/2006">
              <mc:Choice xmlns:v="urn:schemas-microsoft-com:vml" Requires="v">
                <p:oleObj spid="_x0000_s38404" name="公式" r:id="rId1" imgW="1600200" imgH="393700" progId="Equation.3">
                  <p:embed/>
                </p:oleObj>
              </mc:Choice>
              <mc:Fallback>
                <p:oleObj name="公式" r:id="rId1" imgW="1600200" imgH="3937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43372" y="1571612"/>
                        <a:ext cx="2268538"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402" name="Rectangle 7"/>
          <p:cNvSpPr/>
          <p:nvPr/>
        </p:nvSpPr>
        <p:spPr bwMode="auto">
          <a:xfrm>
            <a:off x="0" y="3141663"/>
            <a:ext cx="9144000" cy="0"/>
          </a:xfrm>
          <a:prstGeom prst="rect">
            <a:avLst/>
          </a:prstGeom>
          <a:noFill/>
          <a:ln w="9525">
            <a:noFill/>
            <a:miter lim="800000"/>
          </a:ln>
        </p:spPr>
        <p:txBody>
          <a:bodyPr wrap="none" anchor="ctr">
            <a:spAutoFit/>
          </a:bodyPr>
          <a:lstStyle/>
          <a:p>
            <a:endParaRPr lang="zh-CN" altLang="en-US"/>
          </a:p>
        </p:txBody>
      </p:sp>
      <p:graphicFrame>
        <p:nvGraphicFramePr>
          <p:cNvPr id="59395" name="Object 6"/>
          <p:cNvGraphicFramePr>
            <a:graphicFrameLocks noChangeAspect="1"/>
          </p:cNvGraphicFramePr>
          <p:nvPr/>
        </p:nvGraphicFramePr>
        <p:xfrm>
          <a:off x="4000496" y="2071678"/>
          <a:ext cx="3316287" cy="736600"/>
        </p:xfrm>
        <a:graphic>
          <a:graphicData uri="http://schemas.openxmlformats.org/presentationml/2006/ole">
            <mc:AlternateContent xmlns:mc="http://schemas.openxmlformats.org/markup-compatibility/2006">
              <mc:Choice xmlns:v="urn:schemas-microsoft-com:vml" Requires="v">
                <p:oleObj spid="_x0000_s2" name="公式" r:id="rId3" imgW="2794000" imgH="609600" progId="Equation.3">
                  <p:embed/>
                </p:oleObj>
              </mc:Choice>
              <mc:Fallback>
                <p:oleObj name="公式" r:id="rId3" imgW="2794000" imgH="6096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0496" y="2071678"/>
                        <a:ext cx="3316287"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403" name="Rectangle 9"/>
          <p:cNvSpPr/>
          <p:nvPr/>
        </p:nvSpPr>
        <p:spPr bwMode="auto">
          <a:xfrm>
            <a:off x="0" y="3314700"/>
            <a:ext cx="9144000" cy="0"/>
          </a:xfrm>
          <a:prstGeom prst="rect">
            <a:avLst/>
          </a:prstGeom>
          <a:noFill/>
          <a:ln w="9525">
            <a:noFill/>
            <a:miter lim="800000"/>
          </a:ln>
        </p:spPr>
        <p:txBody>
          <a:bodyPr wrap="none" anchor="ctr">
            <a:spAutoFit/>
          </a:bodyPr>
          <a:lstStyle/>
          <a:p>
            <a:endParaRPr lang="zh-CN" altLang="en-US"/>
          </a:p>
        </p:txBody>
      </p:sp>
      <p:graphicFrame>
        <p:nvGraphicFramePr>
          <p:cNvPr id="59396" name="Object 8"/>
          <p:cNvGraphicFramePr>
            <a:graphicFrameLocks noChangeAspect="1"/>
          </p:cNvGraphicFramePr>
          <p:nvPr/>
        </p:nvGraphicFramePr>
        <p:xfrm>
          <a:off x="3786182" y="3143248"/>
          <a:ext cx="1681163" cy="436563"/>
        </p:xfrm>
        <a:graphic>
          <a:graphicData uri="http://schemas.openxmlformats.org/presentationml/2006/ole">
            <mc:AlternateContent xmlns:mc="http://schemas.openxmlformats.org/markup-compatibility/2006">
              <mc:Choice xmlns:v="urn:schemas-microsoft-com:vml" Requires="v">
                <p:oleObj spid="_x0000_s3" name="公式" r:id="rId5" imgW="889000" imgH="228600" progId="Equation.3">
                  <p:embed/>
                </p:oleObj>
              </mc:Choice>
              <mc:Fallback>
                <p:oleObj name="公式" r:id="rId5" imgW="889000" imgH="2286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86182" y="3143248"/>
                        <a:ext cx="1681163" cy="436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404" name="Rectangle 11"/>
          <p:cNvSpPr/>
          <p:nvPr/>
        </p:nvSpPr>
        <p:spPr bwMode="auto">
          <a:xfrm>
            <a:off x="0" y="3195638"/>
            <a:ext cx="9144000" cy="0"/>
          </a:xfrm>
          <a:prstGeom prst="rect">
            <a:avLst/>
          </a:prstGeom>
          <a:noFill/>
          <a:ln w="9525">
            <a:noFill/>
            <a:miter lim="800000"/>
          </a:ln>
        </p:spPr>
        <p:txBody>
          <a:bodyPr wrap="none" anchor="ctr">
            <a:spAutoFit/>
          </a:bodyPr>
          <a:lstStyle/>
          <a:p>
            <a:endParaRPr lang="zh-CN" altLang="en-US"/>
          </a:p>
        </p:txBody>
      </p:sp>
      <p:graphicFrame>
        <p:nvGraphicFramePr>
          <p:cNvPr id="59397" name="Object 10"/>
          <p:cNvGraphicFramePr>
            <a:graphicFrameLocks noChangeAspect="1"/>
          </p:cNvGraphicFramePr>
          <p:nvPr/>
        </p:nvGraphicFramePr>
        <p:xfrm>
          <a:off x="1142976" y="3929066"/>
          <a:ext cx="6985000" cy="784225"/>
        </p:xfrm>
        <a:graphic>
          <a:graphicData uri="http://schemas.openxmlformats.org/presentationml/2006/ole">
            <mc:AlternateContent xmlns:mc="http://schemas.openxmlformats.org/markup-compatibility/2006">
              <mc:Choice xmlns:v="urn:schemas-microsoft-com:vml" Requires="v">
                <p:oleObj spid="_x0000_s4" name="公式" r:id="rId7" imgW="4178300" imgH="457200" progId="Equation.3">
                  <p:embed/>
                </p:oleObj>
              </mc:Choice>
              <mc:Fallback>
                <p:oleObj name="公式" r:id="rId7" imgW="4178300" imgH="4572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2976" y="3929066"/>
                        <a:ext cx="6985000"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405" name="Rectangle 13"/>
          <p:cNvSpPr/>
          <p:nvPr/>
        </p:nvSpPr>
        <p:spPr bwMode="auto">
          <a:xfrm>
            <a:off x="0" y="3338513"/>
            <a:ext cx="9144000" cy="0"/>
          </a:xfrm>
          <a:prstGeom prst="rect">
            <a:avLst/>
          </a:prstGeom>
          <a:noFill/>
          <a:ln w="9525">
            <a:noFill/>
            <a:miter lim="800000"/>
          </a:ln>
        </p:spPr>
        <p:txBody>
          <a:bodyPr wrap="none" anchor="ctr">
            <a:spAutoFit/>
          </a:bodyPr>
          <a:lstStyle/>
          <a:p>
            <a:endParaRPr lang="zh-CN" altLang="en-US"/>
          </a:p>
        </p:txBody>
      </p:sp>
      <p:graphicFrame>
        <p:nvGraphicFramePr>
          <p:cNvPr id="59398" name="Object 12"/>
          <p:cNvGraphicFramePr>
            <a:graphicFrameLocks noChangeAspect="1"/>
          </p:cNvGraphicFramePr>
          <p:nvPr/>
        </p:nvGraphicFramePr>
        <p:xfrm>
          <a:off x="3635896" y="5517232"/>
          <a:ext cx="1439863" cy="401638"/>
        </p:xfrm>
        <a:graphic>
          <a:graphicData uri="http://schemas.openxmlformats.org/presentationml/2006/ole">
            <mc:AlternateContent xmlns:mc="http://schemas.openxmlformats.org/markup-compatibility/2006">
              <mc:Choice xmlns:v="urn:schemas-microsoft-com:vml" Requires="v">
                <p:oleObj spid="_x0000_s5" name="Equation" r:id="rId9" imgW="647700" imgH="177800" progId="Equation.DSMT4">
                  <p:embed/>
                </p:oleObj>
              </mc:Choice>
              <mc:Fallback>
                <p:oleObj name="Equation" r:id="rId9" imgW="647700" imgH="177800" progId="Equation.DSMT4">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35896" y="5517232"/>
                        <a:ext cx="1439863" cy="401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4" name="Rectangle 2"/>
          <p:cNvSpPr/>
          <p:nvPr>
            <p:ph type="title"/>
          </p:nvPr>
        </p:nvSpPr>
        <p:spPr>
          <a:xfrm>
            <a:off x="981075" y="981075"/>
            <a:ext cx="8162925" cy="641350"/>
          </a:xfrm>
        </p:spPr>
        <p:txBody>
          <a:bodyPr/>
          <a:lstStyle/>
          <a:p>
            <a:pPr eaLnBrk="1" hangingPunct="1"/>
            <a:r>
              <a:rPr lang="zh-CN" altLang="en-US" sz="3600" dirty="0">
                <a:latin typeface="Times New Roman" panose="02020503050405090304" pitchFamily="18" charset="0"/>
              </a:rPr>
              <a:t>例题</a:t>
            </a:r>
            <a:r>
              <a:rPr lang="en-US" altLang="zh-CN" sz="3600" dirty="0">
                <a:latin typeface="Times New Roman" panose="02020503050405090304" pitchFamily="18" charset="0"/>
              </a:rPr>
              <a:t>3-3 </a:t>
            </a:r>
            <a:endParaRPr lang="en-US" altLang="zh-CN" sz="3600" dirty="0">
              <a:latin typeface="Times New Roman" panose="02020503050405090304" pitchFamily="18" charset="0"/>
            </a:endParaRPr>
          </a:p>
        </p:txBody>
      </p:sp>
      <p:sp>
        <p:nvSpPr>
          <p:cNvPr id="60425" name="Rectangle 3"/>
          <p:cNvSpPr/>
          <p:nvPr>
            <p:ph idx="1"/>
          </p:nvPr>
        </p:nvSpPr>
        <p:spPr>
          <a:xfrm>
            <a:off x="250825" y="1916113"/>
            <a:ext cx="8424863" cy="4191000"/>
          </a:xfrm>
        </p:spPr>
        <p:txBody>
          <a:bodyPr/>
          <a:lstStyle/>
          <a:p>
            <a:pPr eaLnBrk="1" hangingPunct="1">
              <a:lnSpc>
                <a:spcPts val="5000"/>
              </a:lnSpc>
              <a:buFont typeface="Wingdings" panose="05000000000000000000" pitchFamily="2" charset="2"/>
              <a:buNone/>
            </a:pPr>
            <a:r>
              <a:rPr lang="en-US" altLang="zh-CN" dirty="0">
                <a:latin typeface="Times New Roman" panose="02020503050405090304" pitchFamily="18" charset="0"/>
              </a:rPr>
              <a:t>       </a:t>
            </a:r>
            <a:r>
              <a:rPr lang="zh-CN" altLang="en-US" dirty="0">
                <a:latin typeface="Times New Roman" panose="02020503050405090304" pitchFamily="18" charset="0"/>
              </a:rPr>
              <a:t>在上题的闭环直流调速系统中，若改用全控型器件的</a:t>
            </a:r>
            <a:r>
              <a:rPr lang="en-US" altLang="zh-CN" dirty="0">
                <a:latin typeface="Times New Roman" panose="02020503050405090304" pitchFamily="18" charset="0"/>
              </a:rPr>
              <a:t>PWM</a:t>
            </a:r>
            <a:r>
              <a:rPr lang="zh-CN" altLang="en-US" dirty="0">
                <a:latin typeface="Times New Roman" panose="02020503050405090304" pitchFamily="18" charset="0"/>
              </a:rPr>
              <a:t>调速系统，电动机不变，电枢回路参数为：              ，            ，            ，</a:t>
            </a:r>
            <a:r>
              <a:rPr lang="en-US" altLang="zh-CN" dirty="0">
                <a:latin typeface="Times New Roman" panose="02020503050405090304" pitchFamily="18" charset="0"/>
              </a:rPr>
              <a:t>PWM</a:t>
            </a:r>
            <a:r>
              <a:rPr lang="zh-CN" altLang="en-US" dirty="0">
                <a:latin typeface="Times New Roman" panose="02020503050405090304" pitchFamily="18" charset="0"/>
              </a:rPr>
              <a:t>开关频率为</a:t>
            </a:r>
            <a:r>
              <a:rPr lang="en-US" altLang="zh-CN" dirty="0">
                <a:latin typeface="Times New Roman" panose="02020503050405090304" pitchFamily="18" charset="0"/>
              </a:rPr>
              <a:t>8       </a:t>
            </a:r>
            <a:r>
              <a:rPr lang="zh-CN" altLang="en-US" dirty="0">
                <a:latin typeface="Times New Roman" panose="02020503050405090304" pitchFamily="18" charset="0"/>
              </a:rPr>
              <a:t>。按同样的稳态性能指标               ，             ，该系统能否稳定？如果对静差率的要求不变，在保证稳定时，系统能够达到的最大调速范围有多少？</a:t>
            </a:r>
            <a:endParaRPr lang="zh-CN" altLang="en-US" dirty="0">
              <a:latin typeface="Times New Roman" panose="02020503050405090304" pitchFamily="18" charset="0"/>
            </a:endParaRPr>
          </a:p>
        </p:txBody>
      </p:sp>
      <p:sp>
        <p:nvSpPr>
          <p:cNvPr id="60426" name="Rectangle 5"/>
          <p:cNvSpPr/>
          <p:nvPr/>
        </p:nvSpPr>
        <p:spPr bwMode="auto">
          <a:xfrm>
            <a:off x="0" y="3338513"/>
            <a:ext cx="9144000" cy="0"/>
          </a:xfrm>
          <a:prstGeom prst="rect">
            <a:avLst/>
          </a:prstGeom>
          <a:noFill/>
          <a:ln w="9525">
            <a:noFill/>
            <a:miter lim="800000"/>
          </a:ln>
        </p:spPr>
        <p:txBody>
          <a:bodyPr wrap="none" anchor="ctr">
            <a:spAutoFit/>
          </a:bodyPr>
          <a:lstStyle/>
          <a:p>
            <a:endParaRPr lang="zh-CN" altLang="en-US"/>
          </a:p>
        </p:txBody>
      </p:sp>
      <p:graphicFrame>
        <p:nvGraphicFramePr>
          <p:cNvPr id="60418" name="Object 4"/>
          <p:cNvGraphicFramePr>
            <a:graphicFrameLocks noChangeAspect="1"/>
          </p:cNvGraphicFramePr>
          <p:nvPr/>
        </p:nvGraphicFramePr>
        <p:xfrm>
          <a:off x="1187624" y="3339273"/>
          <a:ext cx="1439863" cy="434975"/>
        </p:xfrm>
        <a:graphic>
          <a:graphicData uri="http://schemas.openxmlformats.org/presentationml/2006/ole">
            <mc:AlternateContent xmlns:mc="http://schemas.openxmlformats.org/markup-compatibility/2006">
              <mc:Choice xmlns:v="urn:schemas-microsoft-com:vml" Requires="v">
                <p:oleObj spid="_x0000_s38404" name="Equation" r:id="rId1" imgW="596900" imgH="177800" progId="Equation.DSMT4">
                  <p:embed/>
                </p:oleObj>
              </mc:Choice>
              <mc:Fallback>
                <p:oleObj name="Equation" r:id="rId1" imgW="596900" imgH="1778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3339273"/>
                        <a:ext cx="1439863"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427" name="Rectangle 7"/>
          <p:cNvSpPr/>
          <p:nvPr/>
        </p:nvSpPr>
        <p:spPr bwMode="auto">
          <a:xfrm>
            <a:off x="0" y="3338513"/>
            <a:ext cx="9144000" cy="0"/>
          </a:xfrm>
          <a:prstGeom prst="rect">
            <a:avLst/>
          </a:prstGeom>
          <a:noFill/>
          <a:ln w="9525">
            <a:noFill/>
            <a:miter lim="800000"/>
          </a:ln>
        </p:spPr>
        <p:txBody>
          <a:bodyPr wrap="none" anchor="ctr">
            <a:spAutoFit/>
          </a:bodyPr>
          <a:lstStyle/>
          <a:p>
            <a:endParaRPr lang="zh-CN" altLang="en-US"/>
          </a:p>
        </p:txBody>
      </p:sp>
      <p:graphicFrame>
        <p:nvGraphicFramePr>
          <p:cNvPr id="60419" name="Object 6"/>
          <p:cNvGraphicFramePr>
            <a:graphicFrameLocks noChangeAspect="1"/>
          </p:cNvGraphicFramePr>
          <p:nvPr/>
        </p:nvGraphicFramePr>
        <p:xfrm>
          <a:off x="2699792" y="3314700"/>
          <a:ext cx="1368425" cy="425450"/>
        </p:xfrm>
        <a:graphic>
          <a:graphicData uri="http://schemas.openxmlformats.org/presentationml/2006/ole">
            <mc:AlternateContent xmlns:mc="http://schemas.openxmlformats.org/markup-compatibility/2006">
              <mc:Choice xmlns:v="urn:schemas-microsoft-com:vml" Requires="v">
                <p:oleObj spid="_x0000_s2" name="Equation" r:id="rId3" imgW="583565" imgH="177800" progId="Equation.DSMT4">
                  <p:embed/>
                </p:oleObj>
              </mc:Choice>
              <mc:Fallback>
                <p:oleObj name="Equation" r:id="rId3" imgW="583565" imgH="1778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9792" y="3314700"/>
                        <a:ext cx="1368425" cy="425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428" name="Rectangle 9"/>
          <p:cNvSpPr/>
          <p:nvPr/>
        </p:nvSpPr>
        <p:spPr bwMode="auto">
          <a:xfrm>
            <a:off x="0" y="3314700"/>
            <a:ext cx="9144000" cy="0"/>
          </a:xfrm>
          <a:prstGeom prst="rect">
            <a:avLst/>
          </a:prstGeom>
          <a:noFill/>
          <a:ln w="9525">
            <a:noFill/>
            <a:miter lim="800000"/>
          </a:ln>
        </p:spPr>
        <p:txBody>
          <a:bodyPr wrap="none" anchor="ctr">
            <a:spAutoFit/>
          </a:bodyPr>
          <a:lstStyle/>
          <a:p>
            <a:endParaRPr lang="zh-CN" altLang="en-US"/>
          </a:p>
        </p:txBody>
      </p:sp>
      <p:graphicFrame>
        <p:nvGraphicFramePr>
          <p:cNvPr id="60420" name="Object 8"/>
          <p:cNvGraphicFramePr>
            <a:graphicFrameLocks noChangeAspect="1"/>
          </p:cNvGraphicFramePr>
          <p:nvPr/>
        </p:nvGraphicFramePr>
        <p:xfrm>
          <a:off x="4283968" y="3314700"/>
          <a:ext cx="1223962" cy="533400"/>
        </p:xfrm>
        <a:graphic>
          <a:graphicData uri="http://schemas.openxmlformats.org/presentationml/2006/ole">
            <mc:AlternateContent xmlns:mc="http://schemas.openxmlformats.org/markup-compatibility/2006">
              <mc:Choice xmlns:v="urn:schemas-microsoft-com:vml" Requires="v">
                <p:oleObj spid="_x0000_s3" name="Equation" r:id="rId5" imgW="520700" imgH="228600" progId="Equation.DSMT4">
                  <p:embed/>
                </p:oleObj>
              </mc:Choice>
              <mc:Fallback>
                <p:oleObj name="Equation" r:id="rId5" imgW="520700" imgH="22860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83968" y="3314700"/>
                        <a:ext cx="1223962"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429" name="Rectangle 11"/>
          <p:cNvSpPr/>
          <p:nvPr/>
        </p:nvSpPr>
        <p:spPr bwMode="auto">
          <a:xfrm>
            <a:off x="0" y="3338513"/>
            <a:ext cx="9144000" cy="0"/>
          </a:xfrm>
          <a:prstGeom prst="rect">
            <a:avLst/>
          </a:prstGeom>
          <a:noFill/>
          <a:ln w="9525">
            <a:noFill/>
            <a:miter lim="800000"/>
          </a:ln>
        </p:spPr>
        <p:txBody>
          <a:bodyPr wrap="none" anchor="ctr">
            <a:spAutoFit/>
          </a:bodyPr>
          <a:lstStyle/>
          <a:p>
            <a:endParaRPr lang="zh-CN" altLang="en-US"/>
          </a:p>
        </p:txBody>
      </p:sp>
      <p:graphicFrame>
        <p:nvGraphicFramePr>
          <p:cNvPr id="60421" name="Object 10"/>
          <p:cNvGraphicFramePr>
            <a:graphicFrameLocks noChangeAspect="1"/>
          </p:cNvGraphicFramePr>
          <p:nvPr/>
        </p:nvGraphicFramePr>
        <p:xfrm>
          <a:off x="899964" y="4040237"/>
          <a:ext cx="647700" cy="396875"/>
        </p:xfrm>
        <a:graphic>
          <a:graphicData uri="http://schemas.openxmlformats.org/presentationml/2006/ole">
            <mc:AlternateContent xmlns:mc="http://schemas.openxmlformats.org/markup-compatibility/2006">
              <mc:Choice xmlns:v="urn:schemas-microsoft-com:vml" Requires="v">
                <p:oleObj spid="_x0000_s4" name="Equation" r:id="rId7" imgW="292100" imgH="177800" progId="Equation.DSMT4">
                  <p:embed/>
                </p:oleObj>
              </mc:Choice>
              <mc:Fallback>
                <p:oleObj name="Equation" r:id="rId7" imgW="292100" imgH="1778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9964" y="4040237"/>
                        <a:ext cx="647700" cy="396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430" name="Rectangle 13"/>
          <p:cNvSpPr/>
          <p:nvPr/>
        </p:nvSpPr>
        <p:spPr bwMode="auto">
          <a:xfrm>
            <a:off x="0" y="0"/>
            <a:ext cx="9144000" cy="0"/>
          </a:xfrm>
          <a:prstGeom prst="rect">
            <a:avLst/>
          </a:prstGeom>
          <a:noFill/>
          <a:ln w="9525">
            <a:noFill/>
            <a:miter lim="800000"/>
          </a:ln>
        </p:spPr>
        <p:txBody>
          <a:bodyPr wrap="none" anchor="ctr">
            <a:spAutoFit/>
          </a:bodyPr>
          <a:lstStyle/>
          <a:p>
            <a:endParaRPr lang="zh-CN" altLang="en-US"/>
          </a:p>
        </p:txBody>
      </p:sp>
      <p:graphicFrame>
        <p:nvGraphicFramePr>
          <p:cNvPr id="60422" name="Object 12"/>
          <p:cNvGraphicFramePr>
            <a:graphicFrameLocks noChangeAspect="1"/>
          </p:cNvGraphicFramePr>
          <p:nvPr/>
        </p:nvGraphicFramePr>
        <p:xfrm>
          <a:off x="5436840" y="3933056"/>
          <a:ext cx="1295400" cy="503238"/>
        </p:xfrm>
        <a:graphic>
          <a:graphicData uri="http://schemas.openxmlformats.org/presentationml/2006/ole">
            <mc:AlternateContent xmlns:mc="http://schemas.openxmlformats.org/markup-compatibility/2006">
              <mc:Choice xmlns:v="urn:schemas-microsoft-com:vml" Requires="v">
                <p:oleObj spid="_x0000_s5" name="Equation" r:id="rId9" imgW="469900" imgH="177800" progId="Equation.DSMT4">
                  <p:embed/>
                </p:oleObj>
              </mc:Choice>
              <mc:Fallback>
                <p:oleObj name="Equation" r:id="rId9" imgW="469900" imgH="177800" progId="Equation.DSMT4">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36840" y="3933056"/>
                        <a:ext cx="1295400"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431" name="Rectangle 15"/>
          <p:cNvSpPr/>
          <p:nvPr/>
        </p:nvSpPr>
        <p:spPr bwMode="auto">
          <a:xfrm>
            <a:off x="0" y="3338513"/>
            <a:ext cx="9144000" cy="0"/>
          </a:xfrm>
          <a:prstGeom prst="rect">
            <a:avLst/>
          </a:prstGeom>
          <a:noFill/>
          <a:ln w="9525">
            <a:noFill/>
            <a:miter lim="800000"/>
          </a:ln>
        </p:spPr>
        <p:txBody>
          <a:bodyPr wrap="none" anchor="ctr">
            <a:spAutoFit/>
          </a:bodyPr>
          <a:lstStyle/>
          <a:p>
            <a:endParaRPr lang="zh-CN" altLang="en-US"/>
          </a:p>
        </p:txBody>
      </p:sp>
      <p:graphicFrame>
        <p:nvGraphicFramePr>
          <p:cNvPr id="60423" name="Object 14"/>
          <p:cNvGraphicFramePr>
            <a:graphicFrameLocks noChangeAspect="1"/>
          </p:cNvGraphicFramePr>
          <p:nvPr/>
        </p:nvGraphicFramePr>
        <p:xfrm>
          <a:off x="6876430" y="3933056"/>
          <a:ext cx="1223962" cy="474663"/>
        </p:xfrm>
        <a:graphic>
          <a:graphicData uri="http://schemas.openxmlformats.org/presentationml/2006/ole">
            <mc:AlternateContent xmlns:mc="http://schemas.openxmlformats.org/markup-compatibility/2006">
              <mc:Choice xmlns:v="urn:schemas-microsoft-com:vml" Requires="v">
                <p:oleObj spid="_x0000_s6" name="Equation" r:id="rId11" imgW="469900" imgH="177800" progId="Equation.DSMT4">
                  <p:embed/>
                </p:oleObj>
              </mc:Choice>
              <mc:Fallback>
                <p:oleObj name="Equation" r:id="rId11" imgW="469900" imgH="177800" progId="Equation.DSMT4">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76430" y="3933056"/>
                        <a:ext cx="1223962" cy="474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6" name="Rectangle 2"/>
          <p:cNvSpPr/>
          <p:nvPr>
            <p:ph type="title"/>
          </p:nvPr>
        </p:nvSpPr>
        <p:spPr>
          <a:xfrm>
            <a:off x="981075" y="1052513"/>
            <a:ext cx="8162925" cy="579437"/>
          </a:xfrm>
        </p:spPr>
        <p:txBody>
          <a:bodyPr/>
          <a:lstStyle/>
          <a:p>
            <a:pPr eaLnBrk="1" hangingPunct="1"/>
            <a:r>
              <a:rPr lang="zh-CN" altLang="en-US" sz="3200">
                <a:latin typeface="Times New Roman" panose="02020503050405090304" pitchFamily="18" charset="0"/>
              </a:rPr>
              <a:t>解 ：</a:t>
            </a:r>
            <a:endParaRPr lang="zh-CN" altLang="en-US" sz="3200">
              <a:latin typeface="Times New Roman" panose="02020503050405090304" pitchFamily="18" charset="0"/>
            </a:endParaRPr>
          </a:p>
        </p:txBody>
      </p:sp>
      <p:sp>
        <p:nvSpPr>
          <p:cNvPr id="61447" name="Rectangle 5"/>
          <p:cNvSpPr/>
          <p:nvPr/>
        </p:nvSpPr>
        <p:spPr bwMode="auto">
          <a:xfrm>
            <a:off x="0" y="3233738"/>
            <a:ext cx="9144000" cy="0"/>
          </a:xfrm>
          <a:prstGeom prst="rect">
            <a:avLst/>
          </a:prstGeom>
          <a:noFill/>
          <a:ln w="9525">
            <a:noFill/>
            <a:miter lim="800000"/>
          </a:ln>
        </p:spPr>
        <p:txBody>
          <a:bodyPr wrap="none" anchor="ctr">
            <a:spAutoFit/>
          </a:bodyPr>
          <a:lstStyle/>
          <a:p>
            <a:endParaRPr lang="zh-CN" altLang="en-US"/>
          </a:p>
        </p:txBody>
      </p:sp>
      <p:graphicFrame>
        <p:nvGraphicFramePr>
          <p:cNvPr id="61442" name="Object 4"/>
          <p:cNvGraphicFramePr>
            <a:graphicFrameLocks noChangeAspect="1"/>
          </p:cNvGraphicFramePr>
          <p:nvPr/>
        </p:nvGraphicFramePr>
        <p:xfrm>
          <a:off x="1258888" y="1844675"/>
          <a:ext cx="3168650" cy="811213"/>
        </p:xfrm>
        <a:graphic>
          <a:graphicData uri="http://schemas.openxmlformats.org/presentationml/2006/ole">
            <mc:AlternateContent xmlns:mc="http://schemas.openxmlformats.org/markup-compatibility/2006">
              <mc:Choice xmlns:v="urn:schemas-microsoft-com:vml" Requires="v">
                <p:oleObj spid="_x0000_s38404" name="Equation" r:id="rId1" imgW="1524000" imgH="393700" progId="Equation.DSMT4">
                  <p:embed/>
                </p:oleObj>
              </mc:Choice>
              <mc:Fallback>
                <p:oleObj name="Equation" r:id="rId1" imgW="1524000" imgH="3937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1844675"/>
                        <a:ext cx="3168650" cy="811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448" name="Rectangle 7"/>
          <p:cNvSpPr/>
          <p:nvPr/>
        </p:nvSpPr>
        <p:spPr bwMode="auto">
          <a:xfrm>
            <a:off x="0" y="3124200"/>
            <a:ext cx="9144000" cy="0"/>
          </a:xfrm>
          <a:prstGeom prst="rect">
            <a:avLst/>
          </a:prstGeom>
          <a:noFill/>
          <a:ln w="9525">
            <a:noFill/>
            <a:miter lim="800000"/>
          </a:ln>
        </p:spPr>
        <p:txBody>
          <a:bodyPr wrap="none" anchor="ctr">
            <a:spAutoFit/>
          </a:bodyPr>
          <a:lstStyle/>
          <a:p>
            <a:endParaRPr lang="zh-CN" altLang="en-US"/>
          </a:p>
        </p:txBody>
      </p:sp>
      <p:graphicFrame>
        <p:nvGraphicFramePr>
          <p:cNvPr id="61443" name="Object 6"/>
          <p:cNvGraphicFramePr>
            <a:graphicFrameLocks noChangeAspect="1"/>
          </p:cNvGraphicFramePr>
          <p:nvPr/>
        </p:nvGraphicFramePr>
        <p:xfrm>
          <a:off x="1187450" y="2636838"/>
          <a:ext cx="6048375" cy="1228725"/>
        </p:xfrm>
        <a:graphic>
          <a:graphicData uri="http://schemas.openxmlformats.org/presentationml/2006/ole">
            <mc:AlternateContent xmlns:mc="http://schemas.openxmlformats.org/markup-compatibility/2006">
              <mc:Choice xmlns:v="urn:schemas-microsoft-com:vml" Requires="v">
                <p:oleObj spid="_x0000_s2" name="Equation" r:id="rId3" imgW="2997200" imgH="609600" progId="Equation.DSMT4">
                  <p:embed/>
                </p:oleObj>
              </mc:Choice>
              <mc:Fallback>
                <p:oleObj name="Equation" r:id="rId3" imgW="2997200" imgH="6096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2636838"/>
                        <a:ext cx="6048375" cy="1228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449" name="Rectangle 11"/>
          <p:cNvSpPr/>
          <p:nvPr/>
        </p:nvSpPr>
        <p:spPr bwMode="auto">
          <a:xfrm>
            <a:off x="0" y="3233738"/>
            <a:ext cx="9144000" cy="0"/>
          </a:xfrm>
          <a:prstGeom prst="rect">
            <a:avLst/>
          </a:prstGeom>
          <a:noFill/>
          <a:ln w="9525">
            <a:noFill/>
            <a:miter lim="800000"/>
          </a:ln>
        </p:spPr>
        <p:txBody>
          <a:bodyPr wrap="none" anchor="ctr">
            <a:spAutoFit/>
          </a:bodyPr>
          <a:lstStyle/>
          <a:p>
            <a:endParaRPr lang="zh-CN" altLang="en-US"/>
          </a:p>
        </p:txBody>
      </p:sp>
      <p:graphicFrame>
        <p:nvGraphicFramePr>
          <p:cNvPr id="61444" name="Object 10"/>
          <p:cNvGraphicFramePr>
            <a:graphicFrameLocks noChangeAspect="1"/>
          </p:cNvGraphicFramePr>
          <p:nvPr/>
        </p:nvGraphicFramePr>
        <p:xfrm>
          <a:off x="1258888" y="3860800"/>
          <a:ext cx="3097212" cy="793750"/>
        </p:xfrm>
        <a:graphic>
          <a:graphicData uri="http://schemas.openxmlformats.org/presentationml/2006/ole">
            <mc:AlternateContent xmlns:mc="http://schemas.openxmlformats.org/markup-compatibility/2006">
              <mc:Choice xmlns:v="urn:schemas-microsoft-com:vml" Requires="v">
                <p:oleObj spid="_x0000_s3" name="Equation" r:id="rId5" imgW="1524000" imgH="393700" progId="Equation.DSMT4">
                  <p:embed/>
                </p:oleObj>
              </mc:Choice>
              <mc:Fallback>
                <p:oleObj name="Equation" r:id="rId5" imgW="1524000" imgH="393700"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8888" y="3860800"/>
                        <a:ext cx="3097212" cy="793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450" name="Rectangle 13"/>
          <p:cNvSpPr/>
          <p:nvPr/>
        </p:nvSpPr>
        <p:spPr bwMode="auto">
          <a:xfrm>
            <a:off x="0" y="3200400"/>
            <a:ext cx="9144000" cy="0"/>
          </a:xfrm>
          <a:prstGeom prst="rect">
            <a:avLst/>
          </a:prstGeom>
          <a:noFill/>
          <a:ln w="9525">
            <a:noFill/>
            <a:miter lim="800000"/>
          </a:ln>
        </p:spPr>
        <p:txBody>
          <a:bodyPr wrap="none" anchor="ctr">
            <a:spAutoFit/>
          </a:bodyPr>
          <a:lstStyle/>
          <a:p>
            <a:endParaRPr lang="zh-CN" altLang="en-US"/>
          </a:p>
        </p:txBody>
      </p:sp>
      <p:sp>
        <p:nvSpPr>
          <p:cNvPr id="61451" name="Rectangle 15"/>
          <p:cNvSpPr/>
          <p:nvPr/>
        </p:nvSpPr>
        <p:spPr bwMode="auto">
          <a:xfrm>
            <a:off x="0" y="3200400"/>
            <a:ext cx="9144000" cy="0"/>
          </a:xfrm>
          <a:prstGeom prst="rect">
            <a:avLst/>
          </a:prstGeom>
          <a:noFill/>
          <a:ln w="9525">
            <a:noFill/>
            <a:miter lim="800000"/>
          </a:ln>
        </p:spPr>
        <p:txBody>
          <a:bodyPr wrap="none" anchor="ctr">
            <a:spAutoFit/>
          </a:bodyPr>
          <a:lstStyle/>
          <a:p>
            <a:endParaRPr lang="zh-CN" altLang="en-US"/>
          </a:p>
        </p:txBody>
      </p:sp>
      <p:graphicFrame>
        <p:nvGraphicFramePr>
          <p:cNvPr id="61445" name="Object 14"/>
          <p:cNvGraphicFramePr>
            <a:graphicFrameLocks noChangeAspect="1"/>
          </p:cNvGraphicFramePr>
          <p:nvPr/>
        </p:nvGraphicFramePr>
        <p:xfrm>
          <a:off x="504825" y="4724400"/>
          <a:ext cx="8278813" cy="877888"/>
        </p:xfrm>
        <a:graphic>
          <a:graphicData uri="http://schemas.openxmlformats.org/presentationml/2006/ole">
            <mc:AlternateContent xmlns:mc="http://schemas.openxmlformats.org/markup-compatibility/2006">
              <mc:Choice xmlns:v="urn:schemas-microsoft-com:vml" Requires="v">
                <p:oleObj spid="_x0000_s4" name="公式" r:id="rId7" imgW="4318000" imgH="457200" progId="Equation.3">
                  <p:embed/>
                </p:oleObj>
              </mc:Choice>
              <mc:Fallback>
                <p:oleObj name="公式" r:id="rId7" imgW="4318000" imgH="457200"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4825" y="4724400"/>
                        <a:ext cx="8278813" cy="877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71" name="Rectangle 2"/>
          <p:cNvSpPr/>
          <p:nvPr>
            <p:ph type="title"/>
          </p:nvPr>
        </p:nvSpPr>
        <p:spPr/>
        <p:txBody>
          <a:bodyPr/>
          <a:lstStyle/>
          <a:p>
            <a:pPr eaLnBrk="1" hangingPunct="1"/>
            <a:endParaRPr lang="zh-CN" altLang="zh-CN"/>
          </a:p>
        </p:txBody>
      </p:sp>
      <p:sp>
        <p:nvSpPr>
          <p:cNvPr id="62472" name="Rectangle 3"/>
          <p:cNvSpPr/>
          <p:nvPr>
            <p:ph idx="1"/>
          </p:nvPr>
        </p:nvSpPr>
        <p:spPr>
          <a:xfrm>
            <a:off x="1033463" y="1916113"/>
            <a:ext cx="7715250" cy="4692650"/>
          </a:xfrm>
        </p:spPr>
        <p:txBody>
          <a:bodyPr/>
          <a:lstStyle/>
          <a:p>
            <a:pPr eaLnBrk="1" hangingPunct="1"/>
            <a:r>
              <a:rPr lang="zh-CN" altLang="en-US" dirty="0">
                <a:latin typeface="Times New Roman" panose="02020503050405090304" pitchFamily="18" charset="0"/>
              </a:rPr>
              <a:t>按照稳态性能指标                           要求     </a:t>
            </a:r>
            <a:endParaRPr lang="zh-CN" altLang="en-US" dirty="0">
              <a:latin typeface="Times New Roman" panose="02020503050405090304" pitchFamily="18" charset="0"/>
            </a:endParaRPr>
          </a:p>
          <a:p>
            <a:pPr eaLnBrk="1" hangingPunct="1"/>
            <a:endParaRPr lang="zh-CN" altLang="en-US" dirty="0">
              <a:latin typeface="Times New Roman" panose="02020503050405090304" pitchFamily="18" charset="0"/>
            </a:endParaRPr>
          </a:p>
          <a:p>
            <a:pPr eaLnBrk="1" hangingPunct="1"/>
            <a:r>
              <a:rPr lang="zh-CN" altLang="en-US" dirty="0">
                <a:latin typeface="Times New Roman" panose="02020503050405090304" pitchFamily="18" charset="0"/>
              </a:rPr>
              <a:t>   </a:t>
            </a:r>
            <a:endParaRPr lang="zh-CN" altLang="en-US" dirty="0">
              <a:latin typeface="Times New Roman" panose="02020503050405090304" pitchFamily="18" charset="0"/>
            </a:endParaRPr>
          </a:p>
          <a:p>
            <a:pPr eaLnBrk="1" hangingPunct="1"/>
            <a:endParaRPr lang="zh-CN" altLang="en-US" dirty="0">
              <a:latin typeface="Times New Roman" panose="02020503050405090304" pitchFamily="18" charset="0"/>
            </a:endParaRPr>
          </a:p>
          <a:p>
            <a:pPr eaLnBrk="1" hangingPunct="1"/>
            <a:endParaRPr lang="zh-CN" altLang="en-US" dirty="0">
              <a:latin typeface="Times New Roman" panose="02020503050405090304" pitchFamily="18" charset="0"/>
            </a:endParaRPr>
          </a:p>
          <a:p>
            <a:pPr eaLnBrk="1" hangingPunct="1"/>
            <a:endParaRPr lang="zh-CN" altLang="en-US" dirty="0">
              <a:latin typeface="Times New Roman" panose="02020503050405090304" pitchFamily="18" charset="0"/>
            </a:endParaRPr>
          </a:p>
          <a:p>
            <a:pPr eaLnBrk="1" hangingPunct="1"/>
            <a:r>
              <a:rPr lang="en-US" altLang="zh-CN" dirty="0">
                <a:latin typeface="Times New Roman" panose="02020503050405090304" pitchFamily="18" charset="0"/>
              </a:rPr>
              <a:t>PWM</a:t>
            </a:r>
            <a:r>
              <a:rPr lang="zh-CN" altLang="en-US" dirty="0">
                <a:latin typeface="Times New Roman" panose="02020503050405090304" pitchFamily="18" charset="0"/>
              </a:rPr>
              <a:t>调速系统能够在满足稳态性能指标要求下稳定运行。 </a:t>
            </a:r>
            <a:endParaRPr lang="zh-CN" altLang="en-US" dirty="0">
              <a:latin typeface="Times New Roman" panose="02020503050405090304" pitchFamily="18" charset="0"/>
            </a:endParaRPr>
          </a:p>
        </p:txBody>
      </p:sp>
      <p:sp>
        <p:nvSpPr>
          <p:cNvPr id="62473" name="Rectangle 5"/>
          <p:cNvSpPr/>
          <p:nvPr/>
        </p:nvSpPr>
        <p:spPr bwMode="auto">
          <a:xfrm>
            <a:off x="0" y="3338513"/>
            <a:ext cx="9144000" cy="0"/>
          </a:xfrm>
          <a:prstGeom prst="rect">
            <a:avLst/>
          </a:prstGeom>
          <a:noFill/>
          <a:ln w="9525">
            <a:noFill/>
            <a:miter lim="800000"/>
          </a:ln>
        </p:spPr>
        <p:txBody>
          <a:bodyPr wrap="none" anchor="ctr">
            <a:spAutoFit/>
          </a:bodyPr>
          <a:lstStyle/>
          <a:p>
            <a:endParaRPr lang="zh-CN" altLang="en-US"/>
          </a:p>
        </p:txBody>
      </p:sp>
      <p:graphicFrame>
        <p:nvGraphicFramePr>
          <p:cNvPr id="62466" name="Object 4"/>
          <p:cNvGraphicFramePr>
            <a:graphicFrameLocks noChangeAspect="1"/>
          </p:cNvGraphicFramePr>
          <p:nvPr/>
        </p:nvGraphicFramePr>
        <p:xfrm>
          <a:off x="4387057" y="1968330"/>
          <a:ext cx="1008062" cy="390525"/>
        </p:xfrm>
        <a:graphic>
          <a:graphicData uri="http://schemas.openxmlformats.org/presentationml/2006/ole">
            <mc:AlternateContent xmlns:mc="http://schemas.openxmlformats.org/markup-compatibility/2006">
              <mc:Choice xmlns:v="urn:schemas-microsoft-com:vml" Requires="v">
                <p:oleObj spid="_x0000_s38404" name="Equation" r:id="rId1" imgW="469900" imgH="177800" progId="Equation.DSMT4">
                  <p:embed/>
                </p:oleObj>
              </mc:Choice>
              <mc:Fallback>
                <p:oleObj name="Equation" r:id="rId1" imgW="469900" imgH="1778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7057" y="1968330"/>
                        <a:ext cx="1008062"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74" name="Rectangle 7"/>
          <p:cNvSpPr/>
          <p:nvPr/>
        </p:nvSpPr>
        <p:spPr bwMode="auto">
          <a:xfrm>
            <a:off x="0" y="3338513"/>
            <a:ext cx="9144000" cy="0"/>
          </a:xfrm>
          <a:prstGeom prst="rect">
            <a:avLst/>
          </a:prstGeom>
          <a:noFill/>
          <a:ln w="9525">
            <a:noFill/>
            <a:miter lim="800000"/>
          </a:ln>
        </p:spPr>
        <p:txBody>
          <a:bodyPr wrap="none" anchor="ctr">
            <a:spAutoFit/>
          </a:bodyPr>
          <a:lstStyle/>
          <a:p>
            <a:endParaRPr lang="zh-CN" altLang="en-US"/>
          </a:p>
        </p:txBody>
      </p:sp>
      <p:graphicFrame>
        <p:nvGraphicFramePr>
          <p:cNvPr id="62467" name="Object 6"/>
          <p:cNvGraphicFramePr>
            <a:graphicFrameLocks noChangeAspect="1"/>
          </p:cNvGraphicFramePr>
          <p:nvPr/>
        </p:nvGraphicFramePr>
        <p:xfrm>
          <a:off x="5508104" y="1941434"/>
          <a:ext cx="1152525" cy="447675"/>
        </p:xfrm>
        <a:graphic>
          <a:graphicData uri="http://schemas.openxmlformats.org/presentationml/2006/ole">
            <mc:AlternateContent xmlns:mc="http://schemas.openxmlformats.org/markup-compatibility/2006">
              <mc:Choice xmlns:v="urn:schemas-microsoft-com:vml" Requires="v">
                <p:oleObj spid="_x0000_s2" name="Equation" r:id="rId3" imgW="469900" imgH="177800" progId="Equation.DSMT4">
                  <p:embed/>
                </p:oleObj>
              </mc:Choice>
              <mc:Fallback>
                <p:oleObj name="Equation" r:id="rId3" imgW="469900" imgH="1778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8104" y="1941434"/>
                        <a:ext cx="1152525" cy="447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75" name="Rectangle 9"/>
          <p:cNvSpPr/>
          <p:nvPr/>
        </p:nvSpPr>
        <p:spPr bwMode="auto">
          <a:xfrm>
            <a:off x="0" y="3252788"/>
            <a:ext cx="9144000" cy="0"/>
          </a:xfrm>
          <a:prstGeom prst="rect">
            <a:avLst/>
          </a:prstGeom>
          <a:noFill/>
          <a:ln w="9525">
            <a:noFill/>
            <a:miter lim="800000"/>
          </a:ln>
        </p:spPr>
        <p:txBody>
          <a:bodyPr wrap="none" anchor="ctr">
            <a:spAutoFit/>
          </a:bodyPr>
          <a:lstStyle/>
          <a:p>
            <a:endParaRPr lang="zh-CN" altLang="en-US"/>
          </a:p>
        </p:txBody>
      </p:sp>
      <p:graphicFrame>
        <p:nvGraphicFramePr>
          <p:cNvPr id="62468" name="Object 8"/>
          <p:cNvGraphicFramePr>
            <a:graphicFrameLocks noChangeAspect="1"/>
          </p:cNvGraphicFramePr>
          <p:nvPr/>
        </p:nvGraphicFramePr>
        <p:xfrm>
          <a:off x="1403350" y="2478088"/>
          <a:ext cx="2447925" cy="747712"/>
        </p:xfrm>
        <a:graphic>
          <a:graphicData uri="http://schemas.openxmlformats.org/presentationml/2006/ole">
            <mc:AlternateContent xmlns:mc="http://schemas.openxmlformats.org/markup-compatibility/2006">
              <mc:Choice xmlns:v="urn:schemas-microsoft-com:vml" Requires="v">
                <p:oleObj spid="_x0000_s3" name="Equation" r:id="rId5" imgW="1155065" imgH="355600" progId="Equation.DSMT4">
                  <p:embed/>
                </p:oleObj>
              </mc:Choice>
              <mc:Fallback>
                <p:oleObj name="Equation" r:id="rId5" imgW="1155065" imgH="35560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3350" y="2478088"/>
                        <a:ext cx="2447925" cy="747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76" name="Rectangle 10"/>
          <p:cNvSpPr/>
          <p:nvPr/>
        </p:nvSpPr>
        <p:spPr bwMode="auto">
          <a:xfrm>
            <a:off x="3924300" y="2636838"/>
            <a:ext cx="2190750" cy="457200"/>
          </a:xfrm>
          <a:prstGeom prst="rect">
            <a:avLst/>
          </a:prstGeom>
          <a:noFill/>
          <a:ln w="9525">
            <a:noFill/>
            <a:miter lim="800000"/>
          </a:ln>
        </p:spPr>
        <p:txBody>
          <a:bodyPr wrap="none" anchor="ctr">
            <a:spAutoFit/>
          </a:bodyPr>
          <a:lstStyle/>
          <a:p>
            <a:pPr algn="l"/>
            <a:r>
              <a:rPr lang="zh-CN" altLang="en-US">
                <a:solidFill>
                  <a:schemeClr val="tx1"/>
                </a:solidFill>
              </a:rPr>
              <a:t>（见例题</a:t>
            </a:r>
            <a:r>
              <a:rPr lang="en-US" altLang="zh-CN">
                <a:solidFill>
                  <a:schemeClr val="tx1"/>
                </a:solidFill>
              </a:rPr>
              <a:t>2-2</a:t>
            </a:r>
            <a:r>
              <a:rPr lang="zh-CN" altLang="en-US">
                <a:solidFill>
                  <a:schemeClr val="tx1"/>
                </a:solidFill>
              </a:rPr>
              <a:t>） </a:t>
            </a:r>
            <a:endParaRPr lang="zh-CN" altLang="en-US">
              <a:solidFill>
                <a:schemeClr val="tx1"/>
              </a:solidFill>
            </a:endParaRPr>
          </a:p>
        </p:txBody>
      </p:sp>
      <p:sp>
        <p:nvSpPr>
          <p:cNvPr id="62477" name="Rectangle 12"/>
          <p:cNvSpPr/>
          <p:nvPr/>
        </p:nvSpPr>
        <p:spPr bwMode="auto">
          <a:xfrm>
            <a:off x="0" y="3214688"/>
            <a:ext cx="9144000" cy="0"/>
          </a:xfrm>
          <a:prstGeom prst="rect">
            <a:avLst/>
          </a:prstGeom>
          <a:noFill/>
          <a:ln w="9525">
            <a:noFill/>
            <a:miter lim="800000"/>
          </a:ln>
        </p:spPr>
        <p:txBody>
          <a:bodyPr wrap="none" anchor="ctr">
            <a:spAutoFit/>
          </a:bodyPr>
          <a:lstStyle/>
          <a:p>
            <a:endParaRPr lang="zh-CN" altLang="en-US"/>
          </a:p>
        </p:txBody>
      </p:sp>
      <p:graphicFrame>
        <p:nvGraphicFramePr>
          <p:cNvPr id="62469" name="Object 11"/>
          <p:cNvGraphicFramePr>
            <a:graphicFrameLocks noChangeAspect="1"/>
          </p:cNvGraphicFramePr>
          <p:nvPr/>
        </p:nvGraphicFramePr>
        <p:xfrm>
          <a:off x="1547664" y="3224213"/>
          <a:ext cx="5256212" cy="949325"/>
        </p:xfrm>
        <a:graphic>
          <a:graphicData uri="http://schemas.openxmlformats.org/presentationml/2006/ole">
            <mc:AlternateContent xmlns:mc="http://schemas.openxmlformats.org/markup-compatibility/2006">
              <mc:Choice xmlns:v="urn:schemas-microsoft-com:vml" Requires="v">
                <p:oleObj spid="_x0000_s4" name="Equation" r:id="rId7" imgW="2374900" imgH="431800" progId="Equation.DSMT4">
                  <p:embed/>
                </p:oleObj>
              </mc:Choice>
              <mc:Fallback>
                <p:oleObj name="Equation" r:id="rId7" imgW="2374900" imgH="431800" progId="Equation.DSMT4">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7664" y="3224213"/>
                        <a:ext cx="5256212" cy="949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78" name="Rectangle 14"/>
          <p:cNvSpPr/>
          <p:nvPr/>
        </p:nvSpPr>
        <p:spPr bwMode="auto">
          <a:xfrm>
            <a:off x="0" y="3205163"/>
            <a:ext cx="9144000" cy="0"/>
          </a:xfrm>
          <a:prstGeom prst="rect">
            <a:avLst/>
          </a:prstGeom>
          <a:noFill/>
          <a:ln w="9525">
            <a:noFill/>
            <a:miter lim="800000"/>
          </a:ln>
        </p:spPr>
        <p:txBody>
          <a:bodyPr wrap="none" anchor="ctr">
            <a:spAutoFit/>
          </a:bodyPr>
          <a:lstStyle/>
          <a:p>
            <a:endParaRPr lang="zh-CN" altLang="en-US"/>
          </a:p>
        </p:txBody>
      </p:sp>
      <p:graphicFrame>
        <p:nvGraphicFramePr>
          <p:cNvPr id="62470" name="Object 13"/>
          <p:cNvGraphicFramePr>
            <a:graphicFrameLocks noChangeAspect="1"/>
          </p:cNvGraphicFramePr>
          <p:nvPr/>
        </p:nvGraphicFramePr>
        <p:xfrm>
          <a:off x="1331193" y="4068763"/>
          <a:ext cx="4248150" cy="1044575"/>
        </p:xfrm>
        <a:graphic>
          <a:graphicData uri="http://schemas.openxmlformats.org/presentationml/2006/ole">
            <mc:AlternateContent xmlns:mc="http://schemas.openxmlformats.org/markup-compatibility/2006">
              <mc:Choice xmlns:v="urn:schemas-microsoft-com:vml" Requires="v">
                <p:oleObj spid="_x0000_s5" name="Equation" r:id="rId9" imgW="1815465" imgH="444500" progId="Equation.DSMT4">
                  <p:embed/>
                </p:oleObj>
              </mc:Choice>
              <mc:Fallback>
                <p:oleObj name="Equation" r:id="rId9" imgW="1815465" imgH="444500" progId="Equation.DSMT4">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31193" y="4068763"/>
                        <a:ext cx="4248150" cy="1044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79" name="Text Box 15"/>
          <p:cNvSpPr txBox="1"/>
          <p:nvPr/>
        </p:nvSpPr>
        <p:spPr bwMode="auto">
          <a:xfrm>
            <a:off x="5652120" y="4246563"/>
            <a:ext cx="1655763" cy="641350"/>
          </a:xfrm>
          <a:prstGeom prst="rect">
            <a:avLst/>
          </a:prstGeom>
          <a:noFill/>
          <a:ln w="9525">
            <a:noFill/>
            <a:miter lim="800000"/>
          </a:ln>
        </p:spPr>
        <p:txBody>
          <a:bodyPr>
            <a:spAutoFit/>
          </a:bodyPr>
          <a:lstStyle/>
          <a:p>
            <a:pPr>
              <a:spcBef>
                <a:spcPct val="50000"/>
              </a:spcBef>
            </a:pPr>
            <a:r>
              <a:rPr lang="en-US" altLang="zh-CN" sz="3600" dirty="0">
                <a:solidFill>
                  <a:schemeClr val="tx1"/>
                </a:solidFill>
              </a:rPr>
              <a:t>&lt;337.5</a:t>
            </a:r>
            <a:endParaRPr lang="en-US" altLang="zh-CN" sz="3600" dirty="0">
              <a:solidFill>
                <a:schemeClr val="tx1"/>
              </a:solidFill>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3" name="Rectangle 2"/>
          <p:cNvSpPr/>
          <p:nvPr>
            <p:ph type="title"/>
          </p:nvPr>
        </p:nvSpPr>
        <p:spPr/>
        <p:txBody>
          <a:bodyPr/>
          <a:lstStyle/>
          <a:p>
            <a:pPr eaLnBrk="1" hangingPunct="1"/>
            <a:endParaRPr lang="zh-CN" altLang="zh-CN"/>
          </a:p>
        </p:txBody>
      </p:sp>
      <p:sp>
        <p:nvSpPr>
          <p:cNvPr id="63494" name="Rectangle 3"/>
          <p:cNvSpPr/>
          <p:nvPr>
            <p:ph idx="1"/>
          </p:nvPr>
        </p:nvSpPr>
        <p:spPr/>
        <p:txBody>
          <a:bodyPr/>
          <a:lstStyle/>
          <a:p>
            <a:pPr eaLnBrk="1" hangingPunct="1"/>
            <a:r>
              <a:rPr lang="en-US" altLang="zh-CN">
                <a:latin typeface="Times New Roman" panose="02020503050405090304" pitchFamily="18" charset="0"/>
              </a:rPr>
              <a:t> </a:t>
            </a:r>
            <a:r>
              <a:rPr lang="zh-CN" altLang="en-US">
                <a:latin typeface="Times New Roman" panose="02020503050405090304" pitchFamily="18" charset="0"/>
              </a:rPr>
              <a:t>若系统处于临界稳定状况， </a:t>
            </a:r>
            <a:endParaRPr lang="zh-CN" altLang="en-US">
              <a:latin typeface="Times New Roman" panose="02020503050405090304" pitchFamily="18" charset="0"/>
            </a:endParaRPr>
          </a:p>
        </p:txBody>
      </p:sp>
      <p:sp>
        <p:nvSpPr>
          <p:cNvPr id="63495" name="Rectangle 5"/>
          <p:cNvSpPr/>
          <p:nvPr/>
        </p:nvSpPr>
        <p:spPr bwMode="auto">
          <a:xfrm>
            <a:off x="0" y="3357563"/>
            <a:ext cx="9144000" cy="0"/>
          </a:xfrm>
          <a:prstGeom prst="rect">
            <a:avLst/>
          </a:prstGeom>
          <a:noFill/>
          <a:ln w="9525">
            <a:noFill/>
            <a:miter lim="800000"/>
          </a:ln>
        </p:spPr>
        <p:txBody>
          <a:bodyPr wrap="none" anchor="ctr">
            <a:spAutoFit/>
          </a:bodyPr>
          <a:lstStyle/>
          <a:p>
            <a:endParaRPr lang="zh-CN" altLang="en-US"/>
          </a:p>
        </p:txBody>
      </p:sp>
      <p:sp>
        <p:nvSpPr>
          <p:cNvPr id="63496" name="Rectangle 7"/>
          <p:cNvSpPr/>
          <p:nvPr/>
        </p:nvSpPr>
        <p:spPr bwMode="auto">
          <a:xfrm>
            <a:off x="0" y="3224213"/>
            <a:ext cx="9144000" cy="0"/>
          </a:xfrm>
          <a:prstGeom prst="rect">
            <a:avLst/>
          </a:prstGeom>
          <a:noFill/>
          <a:ln w="9525">
            <a:noFill/>
            <a:miter lim="800000"/>
          </a:ln>
        </p:spPr>
        <p:txBody>
          <a:bodyPr wrap="none" anchor="ctr">
            <a:spAutoFit/>
          </a:bodyPr>
          <a:lstStyle/>
          <a:p>
            <a:endParaRPr lang="zh-CN" altLang="en-US"/>
          </a:p>
        </p:txBody>
      </p:sp>
      <p:sp>
        <p:nvSpPr>
          <p:cNvPr id="63497" name="Rectangle 9"/>
          <p:cNvSpPr/>
          <p:nvPr/>
        </p:nvSpPr>
        <p:spPr bwMode="auto">
          <a:xfrm>
            <a:off x="0" y="3214688"/>
            <a:ext cx="9144000" cy="0"/>
          </a:xfrm>
          <a:prstGeom prst="rect">
            <a:avLst/>
          </a:prstGeom>
          <a:noFill/>
          <a:ln w="9525">
            <a:noFill/>
            <a:miter lim="800000"/>
          </a:ln>
        </p:spPr>
        <p:txBody>
          <a:bodyPr wrap="none" anchor="ctr">
            <a:spAutoFit/>
          </a:bodyPr>
          <a:lstStyle/>
          <a:p>
            <a:endParaRPr lang="zh-CN" altLang="en-US"/>
          </a:p>
        </p:txBody>
      </p:sp>
      <p:graphicFrame>
        <p:nvGraphicFramePr>
          <p:cNvPr id="63490" name="Object 8"/>
          <p:cNvGraphicFramePr>
            <a:graphicFrameLocks noChangeAspect="1"/>
          </p:cNvGraphicFramePr>
          <p:nvPr/>
        </p:nvGraphicFramePr>
        <p:xfrm>
          <a:off x="1619250" y="4437063"/>
          <a:ext cx="5976938" cy="1062037"/>
        </p:xfrm>
        <a:graphic>
          <a:graphicData uri="http://schemas.openxmlformats.org/presentationml/2006/ole">
            <mc:AlternateContent xmlns:mc="http://schemas.openxmlformats.org/markup-compatibility/2006">
              <mc:Choice xmlns:v="urn:schemas-microsoft-com:vml" Requires="v">
                <p:oleObj spid="_x0000_s38404" name="Equation" r:id="rId1" imgW="2413000" imgH="431800" progId="Equation.DSMT4">
                  <p:embed/>
                </p:oleObj>
              </mc:Choice>
              <mc:Fallback>
                <p:oleObj name="Equation" r:id="rId1" imgW="2413000" imgH="431800" progId="Equation.DSMT4">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0" y="4437063"/>
                        <a:ext cx="5976938" cy="1062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3498" name="Rectangle 12"/>
          <p:cNvSpPr/>
          <p:nvPr/>
        </p:nvSpPr>
        <p:spPr bwMode="auto">
          <a:xfrm>
            <a:off x="0" y="3338513"/>
            <a:ext cx="9144000" cy="0"/>
          </a:xfrm>
          <a:prstGeom prst="rect">
            <a:avLst/>
          </a:prstGeom>
          <a:noFill/>
          <a:ln w="9525">
            <a:noFill/>
            <a:miter lim="800000"/>
          </a:ln>
        </p:spPr>
        <p:txBody>
          <a:bodyPr wrap="none" anchor="ctr">
            <a:spAutoFit/>
          </a:bodyPr>
          <a:lstStyle/>
          <a:p>
            <a:endParaRPr lang="zh-CN" altLang="en-US"/>
          </a:p>
        </p:txBody>
      </p:sp>
      <p:graphicFrame>
        <p:nvGraphicFramePr>
          <p:cNvPr id="63491" name="Object 11"/>
          <p:cNvGraphicFramePr>
            <a:graphicFrameLocks noChangeAspect="1"/>
          </p:cNvGraphicFramePr>
          <p:nvPr/>
        </p:nvGraphicFramePr>
        <p:xfrm>
          <a:off x="1692275" y="2565400"/>
          <a:ext cx="1655763" cy="442913"/>
        </p:xfrm>
        <a:graphic>
          <a:graphicData uri="http://schemas.openxmlformats.org/presentationml/2006/ole">
            <mc:AlternateContent xmlns:mc="http://schemas.openxmlformats.org/markup-compatibility/2006">
              <mc:Choice xmlns:v="urn:schemas-microsoft-com:vml" Requires="v">
                <p:oleObj spid="_x0000_s2" name="公式" r:id="rId3" imgW="672465" imgH="177800" progId="Equation.3">
                  <p:embed/>
                </p:oleObj>
              </mc:Choice>
              <mc:Fallback>
                <p:oleObj name="公式" r:id="rId3" imgW="672465" imgH="17780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5" y="2565400"/>
                        <a:ext cx="1655763" cy="442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3499" name="Rectangle 14"/>
          <p:cNvSpPr/>
          <p:nvPr/>
        </p:nvSpPr>
        <p:spPr bwMode="auto">
          <a:xfrm>
            <a:off x="0" y="3219450"/>
            <a:ext cx="9144000" cy="0"/>
          </a:xfrm>
          <a:prstGeom prst="rect">
            <a:avLst/>
          </a:prstGeom>
          <a:noFill/>
          <a:ln w="9525">
            <a:noFill/>
            <a:miter lim="800000"/>
          </a:ln>
        </p:spPr>
        <p:txBody>
          <a:bodyPr wrap="none" anchor="ctr">
            <a:spAutoFit/>
          </a:bodyPr>
          <a:lstStyle/>
          <a:p>
            <a:endParaRPr lang="zh-CN" altLang="en-US"/>
          </a:p>
        </p:txBody>
      </p:sp>
      <p:graphicFrame>
        <p:nvGraphicFramePr>
          <p:cNvPr id="63492" name="Object 13"/>
          <p:cNvGraphicFramePr>
            <a:graphicFrameLocks noChangeAspect="1"/>
          </p:cNvGraphicFramePr>
          <p:nvPr/>
        </p:nvGraphicFramePr>
        <p:xfrm>
          <a:off x="1547813" y="3213100"/>
          <a:ext cx="4824412" cy="869950"/>
        </p:xfrm>
        <a:graphic>
          <a:graphicData uri="http://schemas.openxmlformats.org/presentationml/2006/ole">
            <mc:AlternateContent xmlns:mc="http://schemas.openxmlformats.org/markup-compatibility/2006">
              <mc:Choice xmlns:v="urn:schemas-microsoft-com:vml" Requires="v">
                <p:oleObj spid="_x0000_s3" name="公式" r:id="rId5" imgW="2324100" imgH="419100" progId="Equation.3">
                  <p:embed/>
                </p:oleObj>
              </mc:Choice>
              <mc:Fallback>
                <p:oleObj name="公式" r:id="rId5" imgW="2324100" imgH="419100"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7813" y="3213100"/>
                        <a:ext cx="4824412" cy="869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p:nvPr>
            <p:ph type="title"/>
          </p:nvPr>
        </p:nvSpPr>
        <p:spPr>
          <a:xfrm>
            <a:off x="755576" y="620688"/>
            <a:ext cx="8162925" cy="1190625"/>
          </a:xfrm>
        </p:spPr>
        <p:txBody>
          <a:bodyPr/>
          <a:lstStyle/>
          <a:p>
            <a:pPr marL="838200" indent="-838200"/>
            <a:r>
              <a:rPr lang="en-US" altLang="zh-CN" sz="3600" dirty="0">
                <a:latin typeface="Times New Roman" panose="02020503050405090304" pitchFamily="18" charset="0"/>
              </a:rPr>
              <a:t>3.2 </a:t>
            </a:r>
            <a:r>
              <a:rPr lang="zh-CN" altLang="en-US" sz="3600" b="1" dirty="0"/>
              <a:t>无静差的转速闭环直流调速系统</a:t>
            </a:r>
            <a:endParaRPr lang="zh-CN" altLang="en-US" sz="3600" dirty="0">
              <a:latin typeface="Times New Roman" panose="02020503050405090304" pitchFamily="18" charset="0"/>
            </a:endParaRPr>
          </a:p>
        </p:txBody>
      </p:sp>
      <p:sp>
        <p:nvSpPr>
          <p:cNvPr id="193539" name="Rectangle 3"/>
          <p:cNvSpPr/>
          <p:nvPr>
            <p:ph idx="1"/>
          </p:nvPr>
        </p:nvSpPr>
        <p:spPr/>
        <p:txBody>
          <a:bodyPr/>
          <a:lstStyle/>
          <a:p>
            <a:pPr>
              <a:lnSpc>
                <a:spcPts val="5000"/>
              </a:lnSpc>
            </a:pPr>
            <a:r>
              <a:rPr lang="zh-CN" altLang="en-US" sz="2800" dirty="0">
                <a:latin typeface="Times New Roman" panose="02020503050405090304" pitchFamily="18" charset="0"/>
              </a:rPr>
              <a:t>在比例控制直流调速系统中，系统转速仍是有降落的。减小稳态误差可能导致系统不稳定。</a:t>
            </a:r>
            <a:r>
              <a:rPr lang="zh-CN" altLang="en-US" sz="2800" dirty="0"/>
              <a:t>能否通过</a:t>
            </a:r>
            <a:r>
              <a:rPr lang="zh-CN" altLang="en-US" sz="2800" dirty="0">
                <a:solidFill>
                  <a:srgbClr val="FF0000"/>
                </a:solidFill>
              </a:rPr>
              <a:t>改进调节器</a:t>
            </a:r>
            <a:r>
              <a:rPr lang="zh-CN" altLang="en-US" sz="2800" dirty="0"/>
              <a:t>实现转速无静差控制呢？如把比例调节器换成</a:t>
            </a:r>
            <a:r>
              <a:rPr lang="en-US" sz="2800" dirty="0"/>
              <a:t>PID</a:t>
            </a:r>
            <a:r>
              <a:rPr lang="zh-CN" altLang="en-US" sz="2800" dirty="0"/>
              <a:t>调节器之后解决这个问题。</a:t>
            </a:r>
            <a:endParaRPr lang="zh-CN" altLang="en-US" sz="2800" dirty="0">
              <a:latin typeface="Times New Roman" panose="02020503050405090304" pitchFamily="18" charset="0"/>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r>
              <a:rPr lang="en-US" altLang="zh-CN" sz="3600" b="1" dirty="0"/>
              <a:t>图3-9有静差调速系统突加负载时的动态过程</a:t>
            </a:r>
            <a:br>
              <a:rPr lang="en-US" altLang="zh-CN" sz="3600" b="1" dirty="0"/>
            </a:br>
            <a:endParaRPr lang="zh-CN" altLang="en-US" sz="3600" b="1" dirty="0"/>
          </a:p>
        </p:txBody>
      </p:sp>
      <p:sp>
        <p:nvSpPr>
          <p:cNvPr id="4" name="内容占位符 3"/>
          <p:cNvSpPr/>
          <p:nvPr>
            <p:ph idx="1"/>
          </p:nvPr>
        </p:nvSpPr>
        <p:spPr/>
        <p:txBody>
          <a:bodyPr>
            <a:normAutofit fontScale="85000" lnSpcReduction="20000"/>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a:buNone/>
            </a:pPr>
            <a:r>
              <a:rPr lang="en-US" dirty="0"/>
              <a:t>                </a:t>
            </a:r>
            <a:endParaRPr lang="zh-CN" altLang="en-US" dirty="0"/>
          </a:p>
        </p:txBody>
      </p:sp>
      <p:sp>
        <p:nvSpPr>
          <p:cNvPr id="128002" name="Rectangle 2"/>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pic>
        <p:nvPicPr>
          <p:cNvPr id="6" name="Picture 8" descr="0218"/>
          <p:cNvPicPr>
            <a:picLocks noChangeAspect="1" noChangeArrowheads="1"/>
          </p:cNvPicPr>
          <p:nvPr/>
        </p:nvPicPr>
        <p:blipFill>
          <a:blip r:embed="rId1"/>
          <a:srcRect/>
          <a:stretch>
            <a:fillRect/>
          </a:stretch>
        </p:blipFill>
        <p:spPr bwMode="auto">
          <a:xfrm>
            <a:off x="4576936" y="2681770"/>
            <a:ext cx="3673508" cy="1683334"/>
          </a:xfrm>
          <a:prstGeom prst="rect">
            <a:avLst/>
          </a:prstGeom>
          <a:noFill/>
          <a:ln w="9525">
            <a:solidFill>
              <a:srgbClr val="FF0000"/>
            </a:solidFill>
            <a:miter lim="800000"/>
            <a:headEnd/>
            <a:tailEnd/>
          </a:ln>
        </p:spPr>
      </p:pic>
      <p:sp>
        <p:nvSpPr>
          <p:cNvPr id="3" name="椭圆形标注 2"/>
          <p:cNvSpPr/>
          <p:nvPr/>
        </p:nvSpPr>
        <p:spPr>
          <a:xfrm>
            <a:off x="4067944" y="5013176"/>
            <a:ext cx="1728192" cy="1296144"/>
          </a:xfrm>
          <a:prstGeom prst="wedgeEllipseCallout">
            <a:avLst>
              <a:gd name="adj1" fmla="val 41249"/>
              <a:gd name="adj2" fmla="val -1773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t>不能为零！！</a:t>
            </a:r>
            <a:endParaRPr lang="zh-CN" altLang="en-US" sz="2800" dirty="0"/>
          </a:p>
        </p:txBody>
      </p:sp>
      <p:sp>
        <p:nvSpPr>
          <p:cNvPr id="5" name="Rectangle 75"/>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8"/>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9" name="对象 8"/>
          <p:cNvGraphicFramePr>
            <a:graphicFrameLocks noChangeAspect="1"/>
          </p:cNvGraphicFramePr>
          <p:nvPr/>
        </p:nvGraphicFramePr>
        <p:xfrm>
          <a:off x="395536" y="1772816"/>
          <a:ext cx="3960440" cy="5042470"/>
        </p:xfrm>
        <a:graphic>
          <a:graphicData uri="http://schemas.openxmlformats.org/presentationml/2006/ole">
            <mc:AlternateContent xmlns:mc="http://schemas.openxmlformats.org/markup-compatibility/2006">
              <mc:Choice xmlns:v="urn:schemas-microsoft-com:vml" Requires="v">
                <p:oleObj spid="_x0000_s38404" name="Visio" r:id="rId2" imgW="3889375" imgH="5061585" progId="Visio.Drawing.11">
                  <p:embed/>
                </p:oleObj>
              </mc:Choice>
              <mc:Fallback>
                <p:oleObj name="Visio" r:id="rId2" imgW="3889375" imgH="5061585" progId="Visio.Drawing.11">
                  <p:embed/>
                  <p:pic>
                    <p:nvPicPr>
                      <p:cNvPr id="0" name="Object 77"/>
                      <p:cNvPicPr>
                        <a:picLocks noChangeAspect="1" noChangeArrowheads="1"/>
                      </p:cNvPicPr>
                      <p:nvPr/>
                    </p:nvPicPr>
                    <p:blipFill>
                      <a:blip r:embed="rId3">
                        <a:extLst>
                          <a:ext uri="{28A0092B-C50C-407E-A947-70E740481C1C}">
                            <a14:useLocalDpi xmlns:a14="http://schemas.microsoft.com/office/drawing/2010/main" val="0"/>
                          </a:ext>
                        </a:extLst>
                      </a:blip>
                      <a:srcRect t="4207"/>
                      <a:stretch>
                        <a:fillRect/>
                      </a:stretch>
                    </p:blipFill>
                    <p:spPr bwMode="auto">
                      <a:xfrm>
                        <a:off x="395536" y="1772816"/>
                        <a:ext cx="3960440" cy="5042470"/>
                      </a:xfrm>
                      <a:prstGeom prst="rect">
                        <a:avLst/>
                      </a:prstGeom>
                      <a:noFill/>
                    </p:spPr>
                  </p:pic>
                </p:oleObj>
              </mc:Fallback>
            </mc:AlternateContent>
          </a:graphicData>
        </a:graphic>
      </p:graphicFrame>
      <mc:AlternateContent xmlns:mc="http://schemas.openxmlformats.org/markup-compatibility/2006" xmlns:p14="http://schemas.microsoft.com/office/powerpoint/2010/main">
        <mc:Choice Requires="p14">
          <p:contentPart r:id="rId4" p14:bwMode="auto">
            <p14:nvContentPartPr>
              <p14:cNvPr id="7" name="墨迹 6"/>
              <p14:cNvContentPartPr/>
              <p14:nvPr/>
            </p14:nvContentPartPr>
            <p14:xfrm>
              <a:off x="4519043" y="1518654"/>
              <a:ext cx="134381" cy="157333"/>
            </p14:xfrm>
          </p:contentPart>
        </mc:Choice>
        <mc:Fallback xmlns="">
          <p:pic>
            <p:nvPicPr>
              <p:cNvPr id="7" name="墨迹 6"/>
            </p:nvPicPr>
            <p:blipFill>
              <a:blip r:embed="rId5"/>
            </p:blipFill>
            <p:spPr>
              <a:xfrm>
                <a:off x="4519043" y="1518654"/>
                <a:ext cx="134381" cy="157333"/>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10" name="墨迹 9"/>
              <p14:cNvContentPartPr/>
              <p14:nvPr/>
            </p14:nvContentPartPr>
            <p14:xfrm>
              <a:off x="4667605" y="1528697"/>
              <a:ext cx="98271" cy="138364"/>
            </p14:xfrm>
          </p:contentPart>
        </mc:Choice>
        <mc:Fallback xmlns="">
          <p:pic>
            <p:nvPicPr>
              <p:cNvPr id="10" name="墨迹 9"/>
            </p:nvPicPr>
            <p:blipFill>
              <a:blip r:embed="rId7"/>
            </p:blipFill>
            <p:spPr>
              <a:xfrm>
                <a:off x="4667605" y="1528697"/>
                <a:ext cx="98271" cy="138364"/>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11" name="墨迹 10"/>
              <p14:cNvContentPartPr/>
              <p14:nvPr/>
            </p14:nvContentPartPr>
            <p14:xfrm>
              <a:off x="4781514" y="1582257"/>
              <a:ext cx="49153" cy="83688"/>
            </p14:xfrm>
          </p:contentPart>
        </mc:Choice>
        <mc:Fallback xmlns="">
          <p:pic>
            <p:nvPicPr>
              <p:cNvPr id="11" name="墨迹 10"/>
            </p:nvPicPr>
            <p:blipFill>
              <a:blip r:embed="rId9"/>
            </p:blipFill>
            <p:spPr>
              <a:xfrm>
                <a:off x="4781514" y="1582257"/>
                <a:ext cx="49153" cy="83688"/>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12" name="墨迹 11"/>
              <p14:cNvContentPartPr/>
              <p14:nvPr/>
            </p14:nvContentPartPr>
            <p14:xfrm>
              <a:off x="4884192" y="1578909"/>
              <a:ext cx="20081" cy="1117"/>
            </p14:xfrm>
          </p:contentPart>
        </mc:Choice>
        <mc:Fallback xmlns="">
          <p:pic>
            <p:nvPicPr>
              <p:cNvPr id="12" name="墨迹 11"/>
            </p:nvPicPr>
            <p:blipFill>
              <a:blip r:embed="rId11"/>
            </p:blipFill>
            <p:spPr>
              <a:xfrm>
                <a:off x="4884192" y="1578909"/>
                <a:ext cx="20081" cy="1117"/>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3" name="墨迹 12"/>
              <p14:cNvContentPartPr/>
              <p14:nvPr/>
            </p14:nvContentPartPr>
            <p14:xfrm>
              <a:off x="4897591" y="1613500"/>
              <a:ext cx="33480" cy="2232"/>
            </p14:xfrm>
          </p:contentPart>
        </mc:Choice>
        <mc:Fallback xmlns="">
          <p:pic>
            <p:nvPicPr>
              <p:cNvPr id="13" name="墨迹 12"/>
            </p:nvPicPr>
            <p:blipFill>
              <a:blip r:embed="rId13"/>
            </p:blipFill>
            <p:spPr>
              <a:xfrm>
                <a:off x="4897591" y="1613500"/>
                <a:ext cx="33480" cy="2232"/>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4" name="墨迹 13"/>
              <p14:cNvContentPartPr/>
              <p14:nvPr/>
            </p14:nvContentPartPr>
            <p14:xfrm>
              <a:off x="5035988" y="1484830"/>
              <a:ext cx="89314" cy="141502"/>
            </p14:xfrm>
          </p:contentPart>
        </mc:Choice>
        <mc:Fallback xmlns="">
          <p:pic>
            <p:nvPicPr>
              <p:cNvPr id="14" name="墨迹 13"/>
            </p:nvPicPr>
            <p:blipFill>
              <a:blip r:embed="rId15"/>
            </p:blipFill>
            <p:spPr>
              <a:xfrm>
                <a:off x="5035988" y="1484830"/>
                <a:ext cx="89314" cy="141502"/>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5" name="墨迹 14"/>
              <p14:cNvContentPartPr/>
              <p14:nvPr/>
            </p14:nvContentPartPr>
            <p14:xfrm>
              <a:off x="5145383" y="1556035"/>
              <a:ext cx="55799" cy="72320"/>
            </p14:xfrm>
          </p:contentPart>
        </mc:Choice>
        <mc:Fallback xmlns="">
          <p:pic>
            <p:nvPicPr>
              <p:cNvPr id="15" name="墨迹 14"/>
            </p:nvPicPr>
            <p:blipFill>
              <a:blip r:embed="rId17"/>
            </p:blipFill>
            <p:spPr>
              <a:xfrm>
                <a:off x="5145383" y="1556035"/>
                <a:ext cx="55799" cy="72320"/>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6" name="墨迹 15"/>
              <p14:cNvContentPartPr/>
              <p14:nvPr/>
            </p14:nvContentPartPr>
            <p14:xfrm>
              <a:off x="5172181" y="1426040"/>
              <a:ext cx="58039" cy="50212"/>
            </p14:xfrm>
          </p:contentPart>
        </mc:Choice>
        <mc:Fallback xmlns="">
          <p:pic>
            <p:nvPicPr>
              <p:cNvPr id="16" name="墨迹 15"/>
            </p:nvPicPr>
            <p:blipFill>
              <a:blip r:embed="rId19"/>
            </p:blipFill>
            <p:spPr>
              <a:xfrm>
                <a:off x="5172181" y="1426040"/>
                <a:ext cx="58039" cy="50212"/>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7" name="墨迹 16"/>
              <p14:cNvContentPartPr/>
              <p14:nvPr/>
            </p14:nvContentPartPr>
            <p14:xfrm>
              <a:off x="5180000" y="1423808"/>
              <a:ext cx="48016" cy="64719"/>
            </p14:xfrm>
          </p:contentPart>
        </mc:Choice>
        <mc:Fallback xmlns="">
          <p:pic>
            <p:nvPicPr>
              <p:cNvPr id="17" name="墨迹 16"/>
            </p:nvPicPr>
            <p:blipFill>
              <a:blip r:embed="rId21"/>
            </p:blipFill>
            <p:spPr>
              <a:xfrm>
                <a:off x="5180000" y="1423808"/>
                <a:ext cx="48016" cy="64719"/>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18" name="墨迹 17"/>
              <p14:cNvContentPartPr/>
              <p14:nvPr/>
            </p14:nvContentPartPr>
            <p14:xfrm>
              <a:off x="5172181" y="1441661"/>
              <a:ext cx="65858" cy="24549"/>
            </p14:xfrm>
          </p:contentPart>
        </mc:Choice>
        <mc:Fallback xmlns="">
          <p:pic>
            <p:nvPicPr>
              <p:cNvPr id="18" name="墨迹 17"/>
            </p:nvPicPr>
            <p:blipFill>
              <a:blip r:embed="rId23"/>
            </p:blipFill>
            <p:spPr>
              <a:xfrm>
                <a:off x="5172181" y="1441661"/>
                <a:ext cx="65858" cy="24549"/>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19" name="墨迹 18"/>
              <p14:cNvContentPartPr/>
              <p14:nvPr/>
            </p14:nvContentPartPr>
            <p14:xfrm>
              <a:off x="5287405" y="1519770"/>
              <a:ext cx="89030" cy="28454"/>
            </p14:xfrm>
          </p:contentPart>
        </mc:Choice>
        <mc:Fallback xmlns="">
          <p:pic>
            <p:nvPicPr>
              <p:cNvPr id="19" name="墨迹 18"/>
            </p:nvPicPr>
            <p:blipFill>
              <a:blip r:embed="rId25"/>
            </p:blipFill>
            <p:spPr>
              <a:xfrm>
                <a:off x="5287405" y="1519770"/>
                <a:ext cx="89030" cy="28454"/>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20" name="墨迹 19"/>
              <p14:cNvContentPartPr/>
              <p14:nvPr/>
            </p14:nvContentPartPr>
            <p14:xfrm>
              <a:off x="5486933" y="1430503"/>
              <a:ext cx="89315" cy="160681"/>
            </p14:xfrm>
          </p:contentPart>
        </mc:Choice>
        <mc:Fallback xmlns="">
          <p:pic>
            <p:nvPicPr>
              <p:cNvPr id="20" name="墨迹 19"/>
            </p:nvPicPr>
            <p:blipFill>
              <a:blip r:embed="rId27"/>
            </p:blipFill>
            <p:spPr>
              <a:xfrm>
                <a:off x="5486933" y="1430503"/>
                <a:ext cx="89315" cy="160681"/>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21" name="墨迹 20"/>
              <p14:cNvContentPartPr/>
              <p14:nvPr/>
            </p14:nvContentPartPr>
            <p14:xfrm>
              <a:off x="5607488" y="1504706"/>
              <a:ext cx="67030" cy="79015"/>
            </p14:xfrm>
          </p:contentPart>
        </mc:Choice>
        <mc:Fallback xmlns="">
          <p:pic>
            <p:nvPicPr>
              <p:cNvPr id="21" name="墨迹 20"/>
            </p:nvPicPr>
            <p:blipFill>
              <a:blip r:embed="rId29"/>
            </p:blipFill>
            <p:spPr>
              <a:xfrm>
                <a:off x="5607488" y="1504706"/>
                <a:ext cx="67030" cy="79015"/>
              </a:xfrm>
              <a:prstGeom prst="rect"/>
            </p:spPr>
          </p:pic>
        </mc:Fallback>
      </mc:AlternateContent>
      <mc:AlternateContent xmlns:mc="http://schemas.openxmlformats.org/markup-compatibility/2006" xmlns:p14="http://schemas.microsoft.com/office/powerpoint/2010/main">
        <mc:Choice Requires="p14">
          <p:contentPart r:id="rId30" p14:bwMode="auto">
            <p14:nvContentPartPr>
              <p14:cNvPr id="22" name="墨迹 21"/>
              <p14:cNvContentPartPr/>
              <p14:nvPr/>
            </p14:nvContentPartPr>
            <p14:xfrm>
              <a:off x="4568019" y="1881301"/>
              <a:ext cx="101861" cy="116047"/>
            </p14:xfrm>
          </p:contentPart>
        </mc:Choice>
        <mc:Fallback xmlns="">
          <p:pic>
            <p:nvPicPr>
              <p:cNvPr id="22" name="墨迹 21"/>
            </p:nvPicPr>
            <p:blipFill>
              <a:blip r:embed="rId31"/>
            </p:blipFill>
            <p:spPr>
              <a:xfrm>
                <a:off x="4568019" y="1881301"/>
                <a:ext cx="101861" cy="116047"/>
              </a:xfrm>
              <a:prstGeom prst="rect"/>
            </p:spPr>
          </p:pic>
        </mc:Fallback>
      </mc:AlternateContent>
      <mc:AlternateContent xmlns:mc="http://schemas.openxmlformats.org/markup-compatibility/2006" xmlns:p14="http://schemas.microsoft.com/office/powerpoint/2010/main">
        <mc:Choice Requires="p14">
          <p:contentPart r:id="rId32" p14:bwMode="auto">
            <p14:nvContentPartPr>
              <p14:cNvPr id="23" name="墨迹 22"/>
              <p14:cNvContentPartPr/>
              <p14:nvPr/>
            </p14:nvContentPartPr>
            <p14:xfrm>
              <a:off x="4703359" y="1839736"/>
              <a:ext cx="84837" cy="159844"/>
            </p14:xfrm>
          </p:contentPart>
        </mc:Choice>
        <mc:Fallback xmlns="">
          <p:pic>
            <p:nvPicPr>
              <p:cNvPr id="23" name="墨迹 22"/>
            </p:nvPicPr>
            <p:blipFill>
              <a:blip r:embed="rId33"/>
            </p:blipFill>
            <p:spPr>
              <a:xfrm>
                <a:off x="4703359" y="1839736"/>
                <a:ext cx="84837" cy="159844"/>
              </a:xfrm>
              <a:prstGeom prst="rect"/>
            </p:spPr>
          </p:pic>
        </mc:Fallback>
      </mc:AlternateContent>
      <mc:AlternateContent xmlns:mc="http://schemas.openxmlformats.org/markup-compatibility/2006" xmlns:p14="http://schemas.microsoft.com/office/powerpoint/2010/main">
        <mc:Choice Requires="p14">
          <p:contentPart r:id="rId34" p14:bwMode="auto">
            <p14:nvContentPartPr>
              <p14:cNvPr id="24" name="墨迹 23"/>
              <p14:cNvContentPartPr/>
              <p14:nvPr/>
            </p14:nvContentPartPr>
            <p14:xfrm>
              <a:off x="4811297" y="1915334"/>
              <a:ext cx="61735" cy="73785"/>
            </p14:xfrm>
          </p:contentPart>
        </mc:Choice>
        <mc:Fallback xmlns="">
          <p:pic>
            <p:nvPicPr>
              <p:cNvPr id="24" name="墨迹 23"/>
            </p:nvPicPr>
            <p:blipFill>
              <a:blip r:embed="rId35"/>
            </p:blipFill>
            <p:spPr>
              <a:xfrm>
                <a:off x="4811297" y="1915334"/>
                <a:ext cx="61735" cy="73785"/>
              </a:xfrm>
              <a:prstGeom prst="rect"/>
            </p:spPr>
          </p:pic>
        </mc:Fallback>
      </mc:AlternateContent>
      <mc:AlternateContent xmlns:mc="http://schemas.openxmlformats.org/markup-compatibility/2006" xmlns:p14="http://schemas.microsoft.com/office/powerpoint/2010/main">
        <mc:Choice Requires="p14">
          <p:contentPart r:id="rId36" p14:bwMode="auto">
            <p14:nvContentPartPr>
              <p14:cNvPr id="25" name="墨迹 24"/>
              <p14:cNvContentPartPr/>
              <p14:nvPr/>
            </p14:nvContentPartPr>
            <p14:xfrm>
              <a:off x="4916534" y="1904734"/>
              <a:ext cx="19015" cy="5579"/>
            </p14:xfrm>
          </p:contentPart>
        </mc:Choice>
        <mc:Fallback xmlns="">
          <p:pic>
            <p:nvPicPr>
              <p:cNvPr id="25" name="墨迹 24"/>
            </p:nvPicPr>
            <p:blipFill>
              <a:blip r:embed="rId37"/>
            </p:blipFill>
            <p:spPr>
              <a:xfrm>
                <a:off x="4916534" y="1904734"/>
                <a:ext cx="19015" cy="5579"/>
              </a:xfrm>
              <a:prstGeom prst="rect"/>
            </p:spPr>
          </p:pic>
        </mc:Fallback>
      </mc:AlternateContent>
      <mc:AlternateContent xmlns:mc="http://schemas.openxmlformats.org/markup-compatibility/2006" xmlns:p14="http://schemas.microsoft.com/office/powerpoint/2010/main">
        <mc:Choice Requires="p14">
          <p:contentPart r:id="rId38" p14:bwMode="auto">
            <p14:nvContentPartPr>
              <p14:cNvPr id="26" name="墨迹 25"/>
              <p14:cNvContentPartPr/>
              <p14:nvPr/>
            </p14:nvContentPartPr>
            <p14:xfrm>
              <a:off x="4925206" y="1933746"/>
              <a:ext cx="28184" cy="10042"/>
            </p14:xfrm>
          </p:contentPart>
        </mc:Choice>
        <mc:Fallback xmlns="">
          <p:pic>
            <p:nvPicPr>
              <p:cNvPr id="26" name="墨迹 25"/>
            </p:nvPicPr>
            <p:blipFill>
              <a:blip r:embed="rId39"/>
            </p:blipFill>
            <p:spPr>
              <a:xfrm>
                <a:off x="4925206" y="1933746"/>
                <a:ext cx="28184" cy="10042"/>
              </a:xfrm>
              <a:prstGeom prst="rect"/>
            </p:spPr>
          </p:pic>
        </mc:Fallback>
      </mc:AlternateContent>
      <mc:AlternateContent xmlns:mc="http://schemas.openxmlformats.org/markup-compatibility/2006" xmlns:p14="http://schemas.microsoft.com/office/powerpoint/2010/main">
        <mc:Choice Requires="p14">
          <p:contentPart r:id="rId40" p14:bwMode="auto">
            <p14:nvContentPartPr>
              <p14:cNvPr id="27" name="墨迹 26"/>
              <p14:cNvContentPartPr/>
              <p14:nvPr/>
            </p14:nvContentPartPr>
            <p14:xfrm>
              <a:off x="5087345" y="1818814"/>
              <a:ext cx="97098" cy="147291"/>
            </p14:xfrm>
          </p:contentPart>
        </mc:Choice>
        <mc:Fallback xmlns="">
          <p:pic>
            <p:nvPicPr>
              <p:cNvPr id="27" name="墨迹 26"/>
            </p:nvPicPr>
            <p:blipFill>
              <a:blip r:embed="rId41"/>
            </p:blipFill>
            <p:spPr>
              <a:xfrm>
                <a:off x="5087345" y="1818814"/>
                <a:ext cx="97098" cy="147291"/>
              </a:xfrm>
              <a:prstGeom prst="rect"/>
            </p:spPr>
          </p:pic>
        </mc:Fallback>
      </mc:AlternateContent>
      <mc:AlternateContent xmlns:mc="http://schemas.openxmlformats.org/markup-compatibility/2006" xmlns:p14="http://schemas.microsoft.com/office/powerpoint/2010/main">
        <mc:Choice Requires="p14">
          <p:contentPart r:id="rId42" p14:bwMode="auto">
            <p14:nvContentPartPr>
              <p14:cNvPr id="28" name="墨迹 27"/>
              <p14:cNvContentPartPr/>
              <p14:nvPr/>
            </p14:nvContentPartPr>
            <p14:xfrm>
              <a:off x="5216821" y="1829973"/>
              <a:ext cx="71473" cy="112141"/>
            </p14:xfrm>
          </p:contentPart>
        </mc:Choice>
        <mc:Fallback xmlns="">
          <p:pic>
            <p:nvPicPr>
              <p:cNvPr id="28" name="墨迹 27"/>
            </p:nvPicPr>
            <p:blipFill>
              <a:blip r:embed="rId43"/>
            </p:blipFill>
            <p:spPr>
              <a:xfrm>
                <a:off x="5216821" y="1829973"/>
                <a:ext cx="71473" cy="112141"/>
              </a:xfrm>
              <a:prstGeom prst="rect"/>
            </p:spPr>
          </p:pic>
        </mc:Fallback>
      </mc:AlternateContent>
      <mc:AlternateContent xmlns:mc="http://schemas.openxmlformats.org/markup-compatibility/2006" xmlns:p14="http://schemas.microsoft.com/office/powerpoint/2010/main">
        <mc:Choice Requires="p14">
          <p:contentPart r:id="rId44" p14:bwMode="auto">
            <p14:nvContentPartPr>
              <p14:cNvPr id="29" name="墨迹 28"/>
              <p14:cNvContentPartPr/>
              <p14:nvPr/>
            </p14:nvContentPartPr>
            <p14:xfrm>
              <a:off x="5291244" y="1767486"/>
              <a:ext cx="42791" cy="32359"/>
            </p14:xfrm>
          </p:contentPart>
        </mc:Choice>
        <mc:Fallback xmlns="">
          <p:pic>
            <p:nvPicPr>
              <p:cNvPr id="29" name="墨迹 28"/>
            </p:nvPicPr>
            <p:blipFill>
              <a:blip r:embed="rId45"/>
            </p:blipFill>
            <p:spPr>
              <a:xfrm>
                <a:off x="5291244" y="1767486"/>
                <a:ext cx="42791" cy="32359"/>
              </a:xfrm>
              <a:prstGeom prst="rect"/>
            </p:spPr>
          </p:pic>
        </mc:Fallback>
      </mc:AlternateContent>
      <mc:AlternateContent xmlns:mc="http://schemas.openxmlformats.org/markup-compatibility/2006" xmlns:p14="http://schemas.microsoft.com/office/powerpoint/2010/main">
        <mc:Choice Requires="p14">
          <p:contentPart r:id="rId46" p14:bwMode="auto">
            <p14:nvContentPartPr>
              <p14:cNvPr id="30" name="墨迹 29"/>
              <p14:cNvContentPartPr/>
              <p14:nvPr/>
            </p14:nvContentPartPr>
            <p14:xfrm>
              <a:off x="5291599" y="1770624"/>
              <a:ext cx="42756" cy="54885"/>
            </p14:xfrm>
          </p:contentPart>
        </mc:Choice>
        <mc:Fallback xmlns="">
          <p:pic>
            <p:nvPicPr>
              <p:cNvPr id="30" name="墨迹 29"/>
            </p:nvPicPr>
            <p:blipFill>
              <a:blip r:embed="rId47"/>
            </p:blipFill>
            <p:spPr>
              <a:xfrm>
                <a:off x="5291599" y="1770624"/>
                <a:ext cx="42756" cy="54885"/>
              </a:xfrm>
              <a:prstGeom prst="rect"/>
            </p:spPr>
          </p:pic>
        </mc:Fallback>
      </mc:AlternateContent>
      <mc:AlternateContent xmlns:mc="http://schemas.openxmlformats.org/markup-compatibility/2006" xmlns:p14="http://schemas.microsoft.com/office/powerpoint/2010/main">
        <mc:Choice Requires="p14">
          <p:contentPart r:id="rId48" p14:bwMode="auto">
            <p14:nvContentPartPr>
              <p14:cNvPr id="31" name="墨迹 30"/>
              <p14:cNvContentPartPr/>
              <p14:nvPr/>
            </p14:nvContentPartPr>
            <p14:xfrm>
              <a:off x="5270416" y="1788687"/>
              <a:ext cx="70301" cy="21201"/>
            </p14:xfrm>
          </p:contentPart>
        </mc:Choice>
        <mc:Fallback xmlns="">
          <p:pic>
            <p:nvPicPr>
              <p:cNvPr id="31" name="墨迹 30"/>
            </p:nvPicPr>
            <p:blipFill>
              <a:blip r:embed="rId49"/>
            </p:blipFill>
            <p:spPr>
              <a:xfrm>
                <a:off x="5270416" y="1788687"/>
                <a:ext cx="70301" cy="21201"/>
              </a:xfrm>
              <a:prstGeom prst="rect"/>
            </p:spPr>
          </p:pic>
        </mc:Fallback>
      </mc:AlternateContent>
      <mc:AlternateContent xmlns:mc="http://schemas.openxmlformats.org/markup-compatibility/2006" xmlns:p14="http://schemas.microsoft.com/office/powerpoint/2010/main">
        <mc:Choice Requires="p14">
          <p:contentPart r:id="rId50" p14:bwMode="auto">
            <p14:nvContentPartPr>
              <p14:cNvPr id="32" name="墨迹 31"/>
              <p14:cNvContentPartPr/>
              <p14:nvPr/>
            </p14:nvContentPartPr>
            <p14:xfrm>
              <a:off x="5392784" y="1856753"/>
              <a:ext cx="65147" cy="22317"/>
            </p14:xfrm>
          </p:contentPart>
        </mc:Choice>
        <mc:Fallback xmlns="">
          <p:pic>
            <p:nvPicPr>
              <p:cNvPr id="32" name="墨迹 31"/>
            </p:nvPicPr>
            <p:blipFill>
              <a:blip r:embed="rId51"/>
            </p:blipFill>
            <p:spPr>
              <a:xfrm>
                <a:off x="5392784" y="1856753"/>
                <a:ext cx="65147" cy="22317"/>
              </a:xfrm>
              <a:prstGeom prst="rect"/>
            </p:spPr>
          </p:pic>
        </mc:Fallback>
      </mc:AlternateContent>
      <mc:AlternateContent xmlns:mc="http://schemas.openxmlformats.org/markup-compatibility/2006" xmlns:p14="http://schemas.microsoft.com/office/powerpoint/2010/main">
        <mc:Choice Requires="p14">
          <p:contentPart r:id="rId52" p14:bwMode="auto">
            <p14:nvContentPartPr>
              <p14:cNvPr id="33" name="墨迹 32"/>
              <p14:cNvContentPartPr/>
              <p14:nvPr/>
            </p14:nvContentPartPr>
            <p14:xfrm>
              <a:off x="5538254" y="1737358"/>
              <a:ext cx="90452" cy="148407"/>
            </p14:xfrm>
          </p:contentPart>
        </mc:Choice>
        <mc:Fallback xmlns="">
          <p:pic>
            <p:nvPicPr>
              <p:cNvPr id="33" name="墨迹 32"/>
            </p:nvPicPr>
            <p:blipFill>
              <a:blip r:embed="rId53"/>
            </p:blipFill>
            <p:spPr>
              <a:xfrm>
                <a:off x="5538254" y="1737358"/>
                <a:ext cx="90452" cy="148407"/>
              </a:xfrm>
              <a:prstGeom prst="rect"/>
            </p:spPr>
          </p:pic>
        </mc:Fallback>
      </mc:AlternateContent>
      <mc:AlternateContent xmlns:mc="http://schemas.openxmlformats.org/markup-compatibility/2006" xmlns:p14="http://schemas.microsoft.com/office/powerpoint/2010/main">
        <mc:Choice Requires="p14">
          <p:contentPart r:id="rId54" p14:bwMode="auto">
            <p14:nvContentPartPr>
              <p14:cNvPr id="34" name="墨迹 33"/>
              <p14:cNvContentPartPr/>
              <p14:nvPr/>
            </p14:nvContentPartPr>
            <p14:xfrm>
              <a:off x="5654935" y="1761349"/>
              <a:ext cx="90132" cy="103494"/>
            </p14:xfrm>
          </p:contentPart>
        </mc:Choice>
        <mc:Fallback xmlns="">
          <p:pic>
            <p:nvPicPr>
              <p:cNvPr id="34" name="墨迹 33"/>
            </p:nvPicPr>
            <p:blipFill>
              <a:blip r:embed="rId55"/>
            </p:blipFill>
            <p:spPr>
              <a:xfrm>
                <a:off x="5654935" y="1761349"/>
                <a:ext cx="90132" cy="103494"/>
              </a:xfrm>
              <a:prstGeom prst="rect"/>
            </p:spPr>
          </p:pic>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2"/>
          <p:cNvSpPr/>
          <p:nvPr>
            <p:ph type="title"/>
          </p:nvPr>
        </p:nvSpPr>
        <p:spPr>
          <a:xfrm>
            <a:off x="827584" y="620688"/>
            <a:ext cx="8162925" cy="641350"/>
          </a:xfrm>
        </p:spPr>
        <p:txBody>
          <a:bodyPr/>
          <a:lstStyle/>
          <a:p>
            <a:pPr eaLnBrk="1" hangingPunct="1"/>
            <a:r>
              <a:rPr lang="en-US" altLang="zh-CN" sz="3600" b="1" dirty="0">
                <a:latin typeface="Times New Roman" panose="02020503050405090304" pitchFamily="18" charset="0"/>
              </a:rPr>
              <a:t>3.2.1</a:t>
            </a:r>
            <a:r>
              <a:rPr lang="zh-CN" altLang="en-US" sz="3600" b="1" dirty="0">
                <a:latin typeface="Times New Roman" panose="02020503050405090304" pitchFamily="18" charset="0"/>
              </a:rPr>
              <a:t> 积分调节器和积分控制规律</a:t>
            </a:r>
            <a:endParaRPr lang="zh-CN" altLang="en-US" sz="3600" b="1" dirty="0">
              <a:latin typeface="Times New Roman" panose="02020503050405090304" pitchFamily="18" charset="0"/>
            </a:endParaRPr>
          </a:p>
        </p:txBody>
      </p:sp>
      <p:sp>
        <p:nvSpPr>
          <p:cNvPr id="64517" name="Rectangle 3"/>
          <p:cNvSpPr/>
          <p:nvPr>
            <p:ph idx="1"/>
          </p:nvPr>
        </p:nvSpPr>
        <p:spPr>
          <a:xfrm>
            <a:off x="647700" y="2028825"/>
            <a:ext cx="7848600" cy="4829175"/>
          </a:xfrm>
        </p:spPr>
        <p:txBody>
          <a:bodyPr/>
          <a:lstStyle/>
          <a:p>
            <a:pPr eaLnBrk="1" hangingPunct="1">
              <a:lnSpc>
                <a:spcPct val="90000"/>
              </a:lnSpc>
            </a:pPr>
            <a:r>
              <a:rPr lang="zh-CN" altLang="en-US" dirty="0">
                <a:latin typeface="Times New Roman" panose="02020503050405090304" pitchFamily="18" charset="0"/>
              </a:rPr>
              <a:t>在输入转速误差信号</a:t>
            </a:r>
            <a:r>
              <a:rPr lang="en-US" altLang="zh-CN" i="1" dirty="0" err="1">
                <a:latin typeface="Times New Roman" panose="02020503050405090304" pitchFamily="18" charset="0"/>
              </a:rPr>
              <a:t>ΔU</a:t>
            </a:r>
            <a:r>
              <a:rPr lang="en-US" altLang="zh-CN" i="1" baseline="-25000" dirty="0" err="1">
                <a:latin typeface="Times New Roman" panose="02020503050405090304" pitchFamily="18" charset="0"/>
              </a:rPr>
              <a:t>n</a:t>
            </a:r>
            <a:r>
              <a:rPr lang="zh-CN" altLang="en-US" dirty="0">
                <a:latin typeface="Times New Roman" panose="02020503050405090304" pitchFamily="18" charset="0"/>
              </a:rPr>
              <a:t>的作用下，积分调节器的输入输出关系为</a:t>
            </a:r>
            <a:endParaRPr lang="zh-CN" altLang="en-US" dirty="0">
              <a:latin typeface="Times New Roman" panose="02020503050405090304" pitchFamily="18" charset="0"/>
            </a:endParaRPr>
          </a:p>
          <a:p>
            <a:pPr eaLnBrk="1" hangingPunct="1">
              <a:lnSpc>
                <a:spcPct val="90000"/>
              </a:lnSpc>
              <a:buFont typeface="Wingdings" panose="05000000000000000000" pitchFamily="2" charset="2"/>
              <a:buNone/>
            </a:pPr>
            <a:r>
              <a:rPr lang="zh-CN" altLang="en-US" dirty="0">
                <a:latin typeface="Times New Roman" panose="02020503050405090304" pitchFamily="18" charset="0"/>
              </a:rPr>
              <a:t>								               </a:t>
            </a:r>
            <a:endParaRPr lang="zh-CN" altLang="en-US" dirty="0">
              <a:latin typeface="Times New Roman" panose="02020503050405090304" pitchFamily="18" charset="0"/>
            </a:endParaRPr>
          </a:p>
          <a:p>
            <a:pPr eaLnBrk="1" hangingPunct="1">
              <a:lnSpc>
                <a:spcPct val="90000"/>
              </a:lnSpc>
              <a:buFont typeface="Wingdings" panose="05000000000000000000" pitchFamily="2" charset="2"/>
              <a:buNone/>
            </a:pPr>
            <a:r>
              <a:rPr lang="zh-CN" altLang="en-US" dirty="0">
                <a:latin typeface="Times New Roman" panose="02020503050405090304" pitchFamily="18" charset="0"/>
              </a:rPr>
              <a:t>                                                      （</a:t>
            </a:r>
            <a:r>
              <a:rPr lang="en-US" altLang="zh-CN" dirty="0">
                <a:latin typeface="Times New Roman" panose="02020503050405090304" pitchFamily="18" charset="0"/>
              </a:rPr>
              <a:t>3-23</a:t>
            </a:r>
            <a:r>
              <a:rPr lang="zh-CN" altLang="en-US" dirty="0">
                <a:latin typeface="Times New Roman" panose="02020503050405090304" pitchFamily="18" charset="0"/>
              </a:rPr>
              <a:t>）</a:t>
            </a:r>
            <a:endParaRPr lang="zh-CN" altLang="en-US" dirty="0">
              <a:latin typeface="Times New Roman" panose="02020503050405090304" pitchFamily="18" charset="0"/>
            </a:endParaRPr>
          </a:p>
          <a:p>
            <a:pPr eaLnBrk="1" hangingPunct="1">
              <a:lnSpc>
                <a:spcPct val="90000"/>
              </a:lnSpc>
            </a:pPr>
            <a:r>
              <a:rPr lang="zh-CN" altLang="en-US" dirty="0">
                <a:latin typeface="Times New Roman" panose="02020503050405090304" pitchFamily="18" charset="0"/>
              </a:rPr>
              <a:t>其传递函数是</a:t>
            </a:r>
            <a:endParaRPr lang="zh-CN" altLang="en-US" dirty="0">
              <a:latin typeface="Times New Roman" panose="02020503050405090304" pitchFamily="18" charset="0"/>
            </a:endParaRPr>
          </a:p>
          <a:p>
            <a:pPr eaLnBrk="1" hangingPunct="1">
              <a:lnSpc>
                <a:spcPct val="90000"/>
              </a:lnSpc>
              <a:buFont typeface="Wingdings" panose="05000000000000000000" pitchFamily="2" charset="2"/>
              <a:buNone/>
            </a:pPr>
            <a:r>
              <a:rPr lang="zh-CN" altLang="en-US" dirty="0">
                <a:latin typeface="Times New Roman" panose="02020503050405090304" pitchFamily="18" charset="0"/>
              </a:rPr>
              <a:t>									 </a:t>
            </a:r>
            <a:endParaRPr lang="zh-CN" altLang="en-US" dirty="0">
              <a:latin typeface="Times New Roman" panose="02020503050405090304" pitchFamily="18" charset="0"/>
            </a:endParaRPr>
          </a:p>
          <a:p>
            <a:pPr eaLnBrk="1" hangingPunct="1">
              <a:lnSpc>
                <a:spcPct val="90000"/>
              </a:lnSpc>
              <a:buFont typeface="Wingdings" panose="05000000000000000000" pitchFamily="2" charset="2"/>
              <a:buNone/>
            </a:pPr>
            <a:r>
              <a:rPr lang="zh-CN" altLang="en-US" dirty="0">
                <a:latin typeface="Times New Roman" panose="02020503050405090304" pitchFamily="18" charset="0"/>
              </a:rPr>
              <a:t>                                                       （</a:t>
            </a:r>
            <a:r>
              <a:rPr lang="en-US" altLang="zh-CN" dirty="0">
                <a:latin typeface="Times New Roman" panose="02020503050405090304" pitchFamily="18" charset="0"/>
              </a:rPr>
              <a:t>3-24</a:t>
            </a:r>
            <a:r>
              <a:rPr lang="zh-CN" altLang="en-US" dirty="0">
                <a:latin typeface="Times New Roman" panose="02020503050405090304" pitchFamily="18" charset="0"/>
              </a:rPr>
              <a:t>）  </a:t>
            </a:r>
            <a:endParaRPr lang="zh-CN" altLang="en-US" dirty="0">
              <a:latin typeface="Times New Roman" panose="02020503050405090304" pitchFamily="18" charset="0"/>
            </a:endParaRPr>
          </a:p>
          <a:p>
            <a:pPr eaLnBrk="1" hangingPunct="1">
              <a:lnSpc>
                <a:spcPct val="90000"/>
              </a:lnSpc>
              <a:buFont typeface="Wingdings" panose="05000000000000000000" pitchFamily="2" charset="2"/>
              <a:buNone/>
            </a:pPr>
            <a:r>
              <a:rPr lang="zh-CN" altLang="en-US" dirty="0">
                <a:latin typeface="Times New Roman" panose="02020503050405090304" pitchFamily="18" charset="0"/>
              </a:rPr>
              <a:t>其中，</a:t>
            </a:r>
            <a:r>
              <a:rPr lang="en-US" altLang="zh-CN" i="1" dirty="0">
                <a:latin typeface="Times New Roman" panose="02020503050405090304" pitchFamily="18" charset="0"/>
              </a:rPr>
              <a:t>τ</a:t>
            </a:r>
            <a:r>
              <a:rPr lang="en-US" altLang="zh-CN" dirty="0">
                <a:latin typeface="Times New Roman" panose="02020503050405090304" pitchFamily="18" charset="0"/>
              </a:rPr>
              <a:t>——</a:t>
            </a:r>
            <a:r>
              <a:rPr lang="zh-CN" altLang="en-US" dirty="0">
                <a:latin typeface="Times New Roman" panose="02020503050405090304" pitchFamily="18" charset="0"/>
              </a:rPr>
              <a:t>积分时间常数。</a:t>
            </a:r>
            <a:endParaRPr lang="zh-CN" altLang="en-US" dirty="0">
              <a:latin typeface="Times New Roman" panose="02020503050405090304" pitchFamily="18" charset="0"/>
            </a:endParaRPr>
          </a:p>
        </p:txBody>
      </p:sp>
      <p:sp>
        <p:nvSpPr>
          <p:cNvPr id="64518" name="Rectangle 5"/>
          <p:cNvSpPr/>
          <p:nvPr/>
        </p:nvSpPr>
        <p:spPr bwMode="auto">
          <a:xfrm>
            <a:off x="0" y="3233738"/>
            <a:ext cx="9144000" cy="0"/>
          </a:xfrm>
          <a:prstGeom prst="rect">
            <a:avLst/>
          </a:prstGeom>
          <a:noFill/>
          <a:ln w="9525">
            <a:noFill/>
            <a:miter lim="800000"/>
          </a:ln>
        </p:spPr>
        <p:txBody>
          <a:bodyPr wrap="none" anchor="ctr">
            <a:spAutoFit/>
          </a:bodyPr>
          <a:lstStyle/>
          <a:p>
            <a:endParaRPr lang="zh-CN" altLang="en-US"/>
          </a:p>
        </p:txBody>
      </p:sp>
      <p:graphicFrame>
        <p:nvGraphicFramePr>
          <p:cNvPr id="64514" name="Object 4"/>
          <p:cNvGraphicFramePr>
            <a:graphicFrameLocks noChangeAspect="1"/>
          </p:cNvGraphicFramePr>
          <p:nvPr/>
        </p:nvGraphicFramePr>
        <p:xfrm>
          <a:off x="2357422" y="2876798"/>
          <a:ext cx="2590800" cy="984250"/>
        </p:xfrm>
        <a:graphic>
          <a:graphicData uri="http://schemas.openxmlformats.org/presentationml/2006/ole">
            <mc:AlternateContent xmlns:mc="http://schemas.openxmlformats.org/markup-compatibility/2006">
              <mc:Choice xmlns:v="urn:schemas-microsoft-com:vml" Requires="v">
                <p:oleObj spid="_x0000_s38404" name="公式" r:id="rId1" imgW="1028065" imgH="393700" progId="Equation.3">
                  <p:embed/>
                </p:oleObj>
              </mc:Choice>
              <mc:Fallback>
                <p:oleObj name="公式" r:id="rId1" imgW="1028065" imgH="3937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7422" y="2876798"/>
                        <a:ext cx="2590800" cy="984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4519" name="Rectangle 7"/>
          <p:cNvSpPr/>
          <p:nvPr/>
        </p:nvSpPr>
        <p:spPr bwMode="auto">
          <a:xfrm>
            <a:off x="0" y="3233738"/>
            <a:ext cx="9144000" cy="0"/>
          </a:xfrm>
          <a:prstGeom prst="rect">
            <a:avLst/>
          </a:prstGeom>
          <a:noFill/>
          <a:ln w="9525">
            <a:noFill/>
            <a:miter lim="800000"/>
          </a:ln>
        </p:spPr>
        <p:txBody>
          <a:bodyPr wrap="none" anchor="ctr">
            <a:spAutoFit/>
          </a:bodyPr>
          <a:lstStyle/>
          <a:p>
            <a:endParaRPr lang="zh-CN" altLang="en-US"/>
          </a:p>
        </p:txBody>
      </p:sp>
      <p:graphicFrame>
        <p:nvGraphicFramePr>
          <p:cNvPr id="64515" name="Object 6"/>
          <p:cNvGraphicFramePr>
            <a:graphicFrameLocks noChangeAspect="1"/>
          </p:cNvGraphicFramePr>
          <p:nvPr/>
        </p:nvGraphicFramePr>
        <p:xfrm>
          <a:off x="2428860" y="4357694"/>
          <a:ext cx="1584325" cy="890588"/>
        </p:xfrm>
        <a:graphic>
          <a:graphicData uri="http://schemas.openxmlformats.org/presentationml/2006/ole">
            <mc:AlternateContent xmlns:mc="http://schemas.openxmlformats.org/markup-compatibility/2006">
              <mc:Choice xmlns:v="urn:schemas-microsoft-com:vml" Requires="v">
                <p:oleObj spid="_x0000_s2" name="公式" r:id="rId3" imgW="698500" imgH="393700" progId="Equation.3">
                  <p:embed/>
                </p:oleObj>
              </mc:Choice>
              <mc:Fallback>
                <p:oleObj name="公式" r:id="rId3" imgW="698500" imgH="3937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8860" y="4357694"/>
                        <a:ext cx="1584325" cy="890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5"/>
          <p:cNvSpPr/>
          <p:nvPr/>
        </p:nvSpPr>
        <p:spPr bwMode="auto">
          <a:xfrm>
            <a:off x="517525" y="6308725"/>
            <a:ext cx="4352474" cy="369332"/>
          </a:xfrm>
          <a:prstGeom prst="rect">
            <a:avLst/>
          </a:prstGeom>
          <a:noFill/>
          <a:ln w="9525">
            <a:noFill/>
            <a:miter lim="800000"/>
          </a:ln>
        </p:spPr>
        <p:txBody>
          <a:bodyPr wrap="none" anchor="ctr">
            <a:spAutoFit/>
          </a:bodyPr>
          <a:lstStyle/>
          <a:p>
            <a:r>
              <a:rPr lang="zh-CN" altLang="en-US" dirty="0">
                <a:solidFill>
                  <a:schemeClr val="tx1"/>
                </a:solidFill>
              </a:rPr>
              <a:t>图</a:t>
            </a:r>
            <a:r>
              <a:rPr lang="en-US" altLang="zh-CN" dirty="0">
                <a:solidFill>
                  <a:schemeClr val="tx1"/>
                </a:solidFill>
              </a:rPr>
              <a:t>3-10 </a:t>
            </a:r>
            <a:r>
              <a:rPr lang="zh-CN" altLang="en-US" dirty="0">
                <a:solidFill>
                  <a:schemeClr val="tx1"/>
                </a:solidFill>
              </a:rPr>
              <a:t>积分调节器的输入和输出动态过程</a:t>
            </a:r>
            <a:endParaRPr lang="zh-CN" altLang="en-US" dirty="0">
              <a:solidFill>
                <a:schemeClr val="tx1"/>
              </a:solidFill>
            </a:endParaRPr>
          </a:p>
        </p:txBody>
      </p:sp>
      <p:pic>
        <p:nvPicPr>
          <p:cNvPr id="194563" name="Picture 8" descr="0226a"/>
          <p:cNvPicPr>
            <a:picLocks noChangeAspect="1" noChangeArrowheads="1"/>
          </p:cNvPicPr>
          <p:nvPr/>
        </p:nvPicPr>
        <p:blipFill>
          <a:blip r:embed="rId1"/>
          <a:srcRect/>
          <a:stretch>
            <a:fillRect/>
          </a:stretch>
        </p:blipFill>
        <p:spPr bwMode="auto">
          <a:xfrm>
            <a:off x="323850" y="765175"/>
            <a:ext cx="4537075" cy="5335588"/>
          </a:xfrm>
          <a:prstGeom prst="rect">
            <a:avLst/>
          </a:prstGeom>
          <a:noFill/>
          <a:ln w="9525">
            <a:noFill/>
            <a:miter lim="800000"/>
            <a:headEnd/>
            <a:tailEnd/>
          </a:ln>
        </p:spPr>
      </p:pic>
      <p:sp>
        <p:nvSpPr>
          <p:cNvPr id="194564" name="Text Box 4"/>
          <p:cNvSpPr txBox="1"/>
          <p:nvPr/>
        </p:nvSpPr>
        <p:spPr bwMode="auto">
          <a:xfrm>
            <a:off x="5076825" y="1773238"/>
            <a:ext cx="3671888" cy="3748087"/>
          </a:xfrm>
          <a:prstGeom prst="rect">
            <a:avLst/>
          </a:prstGeom>
          <a:noFill/>
          <a:ln w="9525">
            <a:noFill/>
            <a:miter lim="800000"/>
          </a:ln>
        </p:spPr>
        <p:txBody>
          <a:bodyPr>
            <a:spAutoFit/>
          </a:bodyPr>
          <a:lstStyle/>
          <a:p>
            <a:pPr algn="l">
              <a:spcBef>
                <a:spcPct val="50000"/>
              </a:spcBef>
              <a:buClr>
                <a:schemeClr val="folHlink"/>
              </a:buClr>
              <a:buFont typeface="Wingdings" panose="05000000000000000000" pitchFamily="2" charset="2"/>
              <a:buChar char="n"/>
            </a:pPr>
            <a:r>
              <a:rPr lang="en-US" altLang="zh-CN" sz="3200">
                <a:solidFill>
                  <a:schemeClr val="tx1"/>
                </a:solidFill>
              </a:rPr>
              <a:t> </a:t>
            </a:r>
            <a:r>
              <a:rPr lang="zh-CN" altLang="en-US" sz="3200">
                <a:solidFill>
                  <a:schemeClr val="tx1"/>
                </a:solidFill>
              </a:rPr>
              <a:t>输入</a:t>
            </a:r>
            <a:r>
              <a:rPr lang="en-US" altLang="zh-CN" sz="3200" i="1">
                <a:solidFill>
                  <a:schemeClr val="tx1"/>
                </a:solidFill>
              </a:rPr>
              <a:t>ΔU</a:t>
            </a:r>
            <a:r>
              <a:rPr lang="en-US" altLang="zh-CN" sz="3200" baseline="-25000">
                <a:solidFill>
                  <a:schemeClr val="tx1"/>
                </a:solidFill>
              </a:rPr>
              <a:t>N</a:t>
            </a:r>
            <a:r>
              <a:rPr lang="zh-CN" altLang="en-US" sz="3200">
                <a:solidFill>
                  <a:schemeClr val="tx1"/>
                </a:solidFill>
              </a:rPr>
              <a:t>是阶跃信号，则输出</a:t>
            </a:r>
            <a:r>
              <a:rPr lang="en-US" altLang="zh-CN" sz="3200" i="1">
                <a:solidFill>
                  <a:schemeClr val="tx1"/>
                </a:solidFill>
              </a:rPr>
              <a:t>U</a:t>
            </a:r>
            <a:r>
              <a:rPr lang="en-US" altLang="zh-CN" sz="3200" baseline="-25000">
                <a:solidFill>
                  <a:schemeClr val="tx1"/>
                </a:solidFill>
              </a:rPr>
              <a:t>c</a:t>
            </a:r>
            <a:r>
              <a:rPr lang="en-US" altLang="zh-CN" sz="3200">
                <a:solidFill>
                  <a:schemeClr val="tx1"/>
                </a:solidFill>
              </a:rPr>
              <a:t>  </a:t>
            </a:r>
            <a:r>
              <a:rPr lang="zh-CN" altLang="en-US" sz="3200">
                <a:solidFill>
                  <a:schemeClr val="tx1"/>
                </a:solidFill>
              </a:rPr>
              <a:t>按线性规律增长。</a:t>
            </a:r>
            <a:endParaRPr lang="zh-CN" altLang="en-US" sz="3200">
              <a:solidFill>
                <a:schemeClr val="tx1"/>
              </a:solidFill>
            </a:endParaRPr>
          </a:p>
          <a:p>
            <a:pPr algn="l">
              <a:spcBef>
                <a:spcPct val="50000"/>
              </a:spcBef>
              <a:buClr>
                <a:schemeClr val="folHlink"/>
              </a:buClr>
              <a:buFont typeface="Wingdings" panose="05000000000000000000" pitchFamily="2" charset="2"/>
              <a:buChar char="n"/>
            </a:pPr>
            <a:r>
              <a:rPr lang="zh-CN" altLang="en-US" sz="3200">
                <a:solidFill>
                  <a:schemeClr val="tx1"/>
                </a:solidFill>
              </a:rPr>
              <a:t>当输出值达到积分调节器输出的饱和值</a:t>
            </a:r>
            <a:r>
              <a:rPr lang="en-US" altLang="zh-CN" sz="3200" i="1">
                <a:solidFill>
                  <a:schemeClr val="tx1"/>
                </a:solidFill>
              </a:rPr>
              <a:t>U</a:t>
            </a:r>
            <a:r>
              <a:rPr lang="en-US" altLang="zh-CN" sz="3200" baseline="-25000">
                <a:solidFill>
                  <a:schemeClr val="tx1"/>
                </a:solidFill>
              </a:rPr>
              <a:t>cm</a:t>
            </a:r>
            <a:r>
              <a:rPr lang="zh-CN" altLang="en-US" sz="3200">
                <a:solidFill>
                  <a:schemeClr val="tx1"/>
                </a:solidFill>
              </a:rPr>
              <a:t>时，便维持在</a:t>
            </a:r>
            <a:r>
              <a:rPr lang="en-US" altLang="zh-CN" sz="3200" i="1">
                <a:solidFill>
                  <a:schemeClr val="tx1"/>
                </a:solidFill>
              </a:rPr>
              <a:t>U</a:t>
            </a:r>
            <a:r>
              <a:rPr lang="en-US" altLang="zh-CN" sz="3200" baseline="-25000">
                <a:solidFill>
                  <a:schemeClr val="tx1"/>
                </a:solidFill>
              </a:rPr>
              <a:t>cm</a:t>
            </a:r>
            <a:r>
              <a:rPr lang="zh-CN" altLang="en-US" sz="3200">
                <a:solidFill>
                  <a:schemeClr val="tx1"/>
                </a:solidFill>
              </a:rPr>
              <a:t>不变。 </a:t>
            </a:r>
            <a:endParaRPr lang="zh-CN" altLang="en-US" sz="3200">
              <a:solidFill>
                <a:schemeClr val="tx1"/>
              </a:solidFill>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5"/>
          <p:cNvSpPr/>
          <p:nvPr/>
        </p:nvSpPr>
        <p:spPr bwMode="auto">
          <a:xfrm>
            <a:off x="0" y="1900238"/>
            <a:ext cx="9144000" cy="0"/>
          </a:xfrm>
          <a:prstGeom prst="rect">
            <a:avLst/>
          </a:prstGeom>
          <a:noFill/>
          <a:ln w="9525">
            <a:noFill/>
            <a:miter lim="800000"/>
          </a:ln>
        </p:spPr>
        <p:txBody>
          <a:bodyPr wrap="none" anchor="ctr">
            <a:spAutoFit/>
          </a:bodyPr>
          <a:lstStyle/>
          <a:p>
            <a:endParaRPr lang="zh-CN" altLang="en-US"/>
          </a:p>
        </p:txBody>
      </p:sp>
      <p:sp>
        <p:nvSpPr>
          <p:cNvPr id="195587" name="Rectangle 6"/>
          <p:cNvSpPr/>
          <p:nvPr/>
        </p:nvSpPr>
        <p:spPr bwMode="auto">
          <a:xfrm>
            <a:off x="684212" y="5518973"/>
            <a:ext cx="3455739" cy="646331"/>
          </a:xfrm>
          <a:prstGeom prst="rect">
            <a:avLst/>
          </a:prstGeom>
          <a:noFill/>
          <a:ln w="9525">
            <a:noFill/>
            <a:miter lim="800000"/>
          </a:ln>
        </p:spPr>
        <p:txBody>
          <a:bodyPr wrap="square" anchor="ctr">
            <a:spAutoFit/>
          </a:bodyPr>
          <a:lstStyle/>
          <a:p>
            <a:r>
              <a:rPr lang="zh-CN" altLang="en-US" dirty="0">
                <a:solidFill>
                  <a:schemeClr val="tx1"/>
                </a:solidFill>
              </a:rPr>
              <a:t>图</a:t>
            </a:r>
            <a:r>
              <a:rPr lang="en-US" altLang="zh-CN" dirty="0">
                <a:solidFill>
                  <a:schemeClr val="tx1"/>
                </a:solidFill>
              </a:rPr>
              <a:t>3-10 </a:t>
            </a:r>
            <a:r>
              <a:rPr lang="zh-CN" altLang="en-US" dirty="0">
                <a:solidFill>
                  <a:schemeClr val="tx1"/>
                </a:solidFill>
              </a:rPr>
              <a:t>积分调节器的</a:t>
            </a:r>
            <a:endParaRPr lang="zh-CN" altLang="en-US" dirty="0">
              <a:solidFill>
                <a:schemeClr val="tx1"/>
              </a:solidFill>
            </a:endParaRPr>
          </a:p>
          <a:p>
            <a:r>
              <a:rPr lang="zh-CN" altLang="en-US" dirty="0">
                <a:solidFill>
                  <a:schemeClr val="tx1"/>
                </a:solidFill>
              </a:rPr>
              <a:t>输入和输出动态过程</a:t>
            </a:r>
            <a:endParaRPr lang="zh-CN" altLang="en-US" dirty="0">
              <a:solidFill>
                <a:schemeClr val="tx1"/>
              </a:solidFill>
            </a:endParaRPr>
          </a:p>
        </p:txBody>
      </p:sp>
      <p:sp>
        <p:nvSpPr>
          <p:cNvPr id="195588" name="Text Box 7"/>
          <p:cNvSpPr txBox="1"/>
          <p:nvPr/>
        </p:nvSpPr>
        <p:spPr bwMode="auto">
          <a:xfrm>
            <a:off x="4716016" y="847790"/>
            <a:ext cx="4032250" cy="5489067"/>
          </a:xfrm>
          <a:prstGeom prst="rect">
            <a:avLst/>
          </a:prstGeom>
          <a:noFill/>
          <a:ln w="9525">
            <a:noFill/>
            <a:miter lim="800000"/>
          </a:ln>
        </p:spPr>
        <p:txBody>
          <a:bodyPr>
            <a:spAutoFit/>
          </a:bodyPr>
          <a:lstStyle/>
          <a:p>
            <a:pPr algn="l">
              <a:lnSpc>
                <a:spcPts val="4500"/>
              </a:lnSpc>
              <a:spcBef>
                <a:spcPct val="50000"/>
              </a:spcBef>
              <a:buClr>
                <a:schemeClr val="folHlink"/>
              </a:buClr>
              <a:buFont typeface="Wingdings" panose="05000000000000000000" pitchFamily="2" charset="2"/>
              <a:buChar char="n"/>
            </a:pPr>
            <a:r>
              <a:rPr lang="zh-CN" altLang="en-US" sz="3200" b="1" dirty="0">
                <a:solidFill>
                  <a:schemeClr val="tx1"/>
                </a:solidFill>
              </a:rPr>
              <a:t>只要</a:t>
            </a:r>
            <a:r>
              <a:rPr lang="en-US" altLang="zh-CN" sz="3200" b="1" i="1" dirty="0" err="1">
                <a:solidFill>
                  <a:schemeClr val="tx1"/>
                </a:solidFill>
              </a:rPr>
              <a:t>ΔU</a:t>
            </a:r>
            <a:r>
              <a:rPr lang="en-US" altLang="zh-CN" sz="3200" b="1" i="1" baseline="-25000" dirty="0" err="1">
                <a:solidFill>
                  <a:schemeClr val="tx1"/>
                </a:solidFill>
              </a:rPr>
              <a:t>n</a:t>
            </a:r>
            <a:r>
              <a:rPr lang="en-US" altLang="zh-CN" sz="3200" b="1" dirty="0">
                <a:solidFill>
                  <a:schemeClr val="tx1"/>
                </a:solidFill>
              </a:rPr>
              <a:t>&gt;0</a:t>
            </a:r>
            <a:r>
              <a:rPr lang="zh-CN" altLang="en-US" sz="3200" b="1" dirty="0">
                <a:solidFill>
                  <a:schemeClr val="tx1"/>
                </a:solidFill>
              </a:rPr>
              <a:t>，积分调节器的输出</a:t>
            </a:r>
            <a:r>
              <a:rPr lang="en-US" altLang="zh-CN" sz="3200" b="1" i="1" dirty="0" err="1">
                <a:solidFill>
                  <a:schemeClr val="tx1"/>
                </a:solidFill>
              </a:rPr>
              <a:t>U</a:t>
            </a:r>
            <a:r>
              <a:rPr lang="en-US" altLang="zh-CN" sz="3200" b="1" i="1" baseline="-25000" dirty="0" err="1">
                <a:solidFill>
                  <a:schemeClr val="tx1"/>
                </a:solidFill>
              </a:rPr>
              <a:t>c</a:t>
            </a:r>
            <a:r>
              <a:rPr lang="zh-CN" altLang="en-US" sz="3200" b="1" dirty="0">
                <a:solidFill>
                  <a:schemeClr val="tx1"/>
                </a:solidFill>
              </a:rPr>
              <a:t>便一直增长；只有达到</a:t>
            </a:r>
            <a:r>
              <a:rPr lang="en-US" altLang="zh-CN" sz="3200" b="1" i="1" dirty="0" err="1">
                <a:solidFill>
                  <a:schemeClr val="tx1"/>
                </a:solidFill>
              </a:rPr>
              <a:t>ΔU</a:t>
            </a:r>
            <a:r>
              <a:rPr lang="en-US" altLang="zh-CN" sz="3200" b="1" i="1" baseline="-25000" dirty="0" err="1">
                <a:solidFill>
                  <a:schemeClr val="tx1"/>
                </a:solidFill>
              </a:rPr>
              <a:t>n</a:t>
            </a:r>
            <a:r>
              <a:rPr lang="en-US" altLang="zh-CN" sz="3200" b="1" dirty="0">
                <a:solidFill>
                  <a:schemeClr val="tx1"/>
                </a:solidFill>
              </a:rPr>
              <a:t>=0</a:t>
            </a:r>
            <a:r>
              <a:rPr lang="zh-CN" altLang="en-US" sz="3200" b="1" dirty="0">
                <a:solidFill>
                  <a:schemeClr val="tx1"/>
                </a:solidFill>
              </a:rPr>
              <a:t>时， </a:t>
            </a:r>
            <a:r>
              <a:rPr lang="en-US" altLang="zh-CN" sz="3200" b="1" i="1" dirty="0" err="1">
                <a:solidFill>
                  <a:schemeClr val="tx1"/>
                </a:solidFill>
              </a:rPr>
              <a:t>U</a:t>
            </a:r>
            <a:r>
              <a:rPr lang="en-US" altLang="zh-CN" sz="3200" b="1" i="1" baseline="-25000" dirty="0" err="1">
                <a:solidFill>
                  <a:schemeClr val="tx1"/>
                </a:solidFill>
              </a:rPr>
              <a:t>c</a:t>
            </a:r>
            <a:r>
              <a:rPr lang="zh-CN" altLang="en-US" sz="3200" b="1" dirty="0">
                <a:solidFill>
                  <a:schemeClr val="tx1"/>
                </a:solidFill>
              </a:rPr>
              <a:t>才停止上升；只有到</a:t>
            </a:r>
            <a:r>
              <a:rPr lang="en-US" altLang="zh-CN" sz="3200" b="1" i="1" dirty="0" err="1">
                <a:solidFill>
                  <a:schemeClr val="tx1"/>
                </a:solidFill>
              </a:rPr>
              <a:t>ΔU</a:t>
            </a:r>
            <a:r>
              <a:rPr lang="en-US" altLang="zh-CN" sz="3200" b="1" i="1" baseline="-25000" dirty="0" err="1">
                <a:solidFill>
                  <a:schemeClr val="tx1"/>
                </a:solidFill>
              </a:rPr>
              <a:t>n</a:t>
            </a:r>
            <a:r>
              <a:rPr lang="zh-CN" altLang="en-US" sz="3200" b="1" dirty="0">
                <a:solidFill>
                  <a:schemeClr val="tx1"/>
                </a:solidFill>
              </a:rPr>
              <a:t>变负， </a:t>
            </a:r>
            <a:r>
              <a:rPr lang="en-US" altLang="zh-CN" sz="3200" b="1" i="1" dirty="0" err="1">
                <a:solidFill>
                  <a:schemeClr val="tx1"/>
                </a:solidFill>
              </a:rPr>
              <a:t>U</a:t>
            </a:r>
            <a:r>
              <a:rPr lang="en-US" altLang="zh-CN" sz="3200" b="1" i="1" baseline="-25000" dirty="0" err="1">
                <a:solidFill>
                  <a:schemeClr val="tx1"/>
                </a:solidFill>
              </a:rPr>
              <a:t>c</a:t>
            </a:r>
            <a:r>
              <a:rPr lang="zh-CN" altLang="en-US" sz="3200" b="1" dirty="0">
                <a:solidFill>
                  <a:schemeClr val="tx1"/>
                </a:solidFill>
              </a:rPr>
              <a:t>才会下降。</a:t>
            </a:r>
            <a:endParaRPr lang="zh-CN" altLang="en-US" sz="3200" b="1" dirty="0">
              <a:solidFill>
                <a:schemeClr val="tx1"/>
              </a:solidFill>
            </a:endParaRPr>
          </a:p>
          <a:p>
            <a:pPr algn="l">
              <a:lnSpc>
                <a:spcPts val="4500"/>
              </a:lnSpc>
              <a:spcBef>
                <a:spcPct val="50000"/>
              </a:spcBef>
              <a:buClr>
                <a:schemeClr val="folHlink"/>
              </a:buClr>
              <a:buFont typeface="Wingdings" panose="05000000000000000000" pitchFamily="2" charset="2"/>
              <a:buChar char="n"/>
            </a:pPr>
            <a:r>
              <a:rPr lang="zh-CN" altLang="en-US" sz="3200" b="1" dirty="0">
                <a:solidFill>
                  <a:schemeClr val="tx1"/>
                </a:solidFill>
              </a:rPr>
              <a:t>当</a:t>
            </a:r>
            <a:r>
              <a:rPr lang="en-US" altLang="zh-CN" sz="3200" b="1" i="1" dirty="0" err="1">
                <a:solidFill>
                  <a:schemeClr val="tx1"/>
                </a:solidFill>
              </a:rPr>
              <a:t>ΔU</a:t>
            </a:r>
            <a:r>
              <a:rPr lang="en-US" altLang="zh-CN" sz="3200" b="1" i="1" baseline="-25000" dirty="0" err="1">
                <a:solidFill>
                  <a:schemeClr val="tx1"/>
                </a:solidFill>
              </a:rPr>
              <a:t>n</a:t>
            </a:r>
            <a:r>
              <a:rPr lang="en-US" altLang="zh-CN" sz="3200" b="1" dirty="0">
                <a:solidFill>
                  <a:schemeClr val="tx1"/>
                </a:solidFill>
              </a:rPr>
              <a:t>=0</a:t>
            </a:r>
            <a:r>
              <a:rPr lang="zh-CN" altLang="en-US" sz="3200" b="1" dirty="0">
                <a:solidFill>
                  <a:schemeClr val="tx1"/>
                </a:solidFill>
              </a:rPr>
              <a:t>时， </a:t>
            </a:r>
            <a:r>
              <a:rPr lang="en-US" altLang="zh-CN" sz="3200" b="1" i="1" dirty="0" err="1">
                <a:solidFill>
                  <a:schemeClr val="tx1"/>
                </a:solidFill>
              </a:rPr>
              <a:t>U</a:t>
            </a:r>
            <a:r>
              <a:rPr lang="en-US" altLang="zh-CN" sz="3200" b="1" i="1" baseline="-25000" dirty="0" err="1">
                <a:solidFill>
                  <a:schemeClr val="tx1"/>
                </a:solidFill>
              </a:rPr>
              <a:t>c</a:t>
            </a:r>
            <a:r>
              <a:rPr lang="zh-CN" altLang="en-US" sz="3200" b="1" dirty="0">
                <a:solidFill>
                  <a:schemeClr val="tx1"/>
                </a:solidFill>
              </a:rPr>
              <a:t>并不是零，而是某一个固定值</a:t>
            </a:r>
            <a:r>
              <a:rPr lang="en-US" altLang="zh-CN" sz="3200" b="1" i="1" dirty="0" err="1">
                <a:solidFill>
                  <a:schemeClr val="tx1"/>
                </a:solidFill>
              </a:rPr>
              <a:t>U</a:t>
            </a:r>
            <a:r>
              <a:rPr lang="en-US" altLang="zh-CN" sz="3200" b="1" i="1" baseline="-25000" dirty="0" err="1">
                <a:solidFill>
                  <a:schemeClr val="tx1"/>
                </a:solidFill>
              </a:rPr>
              <a:t>cf</a:t>
            </a:r>
            <a:r>
              <a:rPr lang="en-US" altLang="zh-CN" sz="3200" b="1" baseline="-25000" dirty="0">
                <a:solidFill>
                  <a:schemeClr val="tx1"/>
                </a:solidFill>
              </a:rPr>
              <a:t> </a:t>
            </a:r>
            <a:endParaRPr lang="en-US" altLang="zh-CN" sz="3200" b="1" baseline="-25000" dirty="0">
              <a:solidFill>
                <a:schemeClr val="tx1"/>
              </a:solidFill>
            </a:endParaRPr>
          </a:p>
        </p:txBody>
      </p:sp>
      <p:pic>
        <p:nvPicPr>
          <p:cNvPr id="195589" name="Picture 8" descr="0226b"/>
          <p:cNvPicPr>
            <a:picLocks noChangeAspect="1" noChangeArrowheads="1"/>
          </p:cNvPicPr>
          <p:nvPr/>
        </p:nvPicPr>
        <p:blipFill>
          <a:blip r:embed="rId1"/>
          <a:srcRect/>
          <a:stretch>
            <a:fillRect/>
          </a:stretch>
        </p:blipFill>
        <p:spPr bwMode="auto">
          <a:xfrm>
            <a:off x="539749" y="620713"/>
            <a:ext cx="3706813" cy="4895850"/>
          </a:xfrm>
          <a:prstGeom prst="rect">
            <a:avLst/>
          </a:prstGeom>
          <a:noFill/>
          <a:ln w="9525">
            <a:noFill/>
            <a:miter lim="800000"/>
            <a:headEnd/>
            <a:tailEnd/>
          </a:ln>
        </p:spPr>
      </p:pic>
      <mc:AlternateContent xmlns:mc="http://schemas.openxmlformats.org/markup-compatibility/2006" xmlns:p14="http://schemas.microsoft.com/office/powerpoint/2010/main">
        <mc:Choice Requires="p14">
          <p:contentPart r:id="rId2" p14:bwMode="auto">
            <p14:nvContentPartPr>
              <p14:cNvPr id="2" name="墨迹 1"/>
              <p14:cNvContentPartPr/>
              <p14:nvPr/>
            </p14:nvContentPartPr>
            <p14:xfrm>
              <a:off x="7333396" y="1732690"/>
              <a:ext cx="959893" cy="40930"/>
            </p14:xfrm>
          </p:contentPart>
        </mc:Choice>
        <mc:Fallback xmlns="">
          <p:pic>
            <p:nvPicPr>
              <p:cNvPr id="2" name="墨迹 1"/>
            </p:nvPicPr>
            <p:blipFill>
              <a:blip r:embed="rId3"/>
            </p:blipFill>
            <p:spPr>
              <a:xfrm>
                <a:off x="7333396" y="1732690"/>
                <a:ext cx="959893" cy="4093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3" name="墨迹 2"/>
              <p14:cNvContentPartPr/>
              <p14:nvPr/>
            </p14:nvContentPartPr>
            <p14:xfrm>
              <a:off x="4981432" y="2310254"/>
              <a:ext cx="943970" cy="50025"/>
            </p14:xfrm>
          </p:contentPart>
        </mc:Choice>
        <mc:Fallback xmlns="">
          <p:pic>
            <p:nvPicPr>
              <p:cNvPr id="3" name="墨迹 2"/>
            </p:nvPicPr>
            <p:blipFill>
              <a:blip r:embed="rId5"/>
            </p:blipFill>
            <p:spPr>
              <a:xfrm>
                <a:off x="4981432" y="2310254"/>
                <a:ext cx="943970" cy="50025"/>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4" name="墨迹 3"/>
              <p14:cNvContentPartPr/>
              <p14:nvPr/>
            </p14:nvContentPartPr>
            <p14:xfrm>
              <a:off x="5076967" y="2915104"/>
              <a:ext cx="3116239" cy="72764"/>
            </p14:xfrm>
          </p:contentPart>
        </mc:Choice>
        <mc:Fallback xmlns="">
          <p:pic>
            <p:nvPicPr>
              <p:cNvPr id="4" name="墨迹 3"/>
            </p:nvPicPr>
            <p:blipFill>
              <a:blip r:embed="rId7"/>
            </p:blipFill>
            <p:spPr>
              <a:xfrm>
                <a:off x="5076967" y="2915104"/>
                <a:ext cx="3116239" cy="72764"/>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5" name="墨迹 4"/>
              <p14:cNvContentPartPr/>
              <p14:nvPr/>
            </p14:nvContentPartPr>
            <p14:xfrm>
              <a:off x="5049671" y="3497216"/>
              <a:ext cx="448101" cy="50025"/>
            </p14:xfrm>
          </p:contentPart>
        </mc:Choice>
        <mc:Fallback xmlns="">
          <p:pic>
            <p:nvPicPr>
              <p:cNvPr id="5" name="墨迹 4"/>
            </p:nvPicPr>
            <p:blipFill>
              <a:blip r:embed="rId9"/>
            </p:blipFill>
            <p:spPr>
              <a:xfrm>
                <a:off x="5049671" y="3497216"/>
                <a:ext cx="448101" cy="50025"/>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6" name="墨迹 5"/>
              <p14:cNvContentPartPr/>
              <p14:nvPr/>
            </p14:nvContentPartPr>
            <p14:xfrm>
              <a:off x="5832143" y="4097518"/>
              <a:ext cx="1708245" cy="77312"/>
            </p14:xfrm>
          </p:contentPart>
        </mc:Choice>
        <mc:Fallback xmlns="">
          <p:pic>
            <p:nvPicPr>
              <p:cNvPr id="6" name="墨迹 5"/>
            </p:nvPicPr>
            <p:blipFill>
              <a:blip r:embed="rId11"/>
            </p:blipFill>
            <p:spPr>
              <a:xfrm>
                <a:off x="5832143" y="4097518"/>
                <a:ext cx="1708245" cy="77312"/>
              </a:xfrm>
              <a:prstGeom prst="rect"/>
            </p:spPr>
          </p:pic>
        </mc:Fallback>
      </mc:AlternateContent>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2" name="Rectangle 3"/>
          <p:cNvSpPr/>
          <p:nvPr>
            <p:ph idx="1"/>
          </p:nvPr>
        </p:nvSpPr>
        <p:spPr>
          <a:xfrm>
            <a:off x="395536" y="972343"/>
            <a:ext cx="4535488" cy="4616897"/>
          </a:xfrm>
        </p:spPr>
        <p:txBody>
          <a:bodyPr/>
          <a:lstStyle/>
          <a:p>
            <a:pPr eaLnBrk="1" hangingPunct="1"/>
            <a:r>
              <a:rPr lang="zh-CN" altLang="en-US" dirty="0"/>
              <a:t>突加负载时，</a:t>
            </a:r>
            <a:r>
              <a:rPr lang="zh-CN" altLang="en-US" dirty="0">
                <a:latin typeface="Times New Roman" panose="02020503050405090304" pitchFamily="18" charset="0"/>
              </a:rPr>
              <a:t>由于</a:t>
            </a:r>
            <a:r>
              <a:rPr lang="en-US" altLang="zh-CN" i="1" dirty="0" err="1">
                <a:latin typeface="Times New Roman" panose="02020503050405090304" pitchFamily="18" charset="0"/>
              </a:rPr>
              <a:t>I</a:t>
            </a:r>
            <a:r>
              <a:rPr lang="en-US" altLang="zh-CN" baseline="-25000" dirty="0" err="1">
                <a:latin typeface="Times New Roman" panose="02020503050405090304" pitchFamily="18" charset="0"/>
              </a:rPr>
              <a:t>dl</a:t>
            </a:r>
            <a:r>
              <a:rPr lang="zh-CN" altLang="en-US" dirty="0">
                <a:latin typeface="Times New Roman" panose="02020503050405090304" pitchFamily="18" charset="0"/>
              </a:rPr>
              <a:t>的增加，转速</a:t>
            </a:r>
            <a:r>
              <a:rPr lang="en-US" altLang="zh-CN" i="1" dirty="0">
                <a:latin typeface="Times New Roman" panose="02020503050405090304" pitchFamily="18" charset="0"/>
              </a:rPr>
              <a:t>n</a:t>
            </a:r>
            <a:r>
              <a:rPr lang="zh-CN" altLang="en-US" dirty="0">
                <a:latin typeface="Times New Roman" panose="02020503050405090304" pitchFamily="18" charset="0"/>
              </a:rPr>
              <a:t>下降，导致</a:t>
            </a:r>
            <a:r>
              <a:rPr lang="en-US" altLang="zh-CN" i="1" dirty="0" err="1">
                <a:latin typeface="Times New Roman" panose="02020503050405090304" pitchFamily="18" charset="0"/>
              </a:rPr>
              <a:t>ΔU</a:t>
            </a:r>
            <a:r>
              <a:rPr lang="en-US" altLang="zh-CN" baseline="-25000" dirty="0" err="1">
                <a:latin typeface="Times New Roman" panose="02020503050405090304" pitchFamily="18" charset="0"/>
              </a:rPr>
              <a:t>n</a:t>
            </a:r>
            <a:r>
              <a:rPr lang="zh-CN" altLang="en-US" dirty="0">
                <a:latin typeface="Times New Roman" panose="02020503050405090304" pitchFamily="18" charset="0"/>
              </a:rPr>
              <a:t>变正，</a:t>
            </a:r>
            <a:endParaRPr lang="zh-CN" altLang="en-US" dirty="0">
              <a:latin typeface="Times New Roman" panose="02020503050405090304" pitchFamily="18" charset="0"/>
            </a:endParaRPr>
          </a:p>
          <a:p>
            <a:pPr eaLnBrk="1" hangingPunct="1"/>
            <a:r>
              <a:rPr lang="zh-CN" altLang="en-US" dirty="0">
                <a:latin typeface="Times New Roman" panose="02020503050405090304" pitchFamily="18" charset="0"/>
              </a:rPr>
              <a:t>最终进入新的稳态  。</a:t>
            </a:r>
            <a:endParaRPr lang="zh-CN" altLang="en-US" dirty="0">
              <a:latin typeface="Times New Roman" panose="02020503050405090304" pitchFamily="18" charset="0"/>
            </a:endParaRPr>
          </a:p>
        </p:txBody>
      </p:sp>
      <p:sp>
        <p:nvSpPr>
          <p:cNvPr id="65543" name="Rectangle 4"/>
          <p:cNvSpPr/>
          <p:nvPr/>
        </p:nvSpPr>
        <p:spPr bwMode="auto">
          <a:xfrm>
            <a:off x="0" y="0"/>
            <a:ext cx="9144000" cy="0"/>
          </a:xfrm>
          <a:prstGeom prst="rect">
            <a:avLst/>
          </a:prstGeom>
          <a:noFill/>
          <a:ln w="9525">
            <a:noFill/>
            <a:miter lim="800000"/>
          </a:ln>
        </p:spPr>
        <p:txBody>
          <a:bodyPr wrap="none" anchor="ctr">
            <a:spAutoFit/>
          </a:bodyPr>
          <a:lstStyle/>
          <a:p>
            <a:endParaRPr lang="zh-CN" altLang="en-US"/>
          </a:p>
        </p:txBody>
      </p:sp>
      <p:sp>
        <p:nvSpPr>
          <p:cNvPr id="65544" name="Rectangle 6"/>
          <p:cNvSpPr/>
          <p:nvPr/>
        </p:nvSpPr>
        <p:spPr bwMode="auto">
          <a:xfrm>
            <a:off x="0" y="3309938"/>
            <a:ext cx="9144000" cy="0"/>
          </a:xfrm>
          <a:prstGeom prst="rect">
            <a:avLst/>
          </a:prstGeom>
          <a:noFill/>
          <a:ln w="9525">
            <a:noFill/>
            <a:miter lim="800000"/>
          </a:ln>
        </p:spPr>
        <p:txBody>
          <a:bodyPr wrap="none" anchor="ctr">
            <a:spAutoFit/>
          </a:bodyPr>
          <a:lstStyle/>
          <a:p>
            <a:endParaRPr lang="zh-CN" altLang="en-US"/>
          </a:p>
        </p:txBody>
      </p:sp>
      <p:graphicFrame>
        <p:nvGraphicFramePr>
          <p:cNvPr id="65538" name="Object 7"/>
          <p:cNvGraphicFramePr>
            <a:graphicFrameLocks noChangeAspect="1"/>
          </p:cNvGraphicFramePr>
          <p:nvPr/>
        </p:nvGraphicFramePr>
        <p:xfrm>
          <a:off x="1187624" y="4165773"/>
          <a:ext cx="1150937" cy="487363"/>
        </p:xfrm>
        <a:graphic>
          <a:graphicData uri="http://schemas.openxmlformats.org/presentationml/2006/ole">
            <mc:AlternateContent xmlns:mc="http://schemas.openxmlformats.org/markup-compatibility/2006">
              <mc:Choice xmlns:v="urn:schemas-microsoft-com:vml" Requires="v">
                <p:oleObj spid="_x0000_s38404" name="公式" r:id="rId1" imgW="558800" imgH="241300" progId="Equation.3">
                  <p:embed/>
                </p:oleObj>
              </mc:Choice>
              <mc:Fallback>
                <p:oleObj name="公式" r:id="rId1" imgW="558800" imgH="241300"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4165773"/>
                        <a:ext cx="1150937" cy="487363"/>
                      </a:xfrm>
                      <a:prstGeom prst="rect">
                        <a:avLst/>
                      </a:prstGeom>
                      <a:noFill/>
                      <a:ln>
                        <a:solidFill>
                          <a:srgbClr val="C00000"/>
                        </a:solidFill>
                      </a:ln>
                    </p:spPr>
                  </p:pic>
                </p:oleObj>
              </mc:Fallback>
            </mc:AlternateContent>
          </a:graphicData>
        </a:graphic>
      </p:graphicFrame>
      <p:sp>
        <p:nvSpPr>
          <p:cNvPr id="65545" name="Rectangle 8"/>
          <p:cNvSpPr/>
          <p:nvPr/>
        </p:nvSpPr>
        <p:spPr bwMode="auto">
          <a:xfrm>
            <a:off x="0" y="3314700"/>
            <a:ext cx="9144000" cy="0"/>
          </a:xfrm>
          <a:prstGeom prst="rect">
            <a:avLst/>
          </a:prstGeom>
          <a:noFill/>
          <a:ln w="9525">
            <a:noFill/>
            <a:miter lim="800000"/>
          </a:ln>
        </p:spPr>
        <p:txBody>
          <a:bodyPr wrap="none" anchor="ctr">
            <a:spAutoFit/>
          </a:bodyPr>
          <a:lstStyle/>
          <a:p>
            <a:endParaRPr lang="zh-CN" altLang="en-US"/>
          </a:p>
        </p:txBody>
      </p:sp>
      <p:graphicFrame>
        <p:nvGraphicFramePr>
          <p:cNvPr id="65539" name="Object 9"/>
          <p:cNvGraphicFramePr>
            <a:graphicFrameLocks noChangeAspect="1"/>
          </p:cNvGraphicFramePr>
          <p:nvPr/>
        </p:nvGraphicFramePr>
        <p:xfrm>
          <a:off x="1043608" y="3500810"/>
          <a:ext cx="1490662" cy="576262"/>
        </p:xfrm>
        <a:graphic>
          <a:graphicData uri="http://schemas.openxmlformats.org/presentationml/2006/ole">
            <mc:AlternateContent xmlns:mc="http://schemas.openxmlformats.org/markup-compatibility/2006">
              <mc:Choice xmlns:v="urn:schemas-microsoft-com:vml" Requires="v">
                <p:oleObj spid="_x0000_s2" name="Equation" r:id="rId3" imgW="5431155" imgH="2105660" progId="Equation.DSMT4">
                  <p:embed/>
                </p:oleObj>
              </mc:Choice>
              <mc:Fallback>
                <p:oleObj name="Equation" r:id="rId3" imgW="5431155" imgH="2105660" progId="Equation.DSMT4">
                  <p:embed/>
                  <p:pic>
                    <p:nvPicPr>
                      <p:cNvPr id="0" name="Object 9"/>
                      <p:cNvPicPr>
                        <a:picLocks noChangeAspect="1" noChangeArrowheads="1"/>
                      </p:cNvPicPr>
                      <p:nvPr/>
                    </p:nvPicPr>
                    <p:blipFill>
                      <a:blip r:embed="rId4"/>
                      <a:srcRect/>
                      <a:stretch>
                        <a:fillRect/>
                      </a:stretch>
                    </p:blipFill>
                    <p:spPr bwMode="auto">
                      <a:xfrm>
                        <a:off x="1043608" y="3500810"/>
                        <a:ext cx="1490662" cy="576262"/>
                      </a:xfrm>
                      <a:prstGeom prst="rect">
                        <a:avLst/>
                      </a:prstGeom>
                      <a:noFill/>
                      <a:ln>
                        <a:solidFill>
                          <a:srgbClr val="C00000"/>
                        </a:solidFill>
                      </a:ln>
                    </p:spPr>
                  </p:pic>
                </p:oleObj>
              </mc:Fallback>
            </mc:AlternateContent>
          </a:graphicData>
        </a:graphic>
      </p:graphicFrame>
      <p:sp>
        <p:nvSpPr>
          <p:cNvPr id="65546" name="Rectangle 10"/>
          <p:cNvSpPr/>
          <p:nvPr/>
        </p:nvSpPr>
        <p:spPr bwMode="auto">
          <a:xfrm>
            <a:off x="0" y="3314700"/>
            <a:ext cx="9144000" cy="0"/>
          </a:xfrm>
          <a:prstGeom prst="rect">
            <a:avLst/>
          </a:prstGeom>
          <a:noFill/>
          <a:ln w="9525">
            <a:noFill/>
            <a:miter lim="800000"/>
          </a:ln>
        </p:spPr>
        <p:txBody>
          <a:bodyPr wrap="none" anchor="ctr">
            <a:spAutoFit/>
          </a:bodyPr>
          <a:lstStyle/>
          <a:p>
            <a:endParaRPr lang="zh-CN" altLang="en-US"/>
          </a:p>
        </p:txBody>
      </p:sp>
      <p:graphicFrame>
        <p:nvGraphicFramePr>
          <p:cNvPr id="65540" name="Object 11"/>
          <p:cNvGraphicFramePr>
            <a:graphicFrameLocks noChangeAspect="1"/>
          </p:cNvGraphicFramePr>
          <p:nvPr/>
        </p:nvGraphicFramePr>
        <p:xfrm>
          <a:off x="1115616" y="2903572"/>
          <a:ext cx="1295400" cy="509587"/>
        </p:xfrm>
        <a:graphic>
          <a:graphicData uri="http://schemas.openxmlformats.org/presentationml/2006/ole">
            <mc:AlternateContent xmlns:mc="http://schemas.openxmlformats.org/markup-compatibility/2006">
              <mc:Choice xmlns:v="urn:schemas-microsoft-com:vml" Requires="v">
                <p:oleObj spid="_x0000_s3" name="公式" r:id="rId5" imgW="584200" imgH="228600" progId="Equation.3">
                  <p:embed/>
                </p:oleObj>
              </mc:Choice>
              <mc:Fallback>
                <p:oleObj name="公式" r:id="rId5" imgW="584200" imgH="22860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5616" y="2903572"/>
                        <a:ext cx="1295400" cy="509587"/>
                      </a:xfrm>
                      <a:prstGeom prst="rect">
                        <a:avLst/>
                      </a:prstGeom>
                      <a:noFill/>
                      <a:ln>
                        <a:solidFill>
                          <a:srgbClr val="C00000"/>
                        </a:solidFill>
                      </a:ln>
                    </p:spPr>
                  </p:pic>
                </p:oleObj>
              </mc:Fallback>
            </mc:AlternateContent>
          </a:graphicData>
        </a:graphic>
      </p:graphicFrame>
      <p:sp>
        <p:nvSpPr>
          <p:cNvPr id="65547" name="Rectangle 12"/>
          <p:cNvSpPr/>
          <p:nvPr/>
        </p:nvSpPr>
        <p:spPr bwMode="auto">
          <a:xfrm>
            <a:off x="0" y="3314700"/>
            <a:ext cx="9144000" cy="0"/>
          </a:xfrm>
          <a:prstGeom prst="rect">
            <a:avLst/>
          </a:prstGeom>
          <a:noFill/>
          <a:ln w="9525">
            <a:noFill/>
            <a:miter lim="800000"/>
          </a:ln>
        </p:spPr>
        <p:txBody>
          <a:bodyPr wrap="none" anchor="ctr">
            <a:spAutoFit/>
          </a:bodyPr>
          <a:lstStyle/>
          <a:p>
            <a:endParaRPr lang="zh-CN" altLang="en-US"/>
          </a:p>
        </p:txBody>
      </p:sp>
      <p:graphicFrame>
        <p:nvGraphicFramePr>
          <p:cNvPr id="65541" name="Object 13"/>
          <p:cNvGraphicFramePr>
            <a:graphicFrameLocks noChangeAspect="1"/>
          </p:cNvGraphicFramePr>
          <p:nvPr/>
        </p:nvGraphicFramePr>
        <p:xfrm>
          <a:off x="1115616" y="4869160"/>
          <a:ext cx="1368425" cy="522287"/>
        </p:xfrm>
        <a:graphic>
          <a:graphicData uri="http://schemas.openxmlformats.org/presentationml/2006/ole">
            <mc:AlternateContent xmlns:mc="http://schemas.openxmlformats.org/markup-compatibility/2006">
              <mc:Choice xmlns:v="urn:schemas-microsoft-com:vml" Requires="v">
                <p:oleObj spid="_x0000_s4" name="公式" r:id="rId7" imgW="596900" imgH="228600" progId="Equation.3">
                  <p:embed/>
                </p:oleObj>
              </mc:Choice>
              <mc:Fallback>
                <p:oleObj name="公式" r:id="rId7" imgW="596900" imgH="228600" progId="Equation.3">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15616" y="4869160"/>
                        <a:ext cx="1368425" cy="522287"/>
                      </a:xfrm>
                      <a:prstGeom prst="rect">
                        <a:avLst/>
                      </a:prstGeom>
                      <a:noFill/>
                      <a:ln>
                        <a:solidFill>
                          <a:srgbClr val="C00000"/>
                        </a:solidFill>
                      </a:ln>
                    </p:spPr>
                  </p:pic>
                </p:oleObj>
              </mc:Fallback>
            </mc:AlternateContent>
          </a:graphicData>
        </a:graphic>
      </p:graphicFrame>
      <p:sp>
        <p:nvSpPr>
          <p:cNvPr id="65548" name="Text Box 15"/>
          <p:cNvSpPr txBox="1"/>
          <p:nvPr/>
        </p:nvSpPr>
        <p:spPr bwMode="auto">
          <a:xfrm>
            <a:off x="755650" y="5876925"/>
            <a:ext cx="4464050" cy="646331"/>
          </a:xfrm>
          <a:prstGeom prst="rect">
            <a:avLst/>
          </a:prstGeom>
          <a:noFill/>
          <a:ln w="9525">
            <a:noFill/>
            <a:miter lim="800000"/>
          </a:ln>
        </p:spPr>
        <p:txBody>
          <a:bodyPr>
            <a:spAutoFit/>
          </a:bodyPr>
          <a:lstStyle/>
          <a:p>
            <a:pPr>
              <a:spcBef>
                <a:spcPct val="50000"/>
              </a:spcBef>
            </a:pPr>
            <a:r>
              <a:rPr lang="zh-CN" altLang="en-US" dirty="0">
                <a:solidFill>
                  <a:schemeClr val="tx1"/>
                </a:solidFill>
              </a:rPr>
              <a:t>图</a:t>
            </a:r>
            <a:r>
              <a:rPr lang="en-US" altLang="zh-CN" dirty="0">
                <a:solidFill>
                  <a:schemeClr val="tx1"/>
                </a:solidFill>
              </a:rPr>
              <a:t>3-11	</a:t>
            </a:r>
            <a:r>
              <a:rPr lang="zh-CN" altLang="en-US" dirty="0">
                <a:solidFill>
                  <a:schemeClr val="tx1"/>
                </a:solidFill>
              </a:rPr>
              <a:t>积分控制无静差调速系统突加负载时的动态过程</a:t>
            </a:r>
            <a:endParaRPr lang="zh-CN" altLang="en-US" dirty="0">
              <a:solidFill>
                <a:schemeClr val="tx1"/>
              </a:solidFill>
            </a:endParaRPr>
          </a:p>
        </p:txBody>
      </p:sp>
      <p:pic>
        <p:nvPicPr>
          <p:cNvPr id="65549" name="Picture 16" descr="0227"/>
          <p:cNvPicPr>
            <a:picLocks noChangeAspect="1" noChangeArrowheads="1"/>
          </p:cNvPicPr>
          <p:nvPr/>
        </p:nvPicPr>
        <p:blipFill>
          <a:blip r:embed="rId9"/>
          <a:srcRect/>
          <a:stretch>
            <a:fillRect/>
          </a:stretch>
        </p:blipFill>
        <p:spPr bwMode="auto">
          <a:xfrm>
            <a:off x="5219700" y="260350"/>
            <a:ext cx="3241675" cy="6365875"/>
          </a:xfrm>
          <a:prstGeom prst="rect">
            <a:avLst/>
          </a:prstGeom>
          <a:noFill/>
          <a:ln w="9525">
            <a:solidFill>
              <a:srgbClr val="C00000"/>
            </a:solidFill>
            <a:miter lim="800000"/>
            <a:headEnd/>
            <a:tailEnd/>
          </a:ln>
        </p:spPr>
      </p:pic>
      <mc:AlternateContent xmlns:mc="http://schemas.openxmlformats.org/markup-compatibility/2006" xmlns:p14="http://schemas.microsoft.com/office/powerpoint/2010/main">
        <mc:Choice Requires="p14">
          <p:contentPart r:id="rId10" p14:bwMode="auto">
            <p14:nvContentPartPr>
              <p14:cNvPr id="90" name="墨迹 89"/>
              <p14:cNvContentPartPr/>
              <p14:nvPr/>
            </p14:nvContentPartPr>
            <p14:xfrm>
              <a:off x="3187214" y="6121265"/>
              <a:ext cx="16384" cy="515714"/>
            </p14:xfrm>
          </p:contentPart>
        </mc:Choice>
        <mc:Fallback xmlns="">
          <p:pic>
            <p:nvPicPr>
              <p:cNvPr id="90" name="墨迹 89"/>
            </p:nvPicPr>
            <p:blipFill>
              <a:blip r:embed="rId11"/>
            </p:blipFill>
            <p:spPr>
              <a:xfrm>
                <a:off x="3187214" y="6121265"/>
                <a:ext cx="16384" cy="515714"/>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91" name="墨迹 90"/>
              <p14:cNvContentPartPr/>
              <p14:nvPr/>
            </p14:nvContentPartPr>
            <p14:xfrm>
              <a:off x="3150820" y="6120582"/>
              <a:ext cx="56404" cy="87374"/>
            </p14:xfrm>
          </p:contentPart>
        </mc:Choice>
        <mc:Fallback xmlns="">
          <p:pic>
            <p:nvPicPr>
              <p:cNvPr id="91" name="墨迹 90"/>
            </p:nvPicPr>
            <p:blipFill>
              <a:blip r:embed="rId13"/>
            </p:blipFill>
            <p:spPr>
              <a:xfrm>
                <a:off x="3150820" y="6120582"/>
                <a:ext cx="56404" cy="87374"/>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92" name="墨迹 91"/>
              <p14:cNvContentPartPr/>
              <p14:nvPr/>
            </p14:nvContentPartPr>
            <p14:xfrm>
              <a:off x="3189026" y="6131213"/>
              <a:ext cx="32769" cy="53720"/>
            </p14:xfrm>
          </p:contentPart>
        </mc:Choice>
        <mc:Fallback xmlns="">
          <p:pic>
            <p:nvPicPr>
              <p:cNvPr id="92" name="墨迹 91"/>
            </p:nvPicPr>
            <p:blipFill>
              <a:blip r:embed="rId15"/>
            </p:blipFill>
            <p:spPr>
              <a:xfrm>
                <a:off x="3189026" y="6131213"/>
                <a:ext cx="32769" cy="53720"/>
              </a:xfrm>
              <a:prstGeom prst="rect"/>
            </p:spPr>
          </p:pic>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5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55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55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55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p:nvPr>
            <p:ph type="title"/>
          </p:nvPr>
        </p:nvSpPr>
        <p:spPr>
          <a:xfrm>
            <a:off x="827584" y="620688"/>
            <a:ext cx="8162925" cy="579438"/>
          </a:xfrm>
        </p:spPr>
        <p:txBody>
          <a:bodyPr/>
          <a:lstStyle/>
          <a:p>
            <a:pPr eaLnBrk="1" hangingPunct="1"/>
            <a:r>
              <a:rPr lang="zh-CN" altLang="en-US" sz="3200" b="1" dirty="0">
                <a:latin typeface="Times New Roman" panose="02020503050405090304" pitchFamily="18" charset="0"/>
              </a:rPr>
              <a:t>积分控制规律和比例控制规律的根本区别：</a:t>
            </a:r>
            <a:endParaRPr lang="zh-CN" altLang="en-US" sz="3200" b="1" dirty="0">
              <a:latin typeface="Times New Roman" panose="02020503050405090304" pitchFamily="18" charset="0"/>
            </a:endParaRPr>
          </a:p>
        </p:txBody>
      </p:sp>
      <p:sp>
        <p:nvSpPr>
          <p:cNvPr id="197635" name="Rectangle 3"/>
          <p:cNvSpPr/>
          <p:nvPr>
            <p:ph idx="1"/>
          </p:nvPr>
        </p:nvSpPr>
        <p:spPr>
          <a:xfrm>
            <a:off x="467544" y="1556792"/>
            <a:ext cx="8424936" cy="4191000"/>
          </a:xfrm>
        </p:spPr>
        <p:txBody>
          <a:bodyPr/>
          <a:lstStyle/>
          <a:p>
            <a:pPr eaLnBrk="1" hangingPunct="1"/>
            <a:endParaRPr lang="en-US" altLang="zh-CN" dirty="0">
              <a:latin typeface="Times New Roman" panose="02020503050405090304" pitchFamily="18" charset="0"/>
            </a:endParaRPr>
          </a:p>
          <a:p>
            <a:pPr eaLnBrk="1" hangingPunct="1">
              <a:spcAft>
                <a:spcPts val="1500"/>
              </a:spcAft>
            </a:pPr>
            <a:r>
              <a:rPr lang="zh-CN" altLang="en-US" dirty="0">
                <a:latin typeface="Times New Roman" panose="02020503050405090304" pitchFamily="18" charset="0"/>
              </a:rPr>
              <a:t>比例调节器的输出只取决于输入偏差量的现状，而积分调节器的输出则包含了</a:t>
            </a:r>
            <a:r>
              <a:rPr lang="zh-CN" altLang="en-US" dirty="0">
                <a:solidFill>
                  <a:srgbClr val="C00000"/>
                </a:solidFill>
                <a:latin typeface="Times New Roman" panose="02020503050405090304" pitchFamily="18" charset="0"/>
              </a:rPr>
              <a:t>输入偏差量的全部历史，稳态值等于多少呢？</a:t>
            </a:r>
            <a:endParaRPr lang="zh-CN" altLang="en-US" dirty="0">
              <a:latin typeface="Times New Roman" panose="02020503050405090304" pitchFamily="18" charset="0"/>
            </a:endParaRPr>
          </a:p>
          <a:p>
            <a:pPr eaLnBrk="1" hangingPunct="1">
              <a:spcAft>
                <a:spcPts val="1500"/>
              </a:spcAft>
            </a:pPr>
            <a:r>
              <a:rPr lang="zh-CN" altLang="en-US" dirty="0">
                <a:latin typeface="Times New Roman" panose="02020503050405090304" pitchFamily="18" charset="0"/>
              </a:rPr>
              <a:t>积分调节器到稳态时</a:t>
            </a:r>
            <a:r>
              <a:rPr lang="en-US" altLang="zh-CN" i="1" dirty="0" err="1">
                <a:latin typeface="Times New Roman" panose="02020503050405090304" pitchFamily="18" charset="0"/>
              </a:rPr>
              <a:t>ΔU</a:t>
            </a:r>
            <a:r>
              <a:rPr lang="en-US" altLang="zh-CN" i="1" baseline="-25000" dirty="0" err="1">
                <a:latin typeface="Times New Roman" panose="02020503050405090304" pitchFamily="18" charset="0"/>
              </a:rPr>
              <a:t>n</a:t>
            </a:r>
            <a:r>
              <a:rPr lang="en-US" altLang="zh-CN" dirty="0">
                <a:latin typeface="Times New Roman" panose="02020503050405090304" pitchFamily="18" charset="0"/>
              </a:rPr>
              <a:t> =0</a:t>
            </a:r>
            <a:r>
              <a:rPr lang="zh-CN" altLang="en-US" dirty="0">
                <a:latin typeface="Times New Roman" panose="02020503050405090304" pitchFamily="18" charset="0"/>
              </a:rPr>
              <a:t>，只要历史上有过</a:t>
            </a:r>
            <a:r>
              <a:rPr lang="en-US" altLang="zh-CN" i="1" dirty="0" err="1">
                <a:latin typeface="Times New Roman" panose="02020503050405090304" pitchFamily="18" charset="0"/>
              </a:rPr>
              <a:t>ΔU</a:t>
            </a:r>
            <a:r>
              <a:rPr lang="en-US" altLang="zh-CN" i="1" baseline="-25000" dirty="0" err="1">
                <a:latin typeface="Times New Roman" panose="02020503050405090304" pitchFamily="18" charset="0"/>
              </a:rPr>
              <a:t>n</a:t>
            </a:r>
            <a:r>
              <a:rPr lang="en-US" altLang="zh-CN" dirty="0">
                <a:latin typeface="Times New Roman" panose="02020503050405090304" pitchFamily="18" charset="0"/>
              </a:rPr>
              <a:t> </a:t>
            </a:r>
            <a:r>
              <a:rPr lang="zh-CN" altLang="en-US" dirty="0">
                <a:latin typeface="Times New Roman" panose="02020503050405090304" pitchFamily="18" charset="0"/>
              </a:rPr>
              <a:t>，其积分就有一定数值，足以产生稳态运行所</a:t>
            </a:r>
            <a:r>
              <a:rPr lang="zh-CN" altLang="en-US" b="1" dirty="0">
                <a:solidFill>
                  <a:srgbClr val="FF0000"/>
                </a:solidFill>
                <a:latin typeface="Times New Roman" panose="02020503050405090304" pitchFamily="18" charset="0"/>
              </a:rPr>
              <a:t>需要</a:t>
            </a:r>
            <a:r>
              <a:rPr lang="zh-CN" altLang="en-US" dirty="0">
                <a:latin typeface="Times New Roman" panose="02020503050405090304" pitchFamily="18" charset="0"/>
              </a:rPr>
              <a:t>的控制电压。</a:t>
            </a:r>
            <a:endParaRPr lang="en-US" altLang="zh-CN" dirty="0">
              <a:latin typeface="Times New Roman" panose="02020503050405090304" pitchFamily="18" charset="0"/>
            </a:endParaRPr>
          </a:p>
          <a:p>
            <a:pPr eaLnBrk="1" hangingPunct="1">
              <a:spcAft>
                <a:spcPts val="1500"/>
              </a:spcAft>
            </a:pPr>
            <a:r>
              <a:rPr lang="zh-CN" altLang="en-US" dirty="0">
                <a:latin typeface="Times New Roman" panose="02020503050405090304" pitchFamily="18" charset="0"/>
              </a:rPr>
              <a:t>缺点：</a:t>
            </a:r>
            <a:r>
              <a:rPr lang="zh-CN" altLang="en-US" dirty="0">
                <a:solidFill>
                  <a:srgbClr val="C00000"/>
                </a:solidFill>
                <a:latin typeface="Times New Roman" panose="02020503050405090304" pitchFamily="18" charset="0"/>
              </a:rPr>
              <a:t>响应速度慢！动态性能差！</a:t>
            </a:r>
            <a:endParaRPr lang="zh-CN" altLang="en-US" dirty="0">
              <a:solidFill>
                <a:srgbClr val="C00000"/>
              </a:solidFill>
              <a:latin typeface="Times New Roman" panose="02020503050405090304" pitchFamily="18" charset="0"/>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5" name="Rectangle 2"/>
          <p:cNvSpPr/>
          <p:nvPr>
            <p:ph type="title"/>
          </p:nvPr>
        </p:nvSpPr>
        <p:spPr>
          <a:xfrm>
            <a:off x="683568" y="692696"/>
            <a:ext cx="8162925" cy="701675"/>
          </a:xfrm>
        </p:spPr>
        <p:txBody>
          <a:bodyPr/>
          <a:lstStyle/>
          <a:p>
            <a:pPr eaLnBrk="1" hangingPunct="1"/>
            <a:r>
              <a:rPr lang="en-US" altLang="zh-CN" sz="4000" b="1" dirty="0">
                <a:latin typeface="Times New Roman" panose="02020503050405090304" pitchFamily="18" charset="0"/>
              </a:rPr>
              <a:t>3.2.2</a:t>
            </a:r>
            <a:r>
              <a:rPr lang="zh-CN" altLang="en-US" sz="4000" b="1" dirty="0">
                <a:latin typeface="Times New Roman" panose="02020503050405090304" pitchFamily="18" charset="0"/>
              </a:rPr>
              <a:t>  比例积分控制规律</a:t>
            </a:r>
            <a:endParaRPr lang="zh-CN" altLang="en-US" sz="4000" b="1" dirty="0">
              <a:latin typeface="Times New Roman" panose="02020503050405090304" pitchFamily="18" charset="0"/>
            </a:endParaRPr>
          </a:p>
        </p:txBody>
      </p:sp>
      <p:sp>
        <p:nvSpPr>
          <p:cNvPr id="66566" name="Rectangle 3"/>
          <p:cNvSpPr/>
          <p:nvPr>
            <p:ph idx="1"/>
          </p:nvPr>
        </p:nvSpPr>
        <p:spPr>
          <a:xfrm>
            <a:off x="899592" y="1772816"/>
            <a:ext cx="8110537" cy="4692650"/>
          </a:xfrm>
        </p:spPr>
        <p:txBody>
          <a:bodyPr>
            <a:normAutofit/>
          </a:bodyPr>
          <a:lstStyle/>
          <a:p>
            <a:pPr eaLnBrk="1" hangingPunct="1">
              <a:lnSpc>
                <a:spcPct val="80000"/>
              </a:lnSpc>
            </a:pPr>
            <a:r>
              <a:rPr lang="zh-CN" altLang="en-US" sz="2400" dirty="0">
                <a:latin typeface="Times New Roman" panose="02020503050405090304" pitchFamily="18" charset="0"/>
              </a:rPr>
              <a:t>比例积分调节器（</a:t>
            </a:r>
            <a:r>
              <a:rPr lang="en-US" altLang="zh-CN" sz="2400" dirty="0">
                <a:latin typeface="Times New Roman" panose="02020503050405090304" pitchFamily="18" charset="0"/>
              </a:rPr>
              <a:t>PI</a:t>
            </a:r>
            <a:r>
              <a:rPr lang="zh-CN" altLang="en-US" sz="2400" dirty="0">
                <a:latin typeface="Times New Roman" panose="02020503050405090304" pitchFamily="18" charset="0"/>
              </a:rPr>
              <a:t>调节器）的输入输出关系为</a:t>
            </a:r>
            <a:endParaRPr lang="zh-CN" altLang="en-US" sz="2400" dirty="0">
              <a:latin typeface="Times New Roman" panose="02020503050405090304" pitchFamily="18" charset="0"/>
            </a:endParaRPr>
          </a:p>
          <a:p>
            <a:pPr eaLnBrk="1" hangingPunct="1">
              <a:lnSpc>
                <a:spcPct val="80000"/>
              </a:lnSpc>
              <a:buFont typeface="Wingdings" panose="05000000000000000000" pitchFamily="2" charset="2"/>
              <a:buNone/>
            </a:pPr>
            <a:r>
              <a:rPr lang="zh-CN" altLang="en-US" sz="2400" dirty="0">
                <a:latin typeface="Times New Roman" panose="02020503050405090304" pitchFamily="18" charset="0"/>
              </a:rPr>
              <a:t>						   </a:t>
            </a:r>
            <a:endParaRPr lang="zh-CN" altLang="en-US" sz="2400" dirty="0">
              <a:latin typeface="Times New Roman" panose="02020503050405090304" pitchFamily="18" charset="0"/>
            </a:endParaRPr>
          </a:p>
          <a:p>
            <a:pPr eaLnBrk="1" hangingPunct="1">
              <a:lnSpc>
                <a:spcPct val="80000"/>
              </a:lnSpc>
              <a:buFont typeface="Wingdings" panose="05000000000000000000" pitchFamily="2" charset="2"/>
              <a:buNone/>
            </a:pPr>
            <a:r>
              <a:rPr lang="zh-CN" altLang="en-US" sz="2400" dirty="0">
                <a:latin typeface="Times New Roman" panose="02020503050405090304" pitchFamily="18" charset="0"/>
              </a:rPr>
              <a:t>                                                                                   （</a:t>
            </a:r>
            <a:r>
              <a:rPr lang="en-US" altLang="zh-CN" sz="2400" dirty="0">
                <a:latin typeface="Times New Roman" panose="02020503050405090304" pitchFamily="18" charset="0"/>
              </a:rPr>
              <a:t>3-25</a:t>
            </a:r>
            <a:r>
              <a:rPr lang="zh-CN" altLang="en-US" sz="2400" dirty="0">
                <a:latin typeface="Times New Roman" panose="02020503050405090304" pitchFamily="18" charset="0"/>
              </a:rPr>
              <a:t>）</a:t>
            </a:r>
            <a:endParaRPr lang="zh-CN" altLang="en-US" sz="2400" dirty="0">
              <a:latin typeface="Times New Roman" panose="02020503050405090304" pitchFamily="18" charset="0"/>
            </a:endParaRPr>
          </a:p>
          <a:p>
            <a:pPr eaLnBrk="1" hangingPunct="1">
              <a:lnSpc>
                <a:spcPct val="80000"/>
              </a:lnSpc>
              <a:buFont typeface="Wingdings" panose="05000000000000000000" pitchFamily="2" charset="2"/>
              <a:buNone/>
            </a:pPr>
            <a:endParaRPr lang="en-US" altLang="zh-CN" sz="2400" dirty="0">
              <a:latin typeface="Times New Roman" panose="02020503050405090304" pitchFamily="18" charset="0"/>
            </a:endParaRPr>
          </a:p>
          <a:p>
            <a:pPr eaLnBrk="1" hangingPunct="1">
              <a:lnSpc>
                <a:spcPct val="110000"/>
              </a:lnSpc>
              <a:buFont typeface="Wingdings" panose="05000000000000000000" pitchFamily="2" charset="2"/>
              <a:buNone/>
            </a:pPr>
            <a:r>
              <a:rPr lang="zh-CN" altLang="en-US" sz="2400" dirty="0">
                <a:latin typeface="Times New Roman" panose="02020503050405090304" pitchFamily="18" charset="0"/>
              </a:rPr>
              <a:t>式中，</a:t>
            </a:r>
            <a:r>
              <a:rPr lang="en-US" altLang="zh-CN" sz="2400" i="1" dirty="0" err="1">
                <a:latin typeface="Times New Roman" panose="02020503050405090304" pitchFamily="18" charset="0"/>
              </a:rPr>
              <a:t>U</a:t>
            </a:r>
            <a:r>
              <a:rPr lang="en-US" altLang="zh-CN" sz="2400" i="1" baseline="-25000" dirty="0" err="1">
                <a:latin typeface="Times New Roman" panose="02020503050405090304" pitchFamily="18" charset="0"/>
              </a:rPr>
              <a:t>in</a:t>
            </a:r>
            <a:r>
              <a:rPr lang="en-US" altLang="zh-CN" sz="2400" dirty="0">
                <a:latin typeface="Times New Roman" panose="02020503050405090304" pitchFamily="18" charset="0"/>
              </a:rPr>
              <a:t>——PI</a:t>
            </a:r>
            <a:r>
              <a:rPr lang="zh-CN" altLang="en-US" sz="2400" dirty="0">
                <a:latin typeface="Times New Roman" panose="02020503050405090304" pitchFamily="18" charset="0"/>
              </a:rPr>
              <a:t>调节器的输入，</a:t>
            </a:r>
            <a:r>
              <a:rPr lang="en-US" altLang="zh-CN" sz="2400" i="1" dirty="0" err="1">
                <a:latin typeface="Times New Roman" panose="02020503050405090304" pitchFamily="18" charset="0"/>
              </a:rPr>
              <a:t>U</a:t>
            </a:r>
            <a:r>
              <a:rPr lang="en-US" altLang="zh-CN" sz="2400" i="1" baseline="-25000" dirty="0" err="1">
                <a:latin typeface="Times New Roman" panose="02020503050405090304" pitchFamily="18" charset="0"/>
              </a:rPr>
              <a:t>ex</a:t>
            </a:r>
            <a:r>
              <a:rPr lang="en-US" altLang="zh-CN" sz="2400" dirty="0">
                <a:latin typeface="Times New Roman" panose="02020503050405090304" pitchFamily="18" charset="0"/>
              </a:rPr>
              <a:t>——PI</a:t>
            </a:r>
            <a:r>
              <a:rPr lang="zh-CN" altLang="en-US" sz="2400" dirty="0">
                <a:latin typeface="Times New Roman" panose="02020503050405090304" pitchFamily="18" charset="0"/>
              </a:rPr>
              <a:t>调节器的输出。</a:t>
            </a:r>
            <a:endParaRPr lang="zh-CN" altLang="en-US" sz="2400" dirty="0">
              <a:latin typeface="Times New Roman" panose="02020503050405090304" pitchFamily="18" charset="0"/>
            </a:endParaRPr>
          </a:p>
          <a:p>
            <a:pPr eaLnBrk="1" hangingPunct="1">
              <a:lnSpc>
                <a:spcPct val="110000"/>
              </a:lnSpc>
            </a:pPr>
            <a:r>
              <a:rPr lang="zh-CN" altLang="en-US" sz="2400" dirty="0">
                <a:latin typeface="Times New Roman" panose="02020503050405090304" pitchFamily="18" charset="0"/>
              </a:rPr>
              <a:t>其传递函数为</a:t>
            </a:r>
            <a:endParaRPr lang="zh-CN" altLang="en-US" sz="2400" dirty="0">
              <a:latin typeface="Times New Roman" panose="02020503050405090304" pitchFamily="18" charset="0"/>
            </a:endParaRPr>
          </a:p>
          <a:p>
            <a:pPr eaLnBrk="1" hangingPunct="1">
              <a:lnSpc>
                <a:spcPct val="80000"/>
              </a:lnSpc>
              <a:buFont typeface="Wingdings" panose="05000000000000000000" pitchFamily="2" charset="2"/>
              <a:buNone/>
            </a:pPr>
            <a:r>
              <a:rPr lang="zh-CN" altLang="en-US" sz="2400" dirty="0">
                <a:latin typeface="Times New Roman" panose="02020503050405090304" pitchFamily="18" charset="0"/>
              </a:rPr>
              <a:t>					                                  （</a:t>
            </a:r>
            <a:r>
              <a:rPr lang="en-US" altLang="zh-CN" sz="2400" dirty="0">
                <a:latin typeface="Times New Roman" panose="02020503050405090304" pitchFamily="18" charset="0"/>
              </a:rPr>
              <a:t>3-26</a:t>
            </a:r>
            <a:r>
              <a:rPr lang="zh-CN" altLang="en-US" sz="2400" dirty="0">
                <a:latin typeface="Times New Roman" panose="02020503050405090304" pitchFamily="18" charset="0"/>
              </a:rPr>
              <a:t>）</a:t>
            </a:r>
            <a:endParaRPr lang="zh-CN" altLang="en-US" sz="2400" dirty="0">
              <a:latin typeface="Times New Roman" panose="02020503050405090304" pitchFamily="18" charset="0"/>
            </a:endParaRPr>
          </a:p>
          <a:p>
            <a:pPr>
              <a:lnSpc>
                <a:spcPts val="2800"/>
              </a:lnSpc>
              <a:buNone/>
            </a:pPr>
            <a:r>
              <a:rPr lang="zh-CN" altLang="en-US" sz="2400" dirty="0">
                <a:latin typeface="Times New Roman" panose="02020503050405090304" pitchFamily="18" charset="0"/>
              </a:rPr>
              <a:t>式中，</a:t>
            </a:r>
            <a:r>
              <a:rPr lang="en-US" altLang="zh-CN" sz="2400" i="1" dirty="0" err="1">
                <a:latin typeface="Times New Roman" panose="02020503050405090304" pitchFamily="18" charset="0"/>
              </a:rPr>
              <a:t>K</a:t>
            </a:r>
            <a:r>
              <a:rPr lang="en-US" altLang="zh-CN" sz="2400" i="1" baseline="-25000" dirty="0" err="1">
                <a:latin typeface="Times New Roman" panose="02020503050405090304" pitchFamily="18" charset="0"/>
              </a:rPr>
              <a:t>p</a:t>
            </a:r>
            <a:r>
              <a:rPr lang="en-US" altLang="zh-CN" sz="2400" i="1" dirty="0">
                <a:latin typeface="Times New Roman" panose="02020503050405090304" pitchFamily="18" charset="0"/>
              </a:rPr>
              <a:t> </a:t>
            </a:r>
            <a:r>
              <a:rPr lang="zh-CN" altLang="en-US" sz="2400" i="1" dirty="0">
                <a:latin typeface="Times New Roman" panose="02020503050405090304" pitchFamily="18" charset="0"/>
              </a:rPr>
              <a:t>、</a:t>
            </a:r>
            <a:r>
              <a:rPr lang="en-US" altLang="zh-CN" sz="2400" i="1" dirty="0">
                <a:latin typeface="Times New Roman" panose="02020503050405090304" pitchFamily="18" charset="0"/>
              </a:rPr>
              <a:t>τ</a:t>
            </a:r>
            <a:r>
              <a:rPr lang="en-US" altLang="zh-CN" sz="2400" dirty="0">
                <a:latin typeface="Times New Roman" panose="02020503050405090304" pitchFamily="18" charset="0"/>
              </a:rPr>
              <a:t>——PI</a:t>
            </a:r>
            <a:r>
              <a:rPr lang="zh-CN" altLang="en-US" sz="2400" dirty="0">
                <a:latin typeface="Times New Roman" panose="02020503050405090304" pitchFamily="18" charset="0"/>
              </a:rPr>
              <a:t>调节器的比例放大系数、积分系数</a:t>
            </a:r>
            <a:endParaRPr lang="zh-CN" altLang="en-US" sz="2400" dirty="0">
              <a:latin typeface="Times New Roman" panose="02020503050405090304" pitchFamily="18" charset="0"/>
            </a:endParaRPr>
          </a:p>
        </p:txBody>
      </p:sp>
      <p:sp>
        <p:nvSpPr>
          <p:cNvPr id="66567" name="Rectangle 5"/>
          <p:cNvSpPr/>
          <p:nvPr/>
        </p:nvSpPr>
        <p:spPr bwMode="auto">
          <a:xfrm>
            <a:off x="0" y="3233738"/>
            <a:ext cx="9144000" cy="0"/>
          </a:xfrm>
          <a:prstGeom prst="rect">
            <a:avLst/>
          </a:prstGeom>
          <a:noFill/>
          <a:ln w="9525">
            <a:noFill/>
            <a:miter lim="800000"/>
          </a:ln>
        </p:spPr>
        <p:txBody>
          <a:bodyPr wrap="none" anchor="ctr">
            <a:spAutoFit/>
          </a:bodyPr>
          <a:lstStyle/>
          <a:p>
            <a:endParaRPr lang="zh-CN" altLang="en-US"/>
          </a:p>
        </p:txBody>
      </p:sp>
      <p:graphicFrame>
        <p:nvGraphicFramePr>
          <p:cNvPr id="66562" name="Object 4"/>
          <p:cNvGraphicFramePr>
            <a:graphicFrameLocks noChangeAspect="1"/>
          </p:cNvGraphicFramePr>
          <p:nvPr/>
        </p:nvGraphicFramePr>
        <p:xfrm>
          <a:off x="3024187" y="2132856"/>
          <a:ext cx="3095625" cy="792162"/>
        </p:xfrm>
        <a:graphic>
          <a:graphicData uri="http://schemas.openxmlformats.org/presentationml/2006/ole">
            <mc:AlternateContent xmlns:mc="http://schemas.openxmlformats.org/markup-compatibility/2006">
              <mc:Choice xmlns:v="urn:schemas-microsoft-com:vml" Requires="v">
                <p:oleObj spid="_x0000_s38404" name="公式" r:id="rId1" imgW="1524000" imgH="393700" progId="Equation.3">
                  <p:embed/>
                </p:oleObj>
              </mc:Choice>
              <mc:Fallback>
                <p:oleObj name="公式" r:id="rId1" imgW="1524000" imgH="3937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4187" y="2132856"/>
                        <a:ext cx="3095625" cy="792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568" name="Rectangle 7"/>
          <p:cNvSpPr/>
          <p:nvPr/>
        </p:nvSpPr>
        <p:spPr bwMode="auto">
          <a:xfrm>
            <a:off x="0" y="3219450"/>
            <a:ext cx="9144000" cy="0"/>
          </a:xfrm>
          <a:prstGeom prst="rect">
            <a:avLst/>
          </a:prstGeom>
          <a:noFill/>
          <a:ln w="9525">
            <a:noFill/>
            <a:miter lim="800000"/>
          </a:ln>
        </p:spPr>
        <p:txBody>
          <a:bodyPr wrap="none" anchor="ctr">
            <a:spAutoFit/>
          </a:bodyPr>
          <a:lstStyle/>
          <a:p>
            <a:endParaRPr lang="zh-CN" altLang="en-US"/>
          </a:p>
        </p:txBody>
      </p:sp>
      <p:graphicFrame>
        <p:nvGraphicFramePr>
          <p:cNvPr id="66563" name="Object 6"/>
          <p:cNvGraphicFramePr>
            <a:graphicFrameLocks noChangeAspect="1"/>
          </p:cNvGraphicFramePr>
          <p:nvPr/>
        </p:nvGraphicFramePr>
        <p:xfrm>
          <a:off x="3419872" y="3717032"/>
          <a:ext cx="3384550" cy="796925"/>
        </p:xfrm>
        <a:graphic>
          <a:graphicData uri="http://schemas.openxmlformats.org/presentationml/2006/ole">
            <mc:AlternateContent xmlns:mc="http://schemas.openxmlformats.org/markup-compatibility/2006">
              <mc:Choice xmlns:v="urn:schemas-microsoft-com:vml" Requires="v">
                <p:oleObj spid="_x0000_s2" name="公式" r:id="rId3" imgW="1778000" imgH="419100" progId="Equation.3">
                  <p:embed/>
                </p:oleObj>
              </mc:Choice>
              <mc:Fallback>
                <p:oleObj name="公式" r:id="rId3" imgW="1778000" imgH="4191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9872" y="3717032"/>
                        <a:ext cx="3384550" cy="796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569" name="Rectangle 9"/>
          <p:cNvSpPr/>
          <p:nvPr/>
        </p:nvSpPr>
        <p:spPr bwMode="auto">
          <a:xfrm>
            <a:off x="0" y="3205163"/>
            <a:ext cx="9144000" cy="0"/>
          </a:xfrm>
          <a:prstGeom prst="rect">
            <a:avLst/>
          </a:prstGeom>
          <a:noFill/>
          <a:ln w="9525">
            <a:noFill/>
            <a:miter lim="800000"/>
          </a:ln>
        </p:spPr>
        <p:txBody>
          <a:bodyPr wrap="none" anchor="ctr">
            <a:spAutoFit/>
          </a:bodyPr>
          <a:lstStyle/>
          <a:p>
            <a:endParaRPr lang="zh-CN" altLang="en-US"/>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p:nvPr>
            <p:ph idx="1"/>
          </p:nvPr>
        </p:nvSpPr>
        <p:spPr/>
        <p:txBody>
          <a:bodyPr/>
          <a:lstStyle/>
          <a:p>
            <a:pPr>
              <a:lnSpc>
                <a:spcPct val="110000"/>
              </a:lnSpc>
            </a:pPr>
            <a:r>
              <a:rPr lang="zh-CN" altLang="en-US" dirty="0">
                <a:latin typeface="Times New Roman" panose="02020503050405090304" pitchFamily="18" charset="0"/>
              </a:rPr>
              <a:t>令</a:t>
            </a:r>
            <a:r>
              <a:rPr lang="en-US" altLang="zh-CN" i="1" dirty="0">
                <a:latin typeface="Times New Roman" panose="02020503050405090304" pitchFamily="18" charset="0"/>
              </a:rPr>
              <a:t>τ</a:t>
            </a:r>
            <a:r>
              <a:rPr lang="en-US" altLang="zh-CN" baseline="-25000" dirty="0">
                <a:latin typeface="Times New Roman" panose="02020503050405090304" pitchFamily="18" charset="0"/>
              </a:rPr>
              <a:t>1</a:t>
            </a:r>
            <a:r>
              <a:rPr lang="en-US" altLang="zh-CN" dirty="0">
                <a:latin typeface="Times New Roman" panose="02020503050405090304" pitchFamily="18" charset="0"/>
              </a:rPr>
              <a:t>=</a:t>
            </a:r>
            <a:r>
              <a:rPr lang="en-US" altLang="zh-CN" i="1" dirty="0" err="1">
                <a:latin typeface="Times New Roman" panose="02020503050405090304" pitchFamily="18" charset="0"/>
              </a:rPr>
              <a:t>K</a:t>
            </a:r>
            <a:r>
              <a:rPr lang="en-US" altLang="zh-CN" i="1" baseline="-25000" dirty="0" err="1">
                <a:latin typeface="Times New Roman" panose="02020503050405090304" pitchFamily="18" charset="0"/>
              </a:rPr>
              <a:t>p</a:t>
            </a:r>
            <a:r>
              <a:rPr lang="en-US" altLang="zh-CN" i="1" dirty="0" err="1">
                <a:latin typeface="Times New Roman" panose="02020503050405090304" pitchFamily="18" charset="0"/>
              </a:rPr>
              <a:t>τ</a:t>
            </a:r>
            <a:r>
              <a:rPr lang="zh-CN" altLang="en-US" dirty="0">
                <a:latin typeface="Times New Roman" panose="02020503050405090304" pitchFamily="18" charset="0"/>
              </a:rPr>
              <a:t>，则</a:t>
            </a:r>
            <a:r>
              <a:rPr lang="en-US" altLang="zh-CN" dirty="0">
                <a:latin typeface="Times New Roman" panose="02020503050405090304" pitchFamily="18" charset="0"/>
              </a:rPr>
              <a:t>PI</a:t>
            </a:r>
            <a:r>
              <a:rPr lang="zh-CN" altLang="en-US" dirty="0">
                <a:latin typeface="Times New Roman" panose="02020503050405090304" pitchFamily="18" charset="0"/>
              </a:rPr>
              <a:t>调节器的传递函数也可写成如下形式</a:t>
            </a:r>
            <a:endParaRPr lang="zh-CN" altLang="en-US" dirty="0">
              <a:latin typeface="Times New Roman" panose="02020503050405090304" pitchFamily="18" charset="0"/>
            </a:endParaRPr>
          </a:p>
          <a:p>
            <a:pPr>
              <a:lnSpc>
                <a:spcPct val="110000"/>
              </a:lnSpc>
              <a:buNone/>
            </a:pPr>
            <a:r>
              <a:rPr lang="zh-CN" altLang="en-US" dirty="0">
                <a:latin typeface="Times New Roman" panose="02020503050405090304" pitchFamily="18" charset="0"/>
              </a:rPr>
              <a:t>							   </a:t>
            </a:r>
            <a:endParaRPr lang="zh-CN" altLang="en-US" dirty="0">
              <a:latin typeface="Times New Roman" panose="02020503050405090304" pitchFamily="18" charset="0"/>
            </a:endParaRPr>
          </a:p>
          <a:p>
            <a:pPr>
              <a:lnSpc>
                <a:spcPct val="110000"/>
              </a:lnSpc>
              <a:buNone/>
            </a:pPr>
            <a:r>
              <a:rPr lang="zh-CN" altLang="en-US" dirty="0">
                <a:latin typeface="Times New Roman" panose="02020503050405090304" pitchFamily="18" charset="0"/>
              </a:rPr>
              <a:t>                                                                                   （</a:t>
            </a:r>
            <a:r>
              <a:rPr lang="en-US" altLang="zh-CN" dirty="0">
                <a:latin typeface="Times New Roman" panose="02020503050405090304" pitchFamily="18" charset="0"/>
              </a:rPr>
              <a:t>3-27</a:t>
            </a:r>
            <a:r>
              <a:rPr lang="zh-CN" altLang="en-US" dirty="0">
                <a:latin typeface="Times New Roman" panose="02020503050405090304" pitchFamily="18" charset="0"/>
              </a:rPr>
              <a:t>）</a:t>
            </a:r>
            <a:endParaRPr lang="zh-CN" altLang="en-US" dirty="0">
              <a:latin typeface="Times New Roman" panose="02020503050405090304" pitchFamily="18" charset="0"/>
            </a:endParaRPr>
          </a:p>
          <a:p>
            <a:pPr>
              <a:lnSpc>
                <a:spcPct val="110000"/>
              </a:lnSpc>
              <a:buNone/>
            </a:pPr>
            <a:endParaRPr lang="en-US" altLang="zh-CN" dirty="0">
              <a:latin typeface="Times New Roman" panose="02020503050405090304" pitchFamily="18" charset="0"/>
            </a:endParaRPr>
          </a:p>
          <a:p>
            <a:pPr>
              <a:lnSpc>
                <a:spcPct val="110000"/>
              </a:lnSpc>
              <a:buNone/>
            </a:pPr>
            <a:r>
              <a:rPr lang="zh-CN" altLang="en-US" dirty="0">
                <a:latin typeface="Times New Roman" panose="02020503050405090304" pitchFamily="18" charset="0"/>
              </a:rPr>
              <a:t>式中，</a:t>
            </a:r>
            <a:r>
              <a:rPr lang="en-US" altLang="zh-CN" i="1" dirty="0">
                <a:latin typeface="Times New Roman" panose="02020503050405090304" pitchFamily="18" charset="0"/>
              </a:rPr>
              <a:t>τ</a:t>
            </a:r>
            <a:r>
              <a:rPr lang="en-US" altLang="zh-CN" baseline="-25000" dirty="0">
                <a:latin typeface="Times New Roman" panose="02020503050405090304" pitchFamily="18" charset="0"/>
              </a:rPr>
              <a:t>1</a:t>
            </a:r>
            <a:r>
              <a:rPr lang="en-US" altLang="zh-CN" dirty="0">
                <a:latin typeface="Times New Roman" panose="02020503050405090304" pitchFamily="18" charset="0"/>
              </a:rPr>
              <a:t>——</a:t>
            </a:r>
            <a:r>
              <a:rPr lang="zh-CN" altLang="en-US" dirty="0">
                <a:latin typeface="Times New Roman" panose="02020503050405090304" pitchFamily="18" charset="0"/>
              </a:rPr>
              <a:t>微分项中的超前时间常数。</a:t>
            </a:r>
            <a:endParaRPr lang="zh-CN" altLang="en-US" dirty="0">
              <a:latin typeface="Times New Roman" panose="02020503050405090304" pitchFamily="18" charset="0"/>
            </a:endParaRPr>
          </a:p>
          <a:p>
            <a:endParaRPr lang="zh-CN" altLang="en-US" dirty="0"/>
          </a:p>
        </p:txBody>
      </p:sp>
      <p:graphicFrame>
        <p:nvGraphicFramePr>
          <p:cNvPr id="4" name="对象 3"/>
          <p:cNvGraphicFramePr>
            <a:graphicFrameLocks noChangeAspect="1"/>
          </p:cNvGraphicFramePr>
          <p:nvPr/>
        </p:nvGraphicFramePr>
        <p:xfrm>
          <a:off x="2483768" y="2204864"/>
          <a:ext cx="3600400" cy="1311717"/>
        </p:xfrm>
        <a:graphic>
          <a:graphicData uri="http://schemas.openxmlformats.org/presentationml/2006/ole">
            <mc:AlternateContent xmlns:mc="http://schemas.openxmlformats.org/markup-compatibility/2006">
              <mc:Choice xmlns:v="urn:schemas-microsoft-com:vml" Requires="v">
                <p:oleObj spid="_x0000_s38404" name="公式" r:id="rId1" imgW="1231265" imgH="444500" progId="Equation.3">
                  <p:embed/>
                </p:oleObj>
              </mc:Choice>
              <mc:Fallback>
                <p:oleObj name="公式" r:id="rId1" imgW="1231265" imgH="444500" progId="Equation.3">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8" y="2204864"/>
                        <a:ext cx="3600400" cy="1311717"/>
                      </a:xfrm>
                      <a:prstGeom prst="rect">
                        <a:avLst/>
                      </a:prstGeom>
                      <a:noFill/>
                      <a:ln>
                        <a:noFill/>
                      </a:ln>
                    </p:spPr>
                  </p:pic>
                </p:oleObj>
              </mc:Fallback>
            </mc:AlternateContent>
          </a:graphicData>
        </a:graphic>
      </p:graphicFrame>
      <p:sp>
        <p:nvSpPr>
          <p:cNvPr id="5" name="Rectangle 2"/>
          <p:cNvSpPr/>
          <p:nvPr>
            <p:ph type="title"/>
          </p:nvPr>
        </p:nvSpPr>
        <p:spPr/>
        <p:txBody>
          <a:bodyPr/>
          <a:lstStyle/>
          <a:p>
            <a:pPr eaLnBrk="1" hangingPunct="1"/>
            <a:r>
              <a:rPr lang="en-US" altLang="zh-CN" sz="4000" b="1" dirty="0">
                <a:latin typeface="Times New Roman" panose="02020503050405090304" pitchFamily="18" charset="0"/>
              </a:rPr>
              <a:t>3.2.2</a:t>
            </a:r>
            <a:r>
              <a:rPr lang="zh-CN" altLang="en-US" sz="4000" b="1" dirty="0">
                <a:latin typeface="Times New Roman" panose="02020503050405090304" pitchFamily="18" charset="0"/>
              </a:rPr>
              <a:t>  比例积分控制规律</a:t>
            </a:r>
            <a:endParaRPr lang="zh-CN" altLang="en-US" sz="4000" b="1" dirty="0">
              <a:latin typeface="Times New Roman" panose="02020503050405090304"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9" name="Rectangle 3"/>
          <p:cNvSpPr/>
          <p:nvPr>
            <p:ph idx="1"/>
          </p:nvPr>
        </p:nvSpPr>
        <p:spPr>
          <a:xfrm>
            <a:off x="5003800" y="1916113"/>
            <a:ext cx="4140200" cy="4681537"/>
          </a:xfrm>
        </p:spPr>
        <p:txBody>
          <a:bodyPr/>
          <a:lstStyle/>
          <a:p>
            <a:pPr eaLnBrk="1" hangingPunct="1"/>
            <a:r>
              <a:rPr lang="zh-CN" altLang="en-US" sz="2400" dirty="0">
                <a:latin typeface="Times New Roman" panose="02020503050405090304" pitchFamily="18" charset="0"/>
              </a:rPr>
              <a:t>用运算放大器来实现</a:t>
            </a:r>
            <a:r>
              <a:rPr lang="en-US" altLang="zh-CN" sz="2400" dirty="0">
                <a:latin typeface="Times New Roman" panose="02020503050405090304" pitchFamily="18" charset="0"/>
              </a:rPr>
              <a:t>PI</a:t>
            </a:r>
            <a:r>
              <a:rPr lang="zh-CN" altLang="en-US" sz="2400" dirty="0">
                <a:latin typeface="Times New Roman" panose="02020503050405090304" pitchFamily="18" charset="0"/>
              </a:rPr>
              <a:t>调节器的输入极性和输出极性是反相的；		</a:t>
            </a:r>
            <a:endParaRPr lang="zh-CN" altLang="en-US" sz="2400" dirty="0">
              <a:latin typeface="Times New Roman" panose="02020503050405090304" pitchFamily="18" charset="0"/>
            </a:endParaRPr>
          </a:p>
          <a:p>
            <a:pPr eaLnBrk="1" hangingPunct="1">
              <a:buFont typeface="Wingdings" panose="05000000000000000000" pitchFamily="2" charset="2"/>
              <a:buNone/>
            </a:pPr>
            <a:r>
              <a:rPr lang="zh-CN" altLang="en-US" sz="2400" dirty="0">
                <a:latin typeface="Times New Roman" panose="02020503050405090304" pitchFamily="18" charset="0"/>
              </a:rPr>
              <a:t>                                </a:t>
            </a:r>
            <a:endParaRPr lang="zh-CN" altLang="en-US" sz="2400" dirty="0">
              <a:latin typeface="Times New Roman" panose="02020503050405090304" pitchFamily="18" charset="0"/>
            </a:endParaRPr>
          </a:p>
          <a:p>
            <a:pPr eaLnBrk="1" hangingPunct="1">
              <a:buFont typeface="Wingdings" panose="05000000000000000000" pitchFamily="2" charset="2"/>
              <a:buNone/>
            </a:pPr>
            <a:r>
              <a:rPr lang="zh-CN" altLang="en-US" sz="2400" dirty="0">
                <a:latin typeface="Times New Roman" panose="02020503050405090304" pitchFamily="18" charset="0"/>
              </a:rPr>
              <a:t>                                      </a:t>
            </a:r>
            <a:endParaRPr lang="zh-CN" altLang="en-US" sz="2400" dirty="0">
              <a:latin typeface="Times New Roman" panose="02020503050405090304" pitchFamily="18" charset="0"/>
            </a:endParaRPr>
          </a:p>
          <a:p>
            <a:pPr eaLnBrk="1" hangingPunct="1">
              <a:buFont typeface="Wingdings" panose="05000000000000000000" pitchFamily="2" charset="2"/>
              <a:buNone/>
            </a:pPr>
            <a:r>
              <a:rPr lang="zh-CN" altLang="en-US" sz="2400" dirty="0">
                <a:latin typeface="Times New Roman" panose="02020503050405090304" pitchFamily="18" charset="0"/>
              </a:rPr>
              <a:t>                                        </a:t>
            </a:r>
            <a:r>
              <a:rPr lang="en-US" altLang="zh-CN" sz="2400" dirty="0">
                <a:latin typeface="Times New Roman" panose="02020503050405090304" pitchFamily="18" charset="0"/>
              </a:rPr>
              <a:t>(3-28)</a:t>
            </a:r>
            <a:endParaRPr lang="en-US" altLang="zh-CN" sz="2400" dirty="0">
              <a:latin typeface="Times New Roman" panose="02020503050405090304" pitchFamily="18" charset="0"/>
            </a:endParaRPr>
          </a:p>
          <a:p>
            <a:pPr eaLnBrk="1" hangingPunct="1"/>
            <a:r>
              <a:rPr lang="zh-CN" altLang="en-US" sz="2400" dirty="0">
                <a:latin typeface="Times New Roman" panose="02020503050405090304" pitchFamily="18" charset="0"/>
              </a:rPr>
              <a:t>式中  </a:t>
            </a:r>
            <a:endParaRPr lang="zh-CN" altLang="en-US" sz="2400" dirty="0">
              <a:latin typeface="Times New Roman" panose="02020503050405090304" pitchFamily="18" charset="0"/>
            </a:endParaRPr>
          </a:p>
          <a:p>
            <a:pPr eaLnBrk="1" hangingPunct="1"/>
            <a:endParaRPr lang="zh-CN" altLang="en-US" sz="2400" dirty="0">
              <a:latin typeface="Times New Roman" panose="02020503050405090304" pitchFamily="18" charset="0"/>
            </a:endParaRPr>
          </a:p>
          <a:p>
            <a:pPr eaLnBrk="1" hangingPunct="1">
              <a:buFont typeface="Wingdings" panose="05000000000000000000" pitchFamily="2" charset="2"/>
              <a:buNone/>
            </a:pPr>
            <a:r>
              <a:rPr lang="zh-CN" altLang="en-US" sz="2400" dirty="0">
                <a:latin typeface="Times New Roman" panose="02020503050405090304" pitchFamily="18" charset="0"/>
              </a:rPr>
              <a:t>       </a:t>
            </a:r>
            <a:r>
              <a:rPr lang="en-US" altLang="zh-CN" sz="2400" i="1" dirty="0" err="1">
                <a:latin typeface="Times New Roman" panose="02020503050405090304" pitchFamily="18" charset="0"/>
              </a:rPr>
              <a:t>R</a:t>
            </a:r>
            <a:r>
              <a:rPr lang="en-US" altLang="zh-CN" sz="2400" i="1" baseline="-25000" dirty="0" err="1">
                <a:latin typeface="Times New Roman" panose="02020503050405090304" pitchFamily="18" charset="0"/>
              </a:rPr>
              <a:t>bal</a:t>
            </a:r>
            <a:r>
              <a:rPr lang="zh-CN" altLang="en-US" sz="2400" dirty="0">
                <a:latin typeface="Times New Roman" panose="02020503050405090304" pitchFamily="18" charset="0"/>
              </a:rPr>
              <a:t>为运算放大器同相输入端的平衡电阻。</a:t>
            </a:r>
            <a:endParaRPr lang="zh-CN" altLang="en-US" sz="2400" dirty="0">
              <a:latin typeface="Times New Roman" panose="02020503050405090304" pitchFamily="18" charset="0"/>
            </a:endParaRPr>
          </a:p>
        </p:txBody>
      </p:sp>
      <p:sp>
        <p:nvSpPr>
          <p:cNvPr id="67590" name="Rectangle 5"/>
          <p:cNvSpPr/>
          <p:nvPr/>
        </p:nvSpPr>
        <p:spPr bwMode="auto">
          <a:xfrm>
            <a:off x="0" y="2636838"/>
            <a:ext cx="9144000" cy="0"/>
          </a:xfrm>
          <a:prstGeom prst="rect">
            <a:avLst/>
          </a:prstGeom>
          <a:noFill/>
          <a:ln w="9525">
            <a:noFill/>
            <a:miter lim="800000"/>
          </a:ln>
        </p:spPr>
        <p:txBody>
          <a:bodyPr wrap="none" anchor="ctr">
            <a:spAutoFit/>
          </a:bodyPr>
          <a:lstStyle/>
          <a:p>
            <a:endParaRPr lang="zh-CN" altLang="en-US"/>
          </a:p>
        </p:txBody>
      </p:sp>
      <p:sp>
        <p:nvSpPr>
          <p:cNvPr id="67591" name="Rectangle 6"/>
          <p:cNvSpPr/>
          <p:nvPr/>
        </p:nvSpPr>
        <p:spPr bwMode="auto">
          <a:xfrm>
            <a:off x="179388" y="5191125"/>
            <a:ext cx="3455987" cy="646331"/>
          </a:xfrm>
          <a:prstGeom prst="rect">
            <a:avLst/>
          </a:prstGeom>
          <a:noFill/>
          <a:ln w="9525">
            <a:noFill/>
            <a:miter lim="800000"/>
          </a:ln>
        </p:spPr>
        <p:txBody>
          <a:bodyPr anchor="ctr">
            <a:spAutoFit/>
          </a:bodyPr>
          <a:lstStyle/>
          <a:p>
            <a:r>
              <a:rPr lang="zh-CN" altLang="en-US" dirty="0">
                <a:solidFill>
                  <a:schemeClr val="tx1"/>
                </a:solidFill>
              </a:rPr>
              <a:t>图</a:t>
            </a:r>
            <a:r>
              <a:rPr lang="en-US" altLang="zh-CN" dirty="0">
                <a:solidFill>
                  <a:schemeClr val="tx1"/>
                </a:solidFill>
              </a:rPr>
              <a:t>3-12  </a:t>
            </a:r>
            <a:r>
              <a:rPr lang="zh-CN" altLang="en-US" dirty="0">
                <a:solidFill>
                  <a:schemeClr val="tx1"/>
                </a:solidFill>
              </a:rPr>
              <a:t>比例积分（</a:t>
            </a:r>
            <a:r>
              <a:rPr lang="en-US" altLang="zh-CN" dirty="0">
                <a:solidFill>
                  <a:schemeClr val="tx1"/>
                </a:solidFill>
              </a:rPr>
              <a:t>PI</a:t>
            </a:r>
            <a:r>
              <a:rPr lang="zh-CN" altLang="en-US" dirty="0">
                <a:solidFill>
                  <a:schemeClr val="tx1"/>
                </a:solidFill>
              </a:rPr>
              <a:t>）调节器线路图</a:t>
            </a:r>
            <a:endParaRPr lang="zh-CN" altLang="en-US" dirty="0">
              <a:solidFill>
                <a:schemeClr val="tx1"/>
              </a:solidFill>
            </a:endParaRPr>
          </a:p>
        </p:txBody>
      </p:sp>
      <p:sp>
        <p:nvSpPr>
          <p:cNvPr id="67592" name="Rectangle 9"/>
          <p:cNvSpPr/>
          <p:nvPr/>
        </p:nvSpPr>
        <p:spPr bwMode="auto">
          <a:xfrm>
            <a:off x="0" y="3205163"/>
            <a:ext cx="9144000" cy="0"/>
          </a:xfrm>
          <a:prstGeom prst="rect">
            <a:avLst/>
          </a:prstGeom>
          <a:noFill/>
          <a:ln w="9525">
            <a:noFill/>
            <a:miter lim="800000"/>
          </a:ln>
        </p:spPr>
        <p:txBody>
          <a:bodyPr wrap="none" anchor="ctr">
            <a:spAutoFit/>
          </a:bodyPr>
          <a:lstStyle/>
          <a:p>
            <a:endParaRPr lang="zh-CN" altLang="en-US"/>
          </a:p>
        </p:txBody>
      </p:sp>
      <p:graphicFrame>
        <p:nvGraphicFramePr>
          <p:cNvPr id="67586" name="Object 8"/>
          <p:cNvGraphicFramePr>
            <a:graphicFrameLocks noChangeAspect="1"/>
          </p:cNvGraphicFramePr>
          <p:nvPr/>
        </p:nvGraphicFramePr>
        <p:xfrm>
          <a:off x="5076825" y="3068638"/>
          <a:ext cx="2951163" cy="1482725"/>
        </p:xfrm>
        <a:graphic>
          <a:graphicData uri="http://schemas.openxmlformats.org/presentationml/2006/ole">
            <mc:AlternateContent xmlns:mc="http://schemas.openxmlformats.org/markup-compatibility/2006">
              <mc:Choice xmlns:v="urn:schemas-microsoft-com:vml" Requires="v">
                <p:oleObj spid="_x0000_s38404" name="公式" r:id="rId1" imgW="1676400" imgH="838200" progId="Equation.3">
                  <p:embed/>
                </p:oleObj>
              </mc:Choice>
              <mc:Fallback>
                <p:oleObj name="公式" r:id="rId1" imgW="1676400" imgH="838200" progId="Equation.3">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25" y="3068638"/>
                        <a:ext cx="2951163" cy="1482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7593" name="Rectangle 11"/>
          <p:cNvSpPr/>
          <p:nvPr/>
        </p:nvSpPr>
        <p:spPr bwMode="auto">
          <a:xfrm>
            <a:off x="0" y="3213100"/>
            <a:ext cx="9144000" cy="0"/>
          </a:xfrm>
          <a:prstGeom prst="rect">
            <a:avLst/>
          </a:prstGeom>
          <a:noFill/>
          <a:ln w="9525">
            <a:noFill/>
            <a:miter lim="800000"/>
          </a:ln>
        </p:spPr>
        <p:txBody>
          <a:bodyPr wrap="none" anchor="ctr">
            <a:spAutoFit/>
          </a:bodyPr>
          <a:lstStyle/>
          <a:p>
            <a:endParaRPr lang="zh-CN" altLang="en-US"/>
          </a:p>
        </p:txBody>
      </p:sp>
      <p:graphicFrame>
        <p:nvGraphicFramePr>
          <p:cNvPr id="67587" name="Object 10"/>
          <p:cNvGraphicFramePr>
            <a:graphicFrameLocks noChangeAspect="1"/>
          </p:cNvGraphicFramePr>
          <p:nvPr/>
        </p:nvGraphicFramePr>
        <p:xfrm>
          <a:off x="6011863" y="4581525"/>
          <a:ext cx="1008062" cy="752475"/>
        </p:xfrm>
        <a:graphic>
          <a:graphicData uri="http://schemas.openxmlformats.org/presentationml/2006/ole">
            <mc:AlternateContent xmlns:mc="http://schemas.openxmlformats.org/markup-compatibility/2006">
              <mc:Choice xmlns:v="urn:schemas-microsoft-com:vml" Requires="v">
                <p:oleObj spid="_x0000_s2" name="公式" r:id="rId3" imgW="596900" imgH="444500" progId="Equation.3">
                  <p:embed/>
                </p:oleObj>
              </mc:Choice>
              <mc:Fallback>
                <p:oleObj name="公式" r:id="rId3" imgW="596900" imgH="444500"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1863" y="4581525"/>
                        <a:ext cx="1008062" cy="752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7594" name="Rectangle 13"/>
          <p:cNvSpPr/>
          <p:nvPr/>
        </p:nvSpPr>
        <p:spPr bwMode="auto">
          <a:xfrm>
            <a:off x="0" y="3314700"/>
            <a:ext cx="9144000" cy="0"/>
          </a:xfrm>
          <a:prstGeom prst="rect">
            <a:avLst/>
          </a:prstGeom>
          <a:noFill/>
          <a:ln w="9525">
            <a:noFill/>
            <a:miter lim="800000"/>
          </a:ln>
        </p:spPr>
        <p:txBody>
          <a:bodyPr wrap="none" anchor="ctr">
            <a:spAutoFit/>
          </a:bodyPr>
          <a:lstStyle/>
          <a:p>
            <a:endParaRPr lang="zh-CN" altLang="en-US"/>
          </a:p>
        </p:txBody>
      </p:sp>
      <p:graphicFrame>
        <p:nvGraphicFramePr>
          <p:cNvPr id="67588" name="Object 12"/>
          <p:cNvGraphicFramePr>
            <a:graphicFrameLocks noChangeAspect="1"/>
          </p:cNvGraphicFramePr>
          <p:nvPr/>
        </p:nvGraphicFramePr>
        <p:xfrm>
          <a:off x="7235825" y="4724400"/>
          <a:ext cx="1081088" cy="431800"/>
        </p:xfrm>
        <a:graphic>
          <a:graphicData uri="http://schemas.openxmlformats.org/presentationml/2006/ole">
            <mc:AlternateContent xmlns:mc="http://schemas.openxmlformats.org/markup-compatibility/2006">
              <mc:Choice xmlns:v="urn:schemas-microsoft-com:vml" Requires="v">
                <p:oleObj spid="_x0000_s3" name="公式" r:id="rId5" imgW="571500" imgH="228600" progId="Equation.3">
                  <p:embed/>
                </p:oleObj>
              </mc:Choice>
              <mc:Fallback>
                <p:oleObj name="公式" r:id="rId5" imgW="571500" imgH="228600"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35825" y="4724400"/>
                        <a:ext cx="1081088"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7595" name="Picture 14" descr="0228"/>
          <p:cNvPicPr>
            <a:picLocks noChangeAspect="1" noChangeArrowheads="1"/>
          </p:cNvPicPr>
          <p:nvPr/>
        </p:nvPicPr>
        <p:blipFill>
          <a:blip r:embed="rId7"/>
          <a:srcRect/>
          <a:stretch>
            <a:fillRect/>
          </a:stretch>
        </p:blipFill>
        <p:spPr bwMode="auto">
          <a:xfrm>
            <a:off x="323850" y="1866900"/>
            <a:ext cx="4392613" cy="3016250"/>
          </a:xfrm>
          <a:prstGeom prst="rect">
            <a:avLst/>
          </a:prstGeom>
          <a:noFill/>
          <a:ln w="9525">
            <a:noFill/>
            <a:miter lim="800000"/>
            <a:headEnd/>
            <a:tailEnd/>
          </a:ln>
        </p:spPr>
      </p:pic>
      <p:sp>
        <p:nvSpPr>
          <p:cNvPr id="12" name="Rectangle 2"/>
          <p:cNvSpPr/>
          <p:nvPr>
            <p:ph type="title"/>
          </p:nvPr>
        </p:nvSpPr>
        <p:spPr>
          <a:xfrm>
            <a:off x="683568" y="692696"/>
            <a:ext cx="8162925" cy="701675"/>
          </a:xfrm>
        </p:spPr>
        <p:txBody>
          <a:bodyPr/>
          <a:lstStyle/>
          <a:p>
            <a:pPr eaLnBrk="1" hangingPunct="1"/>
            <a:r>
              <a:rPr lang="en-US" altLang="zh-CN" sz="4000" b="1" dirty="0">
                <a:latin typeface="Times New Roman" panose="02020503050405090304" pitchFamily="18" charset="0"/>
              </a:rPr>
              <a:t>3.2.2</a:t>
            </a:r>
            <a:r>
              <a:rPr lang="zh-CN" altLang="en-US" sz="4000" b="1" dirty="0">
                <a:latin typeface="Times New Roman" panose="02020503050405090304" pitchFamily="18" charset="0"/>
              </a:rPr>
              <a:t>  比例积分控制规律</a:t>
            </a:r>
            <a:endParaRPr lang="zh-CN" altLang="en-US" sz="4000" b="1" dirty="0">
              <a:latin typeface="Times New Roman" panose="02020503050405090304" pitchFamily="18" charset="0"/>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9" name="Rectangle 3"/>
          <p:cNvSpPr/>
          <p:nvPr>
            <p:ph idx="1"/>
          </p:nvPr>
        </p:nvSpPr>
        <p:spPr/>
        <p:txBody>
          <a:bodyPr/>
          <a:lstStyle/>
          <a:p>
            <a:pPr eaLnBrk="1" hangingPunct="1"/>
            <a:r>
              <a:rPr lang="en-US" altLang="zh-CN">
                <a:latin typeface="Times New Roman" panose="02020503050405090304" pitchFamily="18" charset="0"/>
              </a:rPr>
              <a:t>PI</a:t>
            </a:r>
            <a:r>
              <a:rPr lang="zh-CN" altLang="en-US">
                <a:latin typeface="Times New Roman" panose="02020503050405090304" pitchFamily="18" charset="0"/>
              </a:rPr>
              <a:t>控制综合了比例控制和积分控制两种规律的优点，又克服了各自的缺点。</a:t>
            </a:r>
            <a:endParaRPr lang="zh-CN" altLang="en-US">
              <a:latin typeface="Times New Roman" panose="02020503050405090304" pitchFamily="18" charset="0"/>
            </a:endParaRPr>
          </a:p>
          <a:p>
            <a:pPr eaLnBrk="1" hangingPunct="1"/>
            <a:endParaRPr lang="zh-CN" altLang="en-US">
              <a:latin typeface="Times New Roman" panose="02020503050405090304" pitchFamily="18" charset="0"/>
            </a:endParaRPr>
          </a:p>
          <a:p>
            <a:pPr eaLnBrk="1" hangingPunct="1"/>
            <a:r>
              <a:rPr lang="zh-CN" altLang="en-US">
                <a:latin typeface="Times New Roman" panose="02020503050405090304" pitchFamily="18" charset="0"/>
              </a:rPr>
              <a:t>比例部分能迅速响应控制作用，</a:t>
            </a:r>
            <a:endParaRPr lang="zh-CN" altLang="en-US">
              <a:latin typeface="Times New Roman" panose="02020503050405090304" pitchFamily="18" charset="0"/>
            </a:endParaRPr>
          </a:p>
          <a:p>
            <a:pPr eaLnBrk="1" hangingPunct="1"/>
            <a:endParaRPr lang="zh-CN" altLang="en-US">
              <a:latin typeface="Times New Roman" panose="02020503050405090304" pitchFamily="18" charset="0"/>
            </a:endParaRPr>
          </a:p>
          <a:p>
            <a:pPr eaLnBrk="1" hangingPunct="1"/>
            <a:r>
              <a:rPr lang="zh-CN" altLang="en-US">
                <a:latin typeface="Times New Roman" panose="02020503050405090304" pitchFamily="18" charset="0"/>
              </a:rPr>
              <a:t>积分部分则最终消除稳态偏差。</a:t>
            </a:r>
            <a:endParaRPr lang="zh-CN" altLang="en-US">
              <a:latin typeface="Times New Roman" panose="02020503050405090304" pitchFamily="18" charset="0"/>
            </a:endParaRPr>
          </a:p>
        </p:txBody>
      </p:sp>
      <p:sp>
        <p:nvSpPr>
          <p:cNvPr id="4" name="Rectangle 2"/>
          <p:cNvSpPr/>
          <p:nvPr>
            <p:ph type="title"/>
          </p:nvPr>
        </p:nvSpPr>
        <p:spPr/>
        <p:txBody>
          <a:bodyPr/>
          <a:lstStyle/>
          <a:p>
            <a:pPr eaLnBrk="1" hangingPunct="1"/>
            <a:r>
              <a:rPr lang="en-US" altLang="zh-CN" sz="4000" b="1" dirty="0">
                <a:latin typeface="Times New Roman" panose="02020503050405090304" pitchFamily="18" charset="0"/>
              </a:rPr>
              <a:t>3.2.2</a:t>
            </a:r>
            <a:r>
              <a:rPr lang="zh-CN" altLang="en-US" sz="4000" b="1" dirty="0">
                <a:latin typeface="Times New Roman" panose="02020503050405090304" pitchFamily="18" charset="0"/>
              </a:rPr>
              <a:t>  比例积分控制规律</a:t>
            </a:r>
            <a:endParaRPr lang="zh-CN" altLang="en-US" sz="4000" b="1" dirty="0">
              <a:latin typeface="Times New Roman" panose="02020503050405090304" pitchFamily="18" charset="0"/>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3"/>
          <p:cNvSpPr/>
          <p:nvPr>
            <p:ph idx="1"/>
          </p:nvPr>
        </p:nvSpPr>
        <p:spPr>
          <a:xfrm>
            <a:off x="468313" y="1905000"/>
            <a:ext cx="3946525" cy="4191000"/>
          </a:xfrm>
        </p:spPr>
        <p:txBody>
          <a:bodyPr/>
          <a:lstStyle/>
          <a:p>
            <a:pPr eaLnBrk="1" hangingPunct="1">
              <a:lnSpc>
                <a:spcPct val="90000"/>
              </a:lnSpc>
            </a:pPr>
            <a:r>
              <a:rPr lang="zh-CN" altLang="en-US" dirty="0">
                <a:latin typeface="Times New Roman" panose="02020503050405090304" pitchFamily="18" charset="0"/>
              </a:rPr>
              <a:t>在</a:t>
            </a:r>
            <a:r>
              <a:rPr lang="en-US" altLang="zh-CN" i="1" dirty="0">
                <a:latin typeface="Times New Roman" panose="02020503050405090304" pitchFamily="18" charset="0"/>
              </a:rPr>
              <a:t>t</a:t>
            </a:r>
            <a:r>
              <a:rPr lang="en-US" altLang="zh-CN" dirty="0">
                <a:latin typeface="Times New Roman" panose="02020503050405090304" pitchFamily="18" charset="0"/>
              </a:rPr>
              <a:t>=0</a:t>
            </a:r>
            <a:r>
              <a:rPr lang="zh-CN" altLang="en-US" dirty="0">
                <a:latin typeface="Times New Roman" panose="02020503050405090304" pitchFamily="18" charset="0"/>
              </a:rPr>
              <a:t>时就有</a:t>
            </a:r>
            <a:r>
              <a:rPr lang="en-US" altLang="zh-CN" i="1" dirty="0" err="1">
                <a:latin typeface="Times New Roman" panose="02020503050405090304" pitchFamily="18" charset="0"/>
              </a:rPr>
              <a:t>U</a:t>
            </a:r>
            <a:r>
              <a:rPr lang="en-US" altLang="zh-CN" i="1" baseline="-25000" dirty="0" err="1">
                <a:latin typeface="Times New Roman" panose="02020503050405090304" pitchFamily="18" charset="0"/>
              </a:rPr>
              <a:t>ex</a:t>
            </a:r>
            <a:r>
              <a:rPr lang="en-US" altLang="zh-CN" dirty="0">
                <a:latin typeface="Times New Roman" panose="02020503050405090304" pitchFamily="18" charset="0"/>
              </a:rPr>
              <a:t>(</a:t>
            </a:r>
            <a:r>
              <a:rPr lang="en-US" altLang="zh-CN" i="1" dirty="0">
                <a:latin typeface="Times New Roman" panose="02020503050405090304" pitchFamily="18" charset="0"/>
              </a:rPr>
              <a:t>t</a:t>
            </a:r>
            <a:r>
              <a:rPr lang="en-US" altLang="zh-CN" dirty="0">
                <a:latin typeface="Times New Roman" panose="02020503050405090304" pitchFamily="18" charset="0"/>
              </a:rPr>
              <a:t>)=</a:t>
            </a:r>
            <a:r>
              <a:rPr lang="en-US" altLang="zh-CN" i="1" dirty="0" err="1">
                <a:latin typeface="Times New Roman" panose="02020503050405090304" pitchFamily="18" charset="0"/>
              </a:rPr>
              <a:t>K</a:t>
            </a:r>
            <a:r>
              <a:rPr lang="en-US" altLang="zh-CN" i="1" baseline="-25000" dirty="0" err="1">
                <a:latin typeface="Times New Roman" panose="02020503050405090304" pitchFamily="18" charset="0"/>
              </a:rPr>
              <a:t>p</a:t>
            </a:r>
            <a:r>
              <a:rPr lang="en-US" altLang="zh-CN" i="1" dirty="0" err="1">
                <a:latin typeface="Times New Roman" panose="02020503050405090304" pitchFamily="18" charset="0"/>
              </a:rPr>
              <a:t>U</a:t>
            </a:r>
            <a:r>
              <a:rPr lang="en-US" altLang="zh-CN" i="1" baseline="-25000" dirty="0" err="1">
                <a:latin typeface="Times New Roman" panose="02020503050405090304" pitchFamily="18" charset="0"/>
              </a:rPr>
              <a:t>in</a:t>
            </a:r>
            <a:r>
              <a:rPr lang="zh-CN" altLang="en-US" dirty="0">
                <a:latin typeface="Times New Roman" panose="02020503050405090304" pitchFamily="18" charset="0"/>
              </a:rPr>
              <a:t>，实现了快速控制；</a:t>
            </a:r>
            <a:endParaRPr lang="zh-CN" altLang="en-US" dirty="0">
              <a:latin typeface="Times New Roman" panose="02020503050405090304" pitchFamily="18" charset="0"/>
            </a:endParaRPr>
          </a:p>
          <a:p>
            <a:pPr eaLnBrk="1" hangingPunct="1">
              <a:lnSpc>
                <a:spcPct val="90000"/>
              </a:lnSpc>
            </a:pPr>
            <a:r>
              <a:rPr lang="zh-CN" altLang="en-US" dirty="0">
                <a:latin typeface="Times New Roman" panose="02020503050405090304" pitchFamily="18" charset="0"/>
              </a:rPr>
              <a:t>随后</a:t>
            </a:r>
            <a:r>
              <a:rPr lang="en-US" altLang="zh-CN" i="1" dirty="0" err="1">
                <a:latin typeface="Times New Roman" panose="02020503050405090304" pitchFamily="18" charset="0"/>
              </a:rPr>
              <a:t>U</a:t>
            </a:r>
            <a:r>
              <a:rPr lang="en-US" altLang="zh-CN" baseline="-25000" dirty="0" err="1">
                <a:latin typeface="Times New Roman" panose="02020503050405090304" pitchFamily="18" charset="0"/>
              </a:rPr>
              <a:t>ex</a:t>
            </a:r>
            <a:r>
              <a:rPr lang="en-US" altLang="zh-CN" dirty="0">
                <a:latin typeface="Times New Roman" panose="02020503050405090304" pitchFamily="18" charset="0"/>
              </a:rPr>
              <a:t>(</a:t>
            </a:r>
            <a:r>
              <a:rPr lang="en-US" altLang="zh-CN" i="1" dirty="0">
                <a:latin typeface="Times New Roman" panose="02020503050405090304" pitchFamily="18" charset="0"/>
              </a:rPr>
              <a:t>t</a:t>
            </a:r>
            <a:r>
              <a:rPr lang="en-US" altLang="zh-CN" dirty="0">
                <a:latin typeface="Times New Roman" panose="02020503050405090304" pitchFamily="18" charset="0"/>
              </a:rPr>
              <a:t>)</a:t>
            </a:r>
            <a:r>
              <a:rPr lang="zh-CN" altLang="en-US" dirty="0">
                <a:latin typeface="Times New Roman" panose="02020503050405090304" pitchFamily="18" charset="0"/>
              </a:rPr>
              <a:t>按积分规律增长，</a:t>
            </a:r>
            <a:endParaRPr lang="zh-CN" altLang="en-US" dirty="0">
              <a:latin typeface="Times New Roman" panose="02020503050405090304" pitchFamily="18" charset="0"/>
            </a:endParaRPr>
          </a:p>
          <a:p>
            <a:pPr eaLnBrk="1" hangingPunct="1">
              <a:lnSpc>
                <a:spcPct val="90000"/>
              </a:lnSpc>
              <a:buFont typeface="Wingdings" panose="05000000000000000000" pitchFamily="2" charset="2"/>
              <a:buNone/>
            </a:pPr>
            <a:r>
              <a:rPr lang="zh-CN" altLang="en-US" dirty="0">
                <a:latin typeface="Times New Roman" panose="02020503050405090304" pitchFamily="18" charset="0"/>
              </a:rPr>
              <a:t>                                 </a:t>
            </a:r>
            <a:endParaRPr lang="zh-CN" altLang="en-US" dirty="0">
              <a:latin typeface="Times New Roman" panose="02020503050405090304" pitchFamily="18" charset="0"/>
            </a:endParaRPr>
          </a:p>
          <a:p>
            <a:pPr eaLnBrk="1" hangingPunct="1">
              <a:lnSpc>
                <a:spcPct val="90000"/>
              </a:lnSpc>
            </a:pPr>
            <a:r>
              <a:rPr lang="zh-CN" altLang="en-US" dirty="0">
                <a:latin typeface="Times New Roman" panose="02020503050405090304" pitchFamily="18" charset="0"/>
              </a:rPr>
              <a:t>在</a:t>
            </a:r>
            <a:r>
              <a:rPr lang="en-US" altLang="zh-CN" i="1" dirty="0">
                <a:latin typeface="Times New Roman" panose="02020503050405090304" pitchFamily="18" charset="0"/>
              </a:rPr>
              <a:t>t</a:t>
            </a:r>
            <a:r>
              <a:rPr lang="en-US" altLang="zh-CN" dirty="0">
                <a:latin typeface="Times New Roman" panose="02020503050405090304" pitchFamily="18" charset="0"/>
              </a:rPr>
              <a:t>=</a:t>
            </a:r>
            <a:r>
              <a:rPr lang="en-US" altLang="zh-CN" i="1" dirty="0">
                <a:latin typeface="Times New Roman" panose="02020503050405090304" pitchFamily="18" charset="0"/>
              </a:rPr>
              <a:t>t</a:t>
            </a:r>
            <a:r>
              <a:rPr lang="en-US" altLang="zh-CN" baseline="-25000" dirty="0">
                <a:latin typeface="Times New Roman" panose="02020503050405090304" pitchFamily="18" charset="0"/>
              </a:rPr>
              <a:t>1</a:t>
            </a:r>
            <a:r>
              <a:rPr lang="zh-CN" altLang="en-US" dirty="0">
                <a:latin typeface="Times New Roman" panose="02020503050405090304" pitchFamily="18" charset="0"/>
              </a:rPr>
              <a:t>时，</a:t>
            </a:r>
            <a:r>
              <a:rPr lang="en-US" altLang="zh-CN" i="1" dirty="0" err="1">
                <a:latin typeface="Times New Roman" panose="02020503050405090304" pitchFamily="18" charset="0"/>
              </a:rPr>
              <a:t>U</a:t>
            </a:r>
            <a:r>
              <a:rPr lang="en-US" altLang="zh-CN" i="1" baseline="-25000" dirty="0" err="1">
                <a:latin typeface="Times New Roman" panose="02020503050405090304" pitchFamily="18" charset="0"/>
              </a:rPr>
              <a:t>in</a:t>
            </a:r>
            <a:r>
              <a:rPr lang="en-US" altLang="zh-CN" dirty="0">
                <a:latin typeface="Times New Roman" panose="02020503050405090304" pitchFamily="18" charset="0"/>
              </a:rPr>
              <a:t>=0</a:t>
            </a:r>
            <a:r>
              <a:rPr lang="zh-CN" altLang="en-US" dirty="0">
                <a:latin typeface="Times New Roman" panose="02020503050405090304" pitchFamily="18" charset="0"/>
              </a:rPr>
              <a:t>，</a:t>
            </a:r>
            <a:endParaRPr lang="zh-CN" altLang="en-US" dirty="0">
              <a:latin typeface="Times New Roman" panose="02020503050405090304" pitchFamily="18" charset="0"/>
            </a:endParaRPr>
          </a:p>
          <a:p>
            <a:pPr eaLnBrk="1" hangingPunct="1">
              <a:lnSpc>
                <a:spcPct val="90000"/>
              </a:lnSpc>
              <a:buFont typeface="Wingdings" panose="05000000000000000000" pitchFamily="2" charset="2"/>
              <a:buNone/>
            </a:pPr>
            <a:r>
              <a:rPr lang="zh-CN" altLang="en-US" dirty="0">
                <a:latin typeface="Times New Roman" panose="02020503050405090304" pitchFamily="18" charset="0"/>
              </a:rPr>
              <a:t>                      </a:t>
            </a:r>
            <a:endParaRPr lang="zh-CN" altLang="en-US" dirty="0">
              <a:latin typeface="Times New Roman" panose="02020503050405090304" pitchFamily="18" charset="0"/>
            </a:endParaRPr>
          </a:p>
        </p:txBody>
      </p:sp>
      <p:sp>
        <p:nvSpPr>
          <p:cNvPr id="68613" name="Rectangle 4"/>
          <p:cNvSpPr/>
          <p:nvPr/>
        </p:nvSpPr>
        <p:spPr bwMode="auto">
          <a:xfrm>
            <a:off x="0" y="0"/>
            <a:ext cx="9144000" cy="0"/>
          </a:xfrm>
          <a:prstGeom prst="rect">
            <a:avLst/>
          </a:prstGeom>
          <a:noFill/>
          <a:ln w="9525">
            <a:noFill/>
            <a:miter lim="800000"/>
          </a:ln>
        </p:spPr>
        <p:txBody>
          <a:bodyPr wrap="none" anchor="ctr">
            <a:spAutoFit/>
          </a:bodyPr>
          <a:lstStyle/>
          <a:p>
            <a:endParaRPr lang="zh-CN" altLang="en-US"/>
          </a:p>
        </p:txBody>
      </p:sp>
      <p:sp>
        <p:nvSpPr>
          <p:cNvPr id="68614" name="Rectangle 6"/>
          <p:cNvSpPr/>
          <p:nvPr/>
        </p:nvSpPr>
        <p:spPr bwMode="auto">
          <a:xfrm>
            <a:off x="4516438" y="6153150"/>
            <a:ext cx="3427541" cy="369332"/>
          </a:xfrm>
          <a:prstGeom prst="rect">
            <a:avLst/>
          </a:prstGeom>
          <a:noFill/>
          <a:ln w="9525">
            <a:noFill/>
            <a:miter lim="800000"/>
          </a:ln>
        </p:spPr>
        <p:txBody>
          <a:bodyPr wrap="none" anchor="ctr">
            <a:spAutoFit/>
          </a:bodyPr>
          <a:lstStyle/>
          <a:p>
            <a:r>
              <a:rPr lang="zh-CN" altLang="en-US" dirty="0">
                <a:solidFill>
                  <a:schemeClr val="tx1"/>
                </a:solidFill>
              </a:rPr>
              <a:t>图</a:t>
            </a:r>
            <a:r>
              <a:rPr lang="en-US" altLang="zh-CN" dirty="0">
                <a:solidFill>
                  <a:schemeClr val="tx1"/>
                </a:solidFill>
              </a:rPr>
              <a:t>3-13  PI</a:t>
            </a:r>
            <a:r>
              <a:rPr lang="zh-CN" altLang="en-US" dirty="0">
                <a:solidFill>
                  <a:schemeClr val="tx1"/>
                </a:solidFill>
              </a:rPr>
              <a:t>调节器的输入输出特性</a:t>
            </a:r>
            <a:endParaRPr lang="zh-CN" altLang="en-US" dirty="0">
              <a:solidFill>
                <a:schemeClr val="tx1"/>
              </a:solidFill>
            </a:endParaRPr>
          </a:p>
        </p:txBody>
      </p:sp>
      <p:sp>
        <p:nvSpPr>
          <p:cNvPr id="68615" name="Rectangle 7"/>
          <p:cNvSpPr/>
          <p:nvPr/>
        </p:nvSpPr>
        <p:spPr bwMode="auto">
          <a:xfrm>
            <a:off x="0" y="3233738"/>
            <a:ext cx="9144000" cy="0"/>
          </a:xfrm>
          <a:prstGeom prst="rect">
            <a:avLst/>
          </a:prstGeom>
          <a:noFill/>
          <a:ln w="9525">
            <a:noFill/>
            <a:miter lim="800000"/>
          </a:ln>
        </p:spPr>
        <p:txBody>
          <a:bodyPr wrap="none" anchor="ctr">
            <a:spAutoFit/>
          </a:bodyPr>
          <a:lstStyle/>
          <a:p>
            <a:endParaRPr lang="zh-CN" altLang="en-US"/>
          </a:p>
        </p:txBody>
      </p:sp>
      <p:graphicFrame>
        <p:nvGraphicFramePr>
          <p:cNvPr id="68610" name="Object 8"/>
          <p:cNvGraphicFramePr>
            <a:graphicFrameLocks noChangeAspect="1"/>
          </p:cNvGraphicFramePr>
          <p:nvPr/>
        </p:nvGraphicFramePr>
        <p:xfrm>
          <a:off x="1079501" y="3765421"/>
          <a:ext cx="2952750" cy="812800"/>
        </p:xfrm>
        <a:graphic>
          <a:graphicData uri="http://schemas.openxmlformats.org/presentationml/2006/ole">
            <mc:AlternateContent xmlns:mc="http://schemas.openxmlformats.org/markup-compatibility/2006">
              <mc:Choice xmlns:v="urn:schemas-microsoft-com:vml" Requires="v">
                <p:oleObj spid="_x0000_s38404" name="公式" r:id="rId1" imgW="1422400" imgH="393700" progId="Equation.3">
                  <p:embed/>
                </p:oleObj>
              </mc:Choice>
              <mc:Fallback>
                <p:oleObj name="公式" r:id="rId1" imgW="1422400" imgH="393700" progId="Equation.3">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1" y="3765421"/>
                        <a:ext cx="2952750" cy="812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8616" name="Rectangle 9"/>
          <p:cNvSpPr/>
          <p:nvPr/>
        </p:nvSpPr>
        <p:spPr bwMode="auto">
          <a:xfrm>
            <a:off x="0" y="3224213"/>
            <a:ext cx="9144000" cy="0"/>
          </a:xfrm>
          <a:prstGeom prst="rect">
            <a:avLst/>
          </a:prstGeom>
          <a:noFill/>
          <a:ln w="9525">
            <a:noFill/>
            <a:miter lim="800000"/>
          </a:ln>
        </p:spPr>
        <p:txBody>
          <a:bodyPr wrap="none" anchor="ctr">
            <a:spAutoFit/>
          </a:bodyPr>
          <a:lstStyle/>
          <a:p>
            <a:endParaRPr lang="zh-CN" altLang="en-US"/>
          </a:p>
        </p:txBody>
      </p:sp>
      <p:graphicFrame>
        <p:nvGraphicFramePr>
          <p:cNvPr id="68611" name="Object 10"/>
          <p:cNvGraphicFramePr>
            <a:graphicFrameLocks noChangeAspect="1"/>
          </p:cNvGraphicFramePr>
          <p:nvPr/>
        </p:nvGraphicFramePr>
        <p:xfrm>
          <a:off x="1475656" y="5109903"/>
          <a:ext cx="1655763" cy="889000"/>
        </p:xfrm>
        <a:graphic>
          <a:graphicData uri="http://schemas.openxmlformats.org/presentationml/2006/ole">
            <mc:AlternateContent xmlns:mc="http://schemas.openxmlformats.org/markup-compatibility/2006">
              <mc:Choice xmlns:v="urn:schemas-microsoft-com:vml" Requires="v">
                <p:oleObj spid="_x0000_s2" name="公式" r:id="rId3" imgW="761365" imgH="406400" progId="Equation.3">
                  <p:embed/>
                </p:oleObj>
              </mc:Choice>
              <mc:Fallback>
                <p:oleObj name="公式" r:id="rId3" imgW="761365" imgH="406400"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5656" y="5109903"/>
                        <a:ext cx="1655763"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8617" name="Picture 12" descr="0229"/>
          <p:cNvPicPr>
            <a:picLocks noChangeAspect="1" noChangeArrowheads="1"/>
          </p:cNvPicPr>
          <p:nvPr/>
        </p:nvPicPr>
        <p:blipFill>
          <a:blip r:embed="rId5"/>
          <a:srcRect/>
          <a:stretch>
            <a:fillRect/>
          </a:stretch>
        </p:blipFill>
        <p:spPr bwMode="auto">
          <a:xfrm>
            <a:off x="4427538" y="1916113"/>
            <a:ext cx="4321175" cy="4227512"/>
          </a:xfrm>
          <a:prstGeom prst="rect">
            <a:avLst/>
          </a:prstGeom>
          <a:noFill/>
          <a:ln w="9525">
            <a:noFill/>
            <a:miter lim="800000"/>
            <a:headEnd/>
            <a:tailEnd/>
          </a:ln>
        </p:spPr>
      </p:pic>
      <p:sp>
        <p:nvSpPr>
          <p:cNvPr id="10" name="Rectangle 2"/>
          <p:cNvSpPr/>
          <p:nvPr>
            <p:ph type="title"/>
          </p:nvPr>
        </p:nvSpPr>
        <p:spPr>
          <a:xfrm>
            <a:off x="683568" y="692696"/>
            <a:ext cx="8162925" cy="701675"/>
          </a:xfrm>
        </p:spPr>
        <p:txBody>
          <a:bodyPr/>
          <a:lstStyle/>
          <a:p>
            <a:pPr eaLnBrk="1" hangingPunct="1"/>
            <a:r>
              <a:rPr lang="en-US" altLang="zh-CN" sz="4000" b="1" dirty="0">
                <a:latin typeface="Times New Roman" panose="02020503050405090304" pitchFamily="18" charset="0"/>
              </a:rPr>
              <a:t>3.2.2</a:t>
            </a:r>
            <a:r>
              <a:rPr lang="zh-CN" altLang="en-US" sz="4000" b="1" dirty="0">
                <a:latin typeface="Times New Roman" panose="02020503050405090304" pitchFamily="18" charset="0"/>
              </a:rPr>
              <a:t>  比例积分控制规律</a:t>
            </a:r>
            <a:endParaRPr lang="zh-CN" altLang="en-US" sz="4000" b="1" dirty="0">
              <a:latin typeface="Times New Roman" panose="02020503050405090304" pitchFamily="18" charset="0"/>
            </a:endParaRPr>
          </a:p>
        </p:txBody>
      </p:sp>
      <mc:AlternateContent xmlns:mc="http://schemas.openxmlformats.org/markup-compatibility/2006" xmlns:p14="http://schemas.microsoft.com/office/powerpoint/2010/main">
        <mc:Choice Requires="p14">
          <p:contentPart r:id="rId6" p14:bwMode="auto">
            <p14:nvContentPartPr>
              <p14:cNvPr id="3" name="墨迹 2"/>
              <p14:cNvContentPartPr/>
              <p14:nvPr/>
            </p14:nvContentPartPr>
            <p14:xfrm>
              <a:off x="3394276" y="5211397"/>
              <a:ext cx="23670" cy="37240"/>
            </p14:xfrm>
          </p:contentPart>
        </mc:Choice>
        <mc:Fallback xmlns="">
          <p:pic>
            <p:nvPicPr>
              <p:cNvPr id="3" name="墨迹 2"/>
            </p:nvPicPr>
            <p:blipFill>
              <a:blip r:embed="rId7"/>
            </p:blipFill>
            <p:spPr>
              <a:xfrm>
                <a:off x="3394276" y="5211397"/>
                <a:ext cx="23670" cy="3724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4" name="墨迹 3"/>
              <p14:cNvContentPartPr/>
              <p14:nvPr/>
            </p14:nvContentPartPr>
            <p14:xfrm>
              <a:off x="3346153" y="5280904"/>
              <a:ext cx="86863" cy="19359"/>
            </p14:xfrm>
          </p:contentPart>
        </mc:Choice>
        <mc:Fallback xmlns="">
          <p:pic>
            <p:nvPicPr>
              <p:cNvPr id="4" name="墨迹 3"/>
            </p:nvPicPr>
            <p:blipFill>
              <a:blip r:embed="rId9"/>
            </p:blipFill>
            <p:spPr>
              <a:xfrm>
                <a:off x="3346153" y="5280904"/>
                <a:ext cx="86863" cy="19359"/>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5" name="墨迹 4"/>
              <p14:cNvContentPartPr/>
              <p14:nvPr/>
            </p14:nvContentPartPr>
            <p14:xfrm>
              <a:off x="3394276" y="5305641"/>
              <a:ext cx="4301" cy="31191"/>
            </p14:xfrm>
          </p:contentPart>
        </mc:Choice>
        <mc:Fallback xmlns="">
          <p:pic>
            <p:nvPicPr>
              <p:cNvPr id="5" name="墨迹 4"/>
            </p:nvPicPr>
            <p:blipFill>
              <a:blip r:embed="rId11"/>
            </p:blipFill>
            <p:spPr>
              <a:xfrm>
                <a:off x="3394276" y="5305641"/>
                <a:ext cx="4301" cy="31191"/>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6" name="墨迹 5"/>
              <p14:cNvContentPartPr/>
              <p14:nvPr/>
            </p14:nvContentPartPr>
            <p14:xfrm>
              <a:off x="3412579" y="5304566"/>
              <a:ext cx="14004" cy="47323"/>
            </p14:xfrm>
          </p:contentPart>
        </mc:Choice>
        <mc:Fallback xmlns="">
          <p:pic>
            <p:nvPicPr>
              <p:cNvPr id="6" name="墨迹 5"/>
            </p:nvPicPr>
            <p:blipFill>
              <a:blip r:embed="rId13"/>
            </p:blipFill>
            <p:spPr>
              <a:xfrm>
                <a:off x="3412579" y="5304566"/>
                <a:ext cx="14004" cy="47323"/>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7" name="墨迹 6"/>
              <p14:cNvContentPartPr/>
              <p14:nvPr/>
            </p14:nvContentPartPr>
            <p14:xfrm>
              <a:off x="3352728" y="5323926"/>
              <a:ext cx="24346" cy="16133"/>
            </p14:xfrm>
          </p:contentPart>
        </mc:Choice>
        <mc:Fallback xmlns="">
          <p:pic>
            <p:nvPicPr>
              <p:cNvPr id="7" name="墨迹 6"/>
            </p:nvPicPr>
            <p:blipFill>
              <a:blip r:embed="rId15"/>
            </p:blipFill>
            <p:spPr>
              <a:xfrm>
                <a:off x="3352728" y="5323926"/>
                <a:ext cx="24346" cy="16133"/>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8" name="墨迹 7"/>
              <p14:cNvContentPartPr/>
              <p14:nvPr/>
            </p14:nvContentPartPr>
            <p14:xfrm>
              <a:off x="3424415" y="5330379"/>
              <a:ext cx="9987" cy="12906"/>
            </p14:xfrm>
          </p:contentPart>
        </mc:Choice>
        <mc:Fallback xmlns="">
          <p:pic>
            <p:nvPicPr>
              <p:cNvPr id="8" name="墨迹 7"/>
            </p:nvPicPr>
            <p:blipFill>
              <a:blip r:embed="rId17"/>
            </p:blipFill>
            <p:spPr>
              <a:xfrm>
                <a:off x="3424415" y="5330379"/>
                <a:ext cx="9987" cy="12906"/>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9" name="墨迹 8"/>
              <p14:cNvContentPartPr/>
              <p14:nvPr/>
            </p14:nvContentPartPr>
            <p14:xfrm>
              <a:off x="3367051" y="5364796"/>
              <a:ext cx="76733" cy="75288"/>
            </p14:xfrm>
          </p:contentPart>
        </mc:Choice>
        <mc:Fallback xmlns="">
          <p:pic>
            <p:nvPicPr>
              <p:cNvPr id="9" name="墨迹 8"/>
            </p:nvPicPr>
            <p:blipFill>
              <a:blip r:embed="rId19"/>
            </p:blipFill>
            <p:spPr>
              <a:xfrm>
                <a:off x="3367051" y="5364796"/>
                <a:ext cx="76733" cy="75288"/>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1" name="墨迹 10"/>
              <p14:cNvContentPartPr/>
              <p14:nvPr/>
            </p14:nvContentPartPr>
            <p14:xfrm>
              <a:off x="3383542" y="5399213"/>
              <a:ext cx="72078" cy="29039"/>
            </p14:xfrm>
          </p:contentPart>
        </mc:Choice>
        <mc:Fallback xmlns="">
          <p:pic>
            <p:nvPicPr>
              <p:cNvPr id="11" name="墨迹 10"/>
            </p:nvPicPr>
            <p:blipFill>
              <a:blip r:embed="rId21"/>
            </p:blipFill>
            <p:spPr>
              <a:xfrm>
                <a:off x="3383542" y="5399213"/>
                <a:ext cx="72078" cy="29039"/>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12" name="墨迹 11"/>
              <p14:cNvContentPartPr/>
              <p14:nvPr/>
            </p14:nvContentPartPr>
            <p14:xfrm>
              <a:off x="3474954" y="5323926"/>
              <a:ext cx="102287" cy="104663"/>
            </p14:xfrm>
          </p:contentPart>
        </mc:Choice>
        <mc:Fallback xmlns="">
          <p:pic>
            <p:nvPicPr>
              <p:cNvPr id="12" name="墨迹 11"/>
            </p:nvPicPr>
            <p:blipFill>
              <a:blip r:embed="rId23"/>
            </p:blipFill>
            <p:spPr>
              <a:xfrm>
                <a:off x="3474954" y="5323926"/>
                <a:ext cx="102287" cy="104663"/>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13" name="墨迹 12"/>
              <p14:cNvContentPartPr/>
              <p14:nvPr/>
            </p14:nvContentPartPr>
            <p14:xfrm>
              <a:off x="3465287" y="5303759"/>
              <a:ext cx="71011" cy="114074"/>
            </p14:xfrm>
          </p:contentPart>
        </mc:Choice>
        <mc:Fallback xmlns="">
          <p:pic>
            <p:nvPicPr>
              <p:cNvPr id="13" name="墨迹 12"/>
            </p:nvPicPr>
            <p:blipFill>
              <a:blip r:embed="rId25"/>
            </p:blipFill>
            <p:spPr>
              <a:xfrm>
                <a:off x="3465287" y="5303759"/>
                <a:ext cx="71011" cy="114074"/>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14" name="墨迹 13"/>
              <p14:cNvContentPartPr/>
              <p14:nvPr/>
            </p14:nvContentPartPr>
            <p14:xfrm>
              <a:off x="3493258" y="5304566"/>
              <a:ext cx="15069" cy="29039"/>
            </p14:xfrm>
          </p:contentPart>
        </mc:Choice>
        <mc:Fallback xmlns="">
          <p:pic>
            <p:nvPicPr>
              <p:cNvPr id="14" name="墨迹 13"/>
            </p:nvPicPr>
            <p:blipFill>
              <a:blip r:embed="rId27"/>
            </p:blipFill>
            <p:spPr>
              <a:xfrm>
                <a:off x="3493258" y="5304566"/>
                <a:ext cx="15069" cy="29039"/>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15" name="墨迹 14"/>
              <p14:cNvContentPartPr/>
              <p14:nvPr/>
            </p14:nvContentPartPr>
            <p14:xfrm>
              <a:off x="3538466" y="5379853"/>
              <a:ext cx="8601" cy="7529"/>
            </p14:xfrm>
          </p:contentPart>
        </mc:Choice>
        <mc:Fallback xmlns="">
          <p:pic>
            <p:nvPicPr>
              <p:cNvPr id="15" name="墨迹 14"/>
            </p:nvPicPr>
            <p:blipFill>
              <a:blip r:embed="rId29"/>
            </p:blipFill>
            <p:spPr>
              <a:xfrm>
                <a:off x="3538466" y="5379853"/>
                <a:ext cx="8601" cy="7529"/>
              </a:xfrm>
              <a:prstGeom prst="rect"/>
            </p:spPr>
          </p:pic>
        </mc:Fallback>
      </mc:AlternateContent>
      <mc:AlternateContent xmlns:mc="http://schemas.openxmlformats.org/markup-compatibility/2006" xmlns:p14="http://schemas.microsoft.com/office/powerpoint/2010/main">
        <mc:Choice Requires="p14">
          <p:contentPart r:id="rId30" p14:bwMode="auto">
            <p14:nvContentPartPr>
              <p14:cNvPr id="16" name="墨迹 15"/>
              <p14:cNvContentPartPr/>
              <p14:nvPr/>
            </p14:nvContentPartPr>
            <p14:xfrm>
              <a:off x="3617296" y="5335757"/>
              <a:ext cx="58003" cy="11831"/>
            </p14:xfrm>
          </p:contentPart>
        </mc:Choice>
        <mc:Fallback xmlns="">
          <p:pic>
            <p:nvPicPr>
              <p:cNvPr id="16" name="墨迹 15"/>
            </p:nvPicPr>
            <p:blipFill>
              <a:blip r:embed="rId31"/>
            </p:blipFill>
            <p:spPr>
              <a:xfrm>
                <a:off x="3617296" y="5335757"/>
                <a:ext cx="58003" cy="11831"/>
              </a:xfrm>
              <a:prstGeom prst="rect"/>
            </p:spPr>
          </p:pic>
        </mc:Fallback>
      </mc:AlternateContent>
      <mc:AlternateContent xmlns:mc="http://schemas.openxmlformats.org/markup-compatibility/2006" xmlns:p14="http://schemas.microsoft.com/office/powerpoint/2010/main">
        <mc:Choice Requires="p14">
          <p:contentPart r:id="rId32" p14:bwMode="auto">
            <p14:nvContentPartPr>
              <p14:cNvPr id="17" name="墨迹 16"/>
              <p14:cNvContentPartPr/>
              <p14:nvPr/>
            </p14:nvContentPartPr>
            <p14:xfrm>
              <a:off x="3709525" y="5262082"/>
              <a:ext cx="22640" cy="45710"/>
            </p14:xfrm>
          </p:contentPart>
        </mc:Choice>
        <mc:Fallback xmlns="">
          <p:pic>
            <p:nvPicPr>
              <p:cNvPr id="17" name="墨迹 16"/>
            </p:nvPicPr>
            <p:blipFill>
              <a:blip r:embed="rId33"/>
            </p:blipFill>
            <p:spPr>
              <a:xfrm>
                <a:off x="3709525" y="5262082"/>
                <a:ext cx="22640" cy="45710"/>
              </a:xfrm>
              <a:prstGeom prst="rect"/>
            </p:spPr>
          </p:pic>
        </mc:Fallback>
      </mc:AlternateContent>
      <mc:AlternateContent xmlns:mc="http://schemas.openxmlformats.org/markup-compatibility/2006" xmlns:p14="http://schemas.microsoft.com/office/powerpoint/2010/main">
        <mc:Choice Requires="p14">
          <p:contentPart r:id="rId34" p14:bwMode="auto">
            <p14:nvContentPartPr>
              <p14:cNvPr id="18" name="墨迹 17"/>
              <p14:cNvContentPartPr/>
              <p14:nvPr/>
            </p14:nvContentPartPr>
            <p14:xfrm>
              <a:off x="3684789" y="5272300"/>
              <a:ext cx="81779" cy="96798"/>
            </p14:xfrm>
          </p:contentPart>
        </mc:Choice>
        <mc:Fallback xmlns="">
          <p:pic>
            <p:nvPicPr>
              <p:cNvPr id="18" name="墨迹 17"/>
            </p:nvPicPr>
            <p:blipFill>
              <a:blip r:embed="rId35"/>
            </p:blipFill>
            <p:spPr>
              <a:xfrm>
                <a:off x="3684789" y="5272300"/>
                <a:ext cx="81779" cy="96798"/>
              </a:xfrm>
              <a:prstGeom prst="rect"/>
            </p:spPr>
          </p:pic>
        </mc:Fallback>
      </mc:AlternateContent>
      <mc:AlternateContent xmlns:mc="http://schemas.openxmlformats.org/markup-compatibility/2006" xmlns:p14="http://schemas.microsoft.com/office/powerpoint/2010/main">
        <mc:Choice Requires="p14">
          <p:contentPart r:id="rId36" p14:bwMode="auto">
            <p14:nvContentPartPr>
              <p14:cNvPr id="19" name="墨迹 18"/>
              <p14:cNvContentPartPr/>
              <p14:nvPr/>
            </p14:nvContentPartPr>
            <p14:xfrm>
              <a:off x="3725660" y="5306717"/>
              <a:ext cx="58110" cy="8604"/>
            </p14:xfrm>
          </p:contentPart>
        </mc:Choice>
        <mc:Fallback xmlns="">
          <p:pic>
            <p:nvPicPr>
              <p:cNvPr id="19" name="墨迹 18"/>
            </p:nvPicPr>
            <p:blipFill>
              <a:blip r:embed="rId37"/>
            </p:blipFill>
            <p:spPr>
              <a:xfrm>
                <a:off x="3725660" y="5306717"/>
                <a:ext cx="58110" cy="8604"/>
              </a:xfrm>
              <a:prstGeom prst="rect"/>
            </p:spPr>
          </p:pic>
        </mc:Fallback>
      </mc:AlternateContent>
      <mc:AlternateContent xmlns:mc="http://schemas.openxmlformats.org/markup-compatibility/2006" xmlns:p14="http://schemas.microsoft.com/office/powerpoint/2010/main">
        <mc:Choice Requires="p14">
          <p:contentPart r:id="rId38" p14:bwMode="auto">
            <p14:nvContentPartPr>
              <p14:cNvPr id="20" name="墨迹 19"/>
              <p14:cNvContentPartPr/>
              <p14:nvPr/>
            </p14:nvContentPartPr>
            <p14:xfrm>
              <a:off x="3718126" y="5340059"/>
              <a:ext cx="52743" cy="31191"/>
            </p14:xfrm>
          </p:contentPart>
        </mc:Choice>
        <mc:Fallback xmlns="">
          <p:pic>
            <p:nvPicPr>
              <p:cNvPr id="20" name="墨迹 19"/>
            </p:nvPicPr>
            <p:blipFill>
              <a:blip r:embed="rId39"/>
            </p:blipFill>
            <p:spPr>
              <a:xfrm>
                <a:off x="3718126" y="5340059"/>
                <a:ext cx="52743" cy="31191"/>
              </a:xfrm>
              <a:prstGeom prst="rect"/>
            </p:spPr>
          </p:pic>
        </mc:Fallback>
      </mc:AlternateContent>
      <mc:AlternateContent xmlns:mc="http://schemas.openxmlformats.org/markup-compatibility/2006" xmlns:p14="http://schemas.microsoft.com/office/powerpoint/2010/main">
        <mc:Choice Requires="p14">
          <p:contentPart r:id="rId40" p14:bwMode="auto">
            <p14:nvContentPartPr>
              <p14:cNvPr id="21" name="墨迹 20"/>
              <p14:cNvContentPartPr/>
              <p14:nvPr/>
            </p14:nvContentPartPr>
            <p14:xfrm>
              <a:off x="3745030" y="5336160"/>
              <a:ext cx="15070" cy="71659"/>
            </p14:xfrm>
          </p:contentPart>
        </mc:Choice>
        <mc:Fallback xmlns="">
          <p:pic>
            <p:nvPicPr>
              <p:cNvPr id="21" name="墨迹 20"/>
            </p:nvPicPr>
            <p:blipFill>
              <a:blip r:embed="rId41"/>
            </p:blipFill>
            <p:spPr>
              <a:xfrm>
                <a:off x="3745030" y="5336160"/>
                <a:ext cx="15070" cy="71659"/>
              </a:xfrm>
              <a:prstGeom prst="rect"/>
            </p:spPr>
          </p:pic>
        </mc:Fallback>
      </mc:AlternateContent>
      <mc:AlternateContent xmlns:mc="http://schemas.openxmlformats.org/markup-compatibility/2006" xmlns:p14="http://schemas.microsoft.com/office/powerpoint/2010/main">
        <mc:Choice Requires="p14">
          <p:contentPart r:id="rId42" p14:bwMode="auto">
            <p14:nvContentPartPr>
              <p14:cNvPr id="22" name="墨迹 21"/>
              <p14:cNvContentPartPr/>
              <p14:nvPr/>
            </p14:nvContentPartPr>
            <p14:xfrm>
              <a:off x="3713826" y="5382005"/>
              <a:ext cx="11835" cy="23661"/>
            </p14:xfrm>
          </p:contentPart>
        </mc:Choice>
        <mc:Fallback xmlns="">
          <p:pic>
            <p:nvPicPr>
              <p:cNvPr id="22" name="墨迹 21"/>
            </p:nvPicPr>
            <p:blipFill>
              <a:blip r:embed="rId43"/>
            </p:blipFill>
            <p:spPr>
              <a:xfrm>
                <a:off x="3713826" y="5382005"/>
                <a:ext cx="11835" cy="23661"/>
              </a:xfrm>
              <a:prstGeom prst="rect"/>
            </p:spPr>
          </p:pic>
        </mc:Fallback>
      </mc:AlternateContent>
      <mc:AlternateContent xmlns:mc="http://schemas.openxmlformats.org/markup-compatibility/2006" xmlns:p14="http://schemas.microsoft.com/office/powerpoint/2010/main">
        <mc:Choice Requires="p14">
          <p:contentPart r:id="rId44" p14:bwMode="auto">
            <p14:nvContentPartPr>
              <p14:cNvPr id="23" name="墨迹 22"/>
              <p14:cNvContentPartPr/>
              <p14:nvPr/>
            </p14:nvContentPartPr>
            <p14:xfrm>
              <a:off x="3775169" y="5373401"/>
              <a:ext cx="36572" cy="31190"/>
            </p14:xfrm>
          </p:contentPart>
        </mc:Choice>
        <mc:Fallback xmlns="">
          <p:pic>
            <p:nvPicPr>
              <p:cNvPr id="23" name="墨迹 22"/>
            </p:nvPicPr>
            <p:blipFill>
              <a:blip r:embed="rId45"/>
            </p:blipFill>
            <p:spPr>
              <a:xfrm>
                <a:off x="3775169" y="5373401"/>
                <a:ext cx="36572" cy="31190"/>
              </a:xfrm>
              <a:prstGeom prst="rect"/>
            </p:spPr>
          </p:pic>
        </mc:Fallback>
      </mc:AlternateContent>
      <mc:AlternateContent xmlns:mc="http://schemas.openxmlformats.org/markup-compatibility/2006" xmlns:p14="http://schemas.microsoft.com/office/powerpoint/2010/main">
        <mc:Choice Requires="p14">
          <p:contentPart r:id="rId46" p14:bwMode="auto">
            <p14:nvContentPartPr>
              <p14:cNvPr id="24" name="墨迹 23"/>
              <p14:cNvContentPartPr/>
              <p14:nvPr/>
            </p14:nvContentPartPr>
            <p14:xfrm>
              <a:off x="3816823" y="5245411"/>
              <a:ext cx="73464" cy="29039"/>
            </p14:xfrm>
          </p:contentPart>
        </mc:Choice>
        <mc:Fallback xmlns="">
          <p:pic>
            <p:nvPicPr>
              <p:cNvPr id="24" name="墨迹 23"/>
            </p:nvPicPr>
            <p:blipFill>
              <a:blip r:embed="rId47"/>
            </p:blipFill>
            <p:spPr>
              <a:xfrm>
                <a:off x="3816823" y="5245411"/>
                <a:ext cx="73464" cy="29039"/>
              </a:xfrm>
              <a:prstGeom prst="rect"/>
            </p:spPr>
          </p:pic>
        </mc:Fallback>
      </mc:AlternateContent>
      <mc:AlternateContent xmlns:mc="http://schemas.openxmlformats.org/markup-compatibility/2006" xmlns:p14="http://schemas.microsoft.com/office/powerpoint/2010/main">
        <mc:Choice Requires="p14">
          <p:contentPart r:id="rId48" p14:bwMode="auto">
            <p14:nvContentPartPr>
              <p14:cNvPr id="25" name="墨迹 24"/>
              <p14:cNvContentPartPr/>
              <p14:nvPr/>
            </p14:nvContentPartPr>
            <p14:xfrm>
              <a:off x="3814975" y="5247024"/>
              <a:ext cx="52708" cy="87656"/>
            </p14:xfrm>
          </p:contentPart>
        </mc:Choice>
        <mc:Fallback xmlns="">
          <p:pic>
            <p:nvPicPr>
              <p:cNvPr id="25" name="墨迹 24"/>
            </p:nvPicPr>
            <p:blipFill>
              <a:blip r:embed="rId49"/>
            </p:blipFill>
            <p:spPr>
              <a:xfrm>
                <a:off x="3814975" y="5247024"/>
                <a:ext cx="52708" cy="87656"/>
              </a:xfrm>
              <a:prstGeom prst="rect"/>
            </p:spPr>
          </p:pic>
        </mc:Fallback>
      </mc:AlternateContent>
      <mc:AlternateContent xmlns:mc="http://schemas.openxmlformats.org/markup-compatibility/2006" xmlns:p14="http://schemas.microsoft.com/office/powerpoint/2010/main">
        <mc:Choice Requires="p14">
          <p:contentPart r:id="rId50" p14:bwMode="auto">
            <p14:nvContentPartPr>
              <p14:cNvPr id="26" name="墨迹 25"/>
              <p14:cNvContentPartPr/>
              <p14:nvPr/>
            </p14:nvContentPartPr>
            <p14:xfrm>
              <a:off x="3837544" y="5317472"/>
              <a:ext cx="8672" cy="63793"/>
            </p14:xfrm>
          </p:contentPart>
        </mc:Choice>
        <mc:Fallback xmlns="">
          <p:pic>
            <p:nvPicPr>
              <p:cNvPr id="26" name="墨迹 25"/>
            </p:nvPicPr>
            <p:blipFill>
              <a:blip r:embed="rId51"/>
            </p:blipFill>
            <p:spPr>
              <a:xfrm>
                <a:off x="3837544" y="5317472"/>
                <a:ext cx="8672" cy="63793"/>
              </a:xfrm>
              <a:prstGeom prst="rect"/>
            </p:spPr>
          </p:pic>
        </mc:Fallback>
      </mc:AlternateContent>
      <mc:AlternateContent xmlns:mc="http://schemas.openxmlformats.org/markup-compatibility/2006" xmlns:p14="http://schemas.microsoft.com/office/powerpoint/2010/main">
        <mc:Choice Requires="p14">
          <p:contentPart r:id="rId52" p14:bwMode="auto">
            <p14:nvContentPartPr>
              <p14:cNvPr id="27" name="墨迹 26"/>
              <p14:cNvContentPartPr/>
              <p14:nvPr/>
            </p14:nvContentPartPr>
            <p14:xfrm>
              <a:off x="3852613" y="5289508"/>
              <a:ext cx="43076" cy="107554"/>
            </p14:xfrm>
          </p:contentPart>
        </mc:Choice>
        <mc:Fallback xmlns="">
          <p:pic>
            <p:nvPicPr>
              <p:cNvPr id="27" name="墨迹 26"/>
            </p:nvPicPr>
            <p:blipFill>
              <a:blip r:embed="rId53"/>
            </p:blipFill>
            <p:spPr>
              <a:xfrm>
                <a:off x="3852613" y="5289508"/>
                <a:ext cx="43076" cy="107554"/>
              </a:xfrm>
              <a:prstGeom prst="rect"/>
            </p:spPr>
          </p:pic>
        </mc:Fallback>
      </mc:AlternateContent>
      <mc:AlternateContent xmlns:mc="http://schemas.openxmlformats.org/markup-compatibility/2006" xmlns:p14="http://schemas.microsoft.com/office/powerpoint/2010/main">
        <mc:Choice Requires="p14">
          <p:contentPart r:id="rId54" p14:bwMode="auto">
            <p14:nvContentPartPr>
              <p14:cNvPr id="28" name="墨迹 27"/>
              <p14:cNvContentPartPr/>
              <p14:nvPr/>
            </p14:nvContentPartPr>
            <p14:xfrm>
              <a:off x="3852613" y="5320699"/>
              <a:ext cx="20436" cy="3226"/>
            </p14:xfrm>
          </p:contentPart>
        </mc:Choice>
        <mc:Fallback xmlns="">
          <p:pic>
            <p:nvPicPr>
              <p:cNvPr id="28" name="墨迹 27"/>
            </p:nvPicPr>
            <p:blipFill>
              <a:blip r:embed="rId55"/>
            </p:blipFill>
            <p:spPr>
              <a:xfrm>
                <a:off x="3852613" y="5320699"/>
                <a:ext cx="20436" cy="3226"/>
              </a:xfrm>
              <a:prstGeom prst="rect"/>
            </p:spPr>
          </p:pic>
        </mc:Fallback>
      </mc:AlternateContent>
      <mc:AlternateContent xmlns:mc="http://schemas.openxmlformats.org/markup-compatibility/2006" xmlns:p14="http://schemas.microsoft.com/office/powerpoint/2010/main">
        <mc:Choice Requires="p14">
          <p:contentPart r:id="rId56" p14:bwMode="auto">
            <p14:nvContentPartPr>
              <p14:cNvPr id="29" name="墨迹 28"/>
              <p14:cNvContentPartPr/>
              <p14:nvPr/>
            </p14:nvContentPartPr>
            <p14:xfrm>
              <a:off x="3851938" y="5349739"/>
              <a:ext cx="22213" cy="4301"/>
            </p14:xfrm>
          </p:contentPart>
        </mc:Choice>
        <mc:Fallback xmlns="">
          <p:pic>
            <p:nvPicPr>
              <p:cNvPr id="29" name="墨迹 28"/>
            </p:nvPicPr>
            <p:blipFill>
              <a:blip r:embed="rId57"/>
            </p:blipFill>
            <p:spPr>
              <a:xfrm>
                <a:off x="3851938" y="5349739"/>
                <a:ext cx="22213" cy="4301"/>
              </a:xfrm>
              <a:prstGeom prst="rect"/>
            </p:spPr>
          </p:pic>
        </mc:Fallback>
      </mc:AlternateContent>
      <mc:AlternateContent xmlns:mc="http://schemas.openxmlformats.org/markup-compatibility/2006" xmlns:p14="http://schemas.microsoft.com/office/powerpoint/2010/main">
        <mc:Choice Requires="p14">
          <p:contentPart r:id="rId58" p14:bwMode="auto">
            <p14:nvContentPartPr>
              <p14:cNvPr id="30" name="墨迹 29"/>
              <p14:cNvContentPartPr/>
              <p14:nvPr/>
            </p14:nvContentPartPr>
            <p14:xfrm>
              <a:off x="3816042" y="5390609"/>
              <a:ext cx="119417" cy="17209"/>
            </p14:xfrm>
          </p:contentPart>
        </mc:Choice>
        <mc:Fallback xmlns="">
          <p:pic>
            <p:nvPicPr>
              <p:cNvPr id="30" name="墨迹 29"/>
            </p:nvPicPr>
            <p:blipFill>
              <a:blip r:embed="rId59"/>
            </p:blipFill>
            <p:spPr>
              <a:xfrm>
                <a:off x="3816042" y="5390609"/>
                <a:ext cx="119417" cy="17209"/>
              </a:xfrm>
              <a:prstGeom prst="rect"/>
            </p:spPr>
          </p:pic>
        </mc:Fallback>
      </mc:AlternateContent>
      <mc:AlternateContent xmlns:mc="http://schemas.openxmlformats.org/markup-compatibility/2006" xmlns:p14="http://schemas.microsoft.com/office/powerpoint/2010/main">
        <mc:Choice Requires="p14">
          <p:contentPart r:id="rId60" p14:bwMode="auto">
            <p14:nvContentPartPr>
              <p14:cNvPr id="31" name="墨迹 30"/>
              <p14:cNvContentPartPr/>
              <p14:nvPr/>
            </p14:nvContentPartPr>
            <p14:xfrm>
              <a:off x="3928671" y="5244336"/>
              <a:ext cx="27224" cy="151987"/>
            </p14:xfrm>
          </p:contentPart>
        </mc:Choice>
        <mc:Fallback xmlns="">
          <p:pic>
            <p:nvPicPr>
              <p:cNvPr id="31" name="墨迹 30"/>
            </p:nvPicPr>
            <p:blipFill>
              <a:blip r:embed="rId61"/>
            </p:blipFill>
            <p:spPr>
              <a:xfrm>
                <a:off x="3928671" y="5244336"/>
                <a:ext cx="27224" cy="151987"/>
              </a:xfrm>
              <a:prstGeom prst="rect"/>
            </p:spPr>
          </p:pic>
        </mc:Fallback>
      </mc:AlternateContent>
      <mc:AlternateContent xmlns:mc="http://schemas.openxmlformats.org/markup-compatibility/2006" xmlns:p14="http://schemas.microsoft.com/office/powerpoint/2010/main">
        <mc:Choice Requires="p14">
          <p:contentPart r:id="rId62" p14:bwMode="auto">
            <p14:nvContentPartPr>
              <p14:cNvPr id="32" name="墨迹 31"/>
              <p14:cNvContentPartPr/>
              <p14:nvPr/>
            </p14:nvContentPartPr>
            <p14:xfrm>
              <a:off x="3967660" y="5273375"/>
              <a:ext cx="39877" cy="26888"/>
            </p14:xfrm>
          </p:contentPart>
        </mc:Choice>
        <mc:Fallback xmlns="">
          <p:pic>
            <p:nvPicPr>
              <p:cNvPr id="32" name="墨迹 31"/>
            </p:nvPicPr>
            <p:blipFill>
              <a:blip r:embed="rId63"/>
            </p:blipFill>
            <p:spPr>
              <a:xfrm>
                <a:off x="3967660" y="5273375"/>
                <a:ext cx="39877" cy="26888"/>
              </a:xfrm>
              <a:prstGeom prst="rect"/>
            </p:spPr>
          </p:pic>
        </mc:Fallback>
      </mc:AlternateContent>
      <mc:AlternateContent xmlns:mc="http://schemas.openxmlformats.org/markup-compatibility/2006" xmlns:p14="http://schemas.microsoft.com/office/powerpoint/2010/main">
        <mc:Choice Requires="p14">
          <p:contentPart r:id="rId64" p14:bwMode="auto">
            <p14:nvContentPartPr>
              <p14:cNvPr id="33" name="墨迹 32"/>
              <p14:cNvContentPartPr/>
              <p14:nvPr/>
            </p14:nvContentPartPr>
            <p14:xfrm>
              <a:off x="3967233" y="5309943"/>
              <a:ext cx="18801" cy="34753"/>
            </p14:xfrm>
          </p:contentPart>
        </mc:Choice>
        <mc:Fallback xmlns="">
          <p:pic>
            <p:nvPicPr>
              <p:cNvPr id="33" name="墨迹 32"/>
            </p:nvPicPr>
            <p:blipFill>
              <a:blip r:embed="rId65"/>
            </p:blipFill>
            <p:spPr>
              <a:xfrm>
                <a:off x="3967233" y="5309943"/>
                <a:ext cx="18801" cy="34753"/>
              </a:xfrm>
              <a:prstGeom prst="rect"/>
            </p:spPr>
          </p:pic>
        </mc:Fallback>
      </mc:AlternateContent>
      <mc:AlternateContent xmlns:mc="http://schemas.openxmlformats.org/markup-compatibility/2006" xmlns:p14="http://schemas.microsoft.com/office/powerpoint/2010/main">
        <mc:Choice Requires="p14">
          <p:contentPart r:id="rId66" p14:bwMode="auto">
            <p14:nvContentPartPr>
              <p14:cNvPr id="34" name="墨迹 33"/>
              <p14:cNvContentPartPr/>
              <p14:nvPr/>
            </p14:nvContentPartPr>
            <p14:xfrm>
              <a:off x="3975265" y="5235731"/>
              <a:ext cx="58110" cy="159180"/>
            </p14:xfrm>
          </p:contentPart>
        </mc:Choice>
        <mc:Fallback xmlns="">
          <p:pic>
            <p:nvPicPr>
              <p:cNvPr id="34" name="墨迹 33"/>
            </p:nvPicPr>
            <p:blipFill>
              <a:blip r:embed="rId67"/>
            </p:blipFill>
            <p:spPr>
              <a:xfrm>
                <a:off x="3975265" y="5235731"/>
                <a:ext cx="58110" cy="159180"/>
              </a:xfrm>
              <a:prstGeom prst="rect"/>
            </p:spPr>
          </p:pic>
        </mc:Fallback>
      </mc:AlternateContent>
      <mc:AlternateContent xmlns:mc="http://schemas.openxmlformats.org/markup-compatibility/2006" xmlns:p14="http://schemas.microsoft.com/office/powerpoint/2010/main">
        <mc:Choice Requires="p14">
          <p:contentPart r:id="rId68" p14:bwMode="auto">
            <p14:nvContentPartPr>
              <p14:cNvPr id="35" name="墨迹 34"/>
              <p14:cNvContentPartPr/>
              <p14:nvPr/>
            </p14:nvContentPartPr>
            <p14:xfrm>
              <a:off x="3973133" y="5345436"/>
              <a:ext cx="51641" cy="46786"/>
            </p14:xfrm>
          </p:contentPart>
        </mc:Choice>
        <mc:Fallback xmlns="">
          <p:pic>
            <p:nvPicPr>
              <p:cNvPr id="35" name="墨迹 34"/>
            </p:nvPicPr>
            <p:blipFill>
              <a:blip r:embed="rId69"/>
            </p:blipFill>
            <p:spPr>
              <a:xfrm>
                <a:off x="3973133" y="5345436"/>
                <a:ext cx="51641" cy="46786"/>
              </a:xfrm>
              <a:prstGeom prst="rect"/>
            </p:spPr>
          </p:pic>
        </mc:Fallback>
      </mc:AlternateContent>
      <mc:AlternateContent xmlns:mc="http://schemas.openxmlformats.org/markup-compatibility/2006" xmlns:p14="http://schemas.microsoft.com/office/powerpoint/2010/main">
        <mc:Choice Requires="p14">
          <p:contentPart r:id="rId70" p14:bwMode="auto">
            <p14:nvContentPartPr>
              <p14:cNvPr id="36" name="墨迹 35"/>
              <p14:cNvContentPartPr/>
              <p14:nvPr/>
            </p14:nvContentPartPr>
            <p14:xfrm>
              <a:off x="3981734" y="5207767"/>
              <a:ext cx="19370" cy="16133"/>
            </p14:xfrm>
          </p:contentPart>
        </mc:Choice>
        <mc:Fallback xmlns="">
          <p:pic>
            <p:nvPicPr>
              <p:cNvPr id="36" name="墨迹 35"/>
            </p:nvPicPr>
            <p:blipFill>
              <a:blip r:embed="rId71"/>
            </p:blipFill>
            <p:spPr>
              <a:xfrm>
                <a:off x="3981734" y="5207767"/>
                <a:ext cx="19370" cy="16133"/>
              </a:xfrm>
              <a:prstGeom prst="rect"/>
            </p:spPr>
          </p:pic>
        </mc:Fallback>
      </mc:AlternateContent>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3"/>
          <p:cNvSpPr/>
          <p:nvPr>
            <p:ph idx="1"/>
          </p:nvPr>
        </p:nvSpPr>
        <p:spPr>
          <a:xfrm>
            <a:off x="250825" y="1773238"/>
            <a:ext cx="4321175" cy="4679950"/>
          </a:xfrm>
        </p:spPr>
        <p:txBody>
          <a:bodyPr/>
          <a:lstStyle/>
          <a:p>
            <a:pPr eaLnBrk="1" hangingPunct="1">
              <a:lnSpc>
                <a:spcPct val="80000"/>
              </a:lnSpc>
            </a:pPr>
            <a:r>
              <a:rPr lang="zh-CN" altLang="en-US" dirty="0">
                <a:latin typeface="Times New Roman" panose="02020503050405090304" pitchFamily="18" charset="0"/>
              </a:rPr>
              <a:t>在闭环调速系统中，采用</a:t>
            </a:r>
            <a:r>
              <a:rPr lang="en-US" altLang="zh-CN" dirty="0">
                <a:latin typeface="Times New Roman" panose="02020503050405090304" pitchFamily="18" charset="0"/>
              </a:rPr>
              <a:t>PI</a:t>
            </a:r>
            <a:r>
              <a:rPr lang="zh-CN" altLang="en-US" dirty="0">
                <a:latin typeface="Times New Roman" panose="02020503050405090304" pitchFamily="18" charset="0"/>
              </a:rPr>
              <a:t>调节器输出部分</a:t>
            </a:r>
            <a:r>
              <a:rPr lang="en-US" altLang="zh-CN" i="1" dirty="0" err="1">
                <a:latin typeface="Times New Roman" panose="02020503050405090304" pitchFamily="18" charset="0"/>
              </a:rPr>
              <a:t>U</a:t>
            </a:r>
            <a:r>
              <a:rPr lang="en-US" altLang="zh-CN" i="1" baseline="-25000" dirty="0" err="1">
                <a:latin typeface="Times New Roman" panose="02020503050405090304" pitchFamily="18" charset="0"/>
              </a:rPr>
              <a:t>c</a:t>
            </a:r>
            <a:r>
              <a:rPr lang="zh-CN" altLang="en-US" dirty="0">
                <a:latin typeface="Times New Roman" panose="02020503050405090304" pitchFamily="18" charset="0"/>
              </a:rPr>
              <a:t>由两部分组成，</a:t>
            </a:r>
            <a:endParaRPr lang="zh-CN" altLang="en-US" dirty="0">
              <a:latin typeface="Times New Roman" panose="02020503050405090304" pitchFamily="18" charset="0"/>
            </a:endParaRPr>
          </a:p>
          <a:p>
            <a:pPr eaLnBrk="1" hangingPunct="1">
              <a:lnSpc>
                <a:spcPct val="80000"/>
              </a:lnSpc>
            </a:pPr>
            <a:r>
              <a:rPr lang="zh-CN" altLang="en-US" dirty="0">
                <a:latin typeface="Times New Roman" panose="02020503050405090304" pitchFamily="18" charset="0"/>
              </a:rPr>
              <a:t>比例部分①和</a:t>
            </a:r>
            <a:r>
              <a:rPr lang="en-US" altLang="zh-CN" i="1" dirty="0" err="1">
                <a:latin typeface="Times New Roman" panose="02020503050405090304" pitchFamily="18" charset="0"/>
              </a:rPr>
              <a:t>ΔU</a:t>
            </a:r>
            <a:r>
              <a:rPr lang="en-US" altLang="zh-CN" i="1" baseline="-25000" dirty="0" err="1">
                <a:latin typeface="Times New Roman" panose="02020503050405090304" pitchFamily="18" charset="0"/>
              </a:rPr>
              <a:t>n</a:t>
            </a:r>
            <a:r>
              <a:rPr lang="zh-CN" altLang="en-US" dirty="0">
                <a:latin typeface="Times New Roman" panose="02020503050405090304" pitchFamily="18" charset="0"/>
              </a:rPr>
              <a:t>成正比，</a:t>
            </a:r>
            <a:endParaRPr lang="zh-CN" altLang="en-US" dirty="0">
              <a:latin typeface="Times New Roman" panose="02020503050405090304" pitchFamily="18" charset="0"/>
            </a:endParaRPr>
          </a:p>
          <a:p>
            <a:pPr eaLnBrk="1" hangingPunct="1">
              <a:lnSpc>
                <a:spcPct val="80000"/>
              </a:lnSpc>
            </a:pPr>
            <a:r>
              <a:rPr lang="zh-CN" altLang="en-US" dirty="0">
                <a:latin typeface="Times New Roman" panose="02020503050405090304" pitchFamily="18" charset="0"/>
              </a:rPr>
              <a:t>积分部分②表示了从</a:t>
            </a:r>
            <a:r>
              <a:rPr lang="en-US" altLang="zh-CN" i="1" dirty="0">
                <a:latin typeface="Times New Roman" panose="02020503050405090304" pitchFamily="18" charset="0"/>
              </a:rPr>
              <a:t>t</a:t>
            </a:r>
            <a:r>
              <a:rPr lang="en-US" altLang="zh-CN" dirty="0">
                <a:latin typeface="Times New Roman" panose="02020503050405090304" pitchFamily="18" charset="0"/>
              </a:rPr>
              <a:t>=0</a:t>
            </a:r>
            <a:r>
              <a:rPr lang="zh-CN" altLang="en-US" dirty="0">
                <a:latin typeface="Times New Roman" panose="02020503050405090304" pitchFamily="18" charset="0"/>
              </a:rPr>
              <a:t>到此时刻对</a:t>
            </a:r>
            <a:r>
              <a:rPr lang="en-US" altLang="zh-CN" i="1" dirty="0" err="1">
                <a:latin typeface="Times New Roman" panose="02020503050405090304" pitchFamily="18" charset="0"/>
              </a:rPr>
              <a:t>ΔU</a:t>
            </a:r>
            <a:r>
              <a:rPr lang="en-US" altLang="zh-CN" i="1" baseline="-25000" dirty="0" err="1">
                <a:latin typeface="Times New Roman" panose="02020503050405090304" pitchFamily="18" charset="0"/>
              </a:rPr>
              <a:t>n</a:t>
            </a:r>
            <a:r>
              <a:rPr lang="en-US" altLang="zh-CN" dirty="0">
                <a:latin typeface="Times New Roman" panose="02020503050405090304" pitchFamily="18" charset="0"/>
              </a:rPr>
              <a:t>(</a:t>
            </a:r>
            <a:r>
              <a:rPr lang="en-US" altLang="zh-CN" i="1" dirty="0">
                <a:latin typeface="Times New Roman" panose="02020503050405090304" pitchFamily="18" charset="0"/>
              </a:rPr>
              <a:t>t</a:t>
            </a:r>
            <a:r>
              <a:rPr lang="en-US" altLang="zh-CN" dirty="0">
                <a:latin typeface="Times New Roman" panose="02020503050405090304" pitchFamily="18" charset="0"/>
              </a:rPr>
              <a:t>)</a:t>
            </a:r>
            <a:r>
              <a:rPr lang="zh-CN" altLang="en-US" dirty="0">
                <a:latin typeface="Times New Roman" panose="02020503050405090304" pitchFamily="18" charset="0"/>
              </a:rPr>
              <a:t>的积分值，</a:t>
            </a:r>
            <a:endParaRPr lang="zh-CN" altLang="en-US" dirty="0">
              <a:latin typeface="Times New Roman" panose="02020503050405090304" pitchFamily="18" charset="0"/>
            </a:endParaRPr>
          </a:p>
          <a:p>
            <a:pPr eaLnBrk="1" hangingPunct="1">
              <a:lnSpc>
                <a:spcPct val="80000"/>
              </a:lnSpc>
            </a:pPr>
            <a:r>
              <a:rPr lang="en-US" altLang="zh-CN" i="1" dirty="0" err="1">
                <a:latin typeface="Times New Roman" panose="02020503050405090304" pitchFamily="18" charset="0"/>
              </a:rPr>
              <a:t>U</a:t>
            </a:r>
            <a:r>
              <a:rPr lang="en-US" altLang="zh-CN" i="1" baseline="-25000" dirty="0" err="1">
                <a:latin typeface="Times New Roman" panose="02020503050405090304" pitchFamily="18" charset="0"/>
              </a:rPr>
              <a:t>c</a:t>
            </a:r>
            <a:r>
              <a:rPr lang="zh-CN" altLang="en-US" dirty="0">
                <a:latin typeface="Times New Roman" panose="02020503050405090304" pitchFamily="18" charset="0"/>
              </a:rPr>
              <a:t>是这两部分之和。</a:t>
            </a:r>
            <a:endParaRPr lang="zh-CN" altLang="en-US" dirty="0">
              <a:latin typeface="Times New Roman" panose="02020503050405090304" pitchFamily="18" charset="0"/>
            </a:endParaRPr>
          </a:p>
        </p:txBody>
      </p:sp>
      <p:sp>
        <p:nvSpPr>
          <p:cNvPr id="199683" name="Rectangle 4"/>
          <p:cNvSpPr/>
          <p:nvPr/>
        </p:nvSpPr>
        <p:spPr bwMode="auto">
          <a:xfrm>
            <a:off x="0" y="0"/>
            <a:ext cx="9144000" cy="0"/>
          </a:xfrm>
          <a:prstGeom prst="rect">
            <a:avLst/>
          </a:prstGeom>
          <a:noFill/>
          <a:ln w="9525">
            <a:noFill/>
            <a:miter lim="800000"/>
          </a:ln>
        </p:spPr>
        <p:txBody>
          <a:bodyPr wrap="none" anchor="ctr">
            <a:spAutoFit/>
          </a:bodyPr>
          <a:lstStyle/>
          <a:p>
            <a:endParaRPr lang="zh-CN" altLang="en-US"/>
          </a:p>
        </p:txBody>
      </p:sp>
      <p:sp>
        <p:nvSpPr>
          <p:cNvPr id="199684" name="Rectangle 6"/>
          <p:cNvSpPr/>
          <p:nvPr/>
        </p:nvSpPr>
        <p:spPr bwMode="auto">
          <a:xfrm>
            <a:off x="5292080" y="5323580"/>
            <a:ext cx="2736304" cy="646331"/>
          </a:xfrm>
          <a:prstGeom prst="rect">
            <a:avLst/>
          </a:prstGeom>
          <a:noFill/>
          <a:ln w="9525">
            <a:noFill/>
            <a:miter lim="800000"/>
          </a:ln>
        </p:spPr>
        <p:txBody>
          <a:bodyPr wrap="square" anchor="ctr">
            <a:spAutoFit/>
          </a:bodyPr>
          <a:lstStyle/>
          <a:p>
            <a:r>
              <a:rPr lang="zh-CN" altLang="en-US" dirty="0">
                <a:solidFill>
                  <a:schemeClr val="tx1"/>
                </a:solidFill>
              </a:rPr>
              <a:t>图</a:t>
            </a:r>
            <a:r>
              <a:rPr lang="en-US" altLang="zh-CN" dirty="0">
                <a:solidFill>
                  <a:schemeClr val="tx1"/>
                </a:solidFill>
              </a:rPr>
              <a:t>3-14 </a:t>
            </a:r>
            <a:r>
              <a:rPr lang="zh-CN" altLang="en-US" dirty="0">
                <a:solidFill>
                  <a:schemeClr val="tx1"/>
                </a:solidFill>
              </a:rPr>
              <a:t>闭环系统中</a:t>
            </a:r>
            <a:r>
              <a:rPr lang="en-US" altLang="zh-CN" dirty="0">
                <a:solidFill>
                  <a:schemeClr val="tx1"/>
                </a:solidFill>
              </a:rPr>
              <a:t>PI</a:t>
            </a:r>
            <a:r>
              <a:rPr lang="zh-CN" altLang="en-US" dirty="0">
                <a:solidFill>
                  <a:schemeClr val="tx1"/>
                </a:solidFill>
              </a:rPr>
              <a:t>调节器的输入和输出动态过程</a:t>
            </a:r>
            <a:endParaRPr lang="zh-CN" altLang="en-US" dirty="0">
              <a:solidFill>
                <a:schemeClr val="tx1"/>
              </a:solidFill>
            </a:endParaRPr>
          </a:p>
        </p:txBody>
      </p:sp>
      <p:pic>
        <p:nvPicPr>
          <p:cNvPr id="199685" name="Picture 8" descr="0230"/>
          <p:cNvPicPr>
            <a:picLocks noChangeAspect="1" noChangeArrowheads="1"/>
          </p:cNvPicPr>
          <p:nvPr/>
        </p:nvPicPr>
        <p:blipFill>
          <a:blip r:embed="rId1"/>
          <a:srcRect/>
          <a:stretch>
            <a:fillRect/>
          </a:stretch>
        </p:blipFill>
        <p:spPr bwMode="auto">
          <a:xfrm>
            <a:off x="5004048" y="1916832"/>
            <a:ext cx="3248156" cy="3312368"/>
          </a:xfrm>
          <a:prstGeom prst="rect">
            <a:avLst/>
          </a:prstGeom>
          <a:noFill/>
          <a:ln w="9525">
            <a:noFill/>
            <a:miter lim="800000"/>
            <a:headEnd/>
            <a:tailEnd/>
          </a:ln>
        </p:spPr>
      </p:pic>
      <p:sp>
        <p:nvSpPr>
          <p:cNvPr id="6" name="Rectangle 2"/>
          <p:cNvSpPr/>
          <p:nvPr>
            <p:ph type="title"/>
          </p:nvPr>
        </p:nvSpPr>
        <p:spPr>
          <a:xfrm>
            <a:off x="683568" y="692696"/>
            <a:ext cx="8162925" cy="701675"/>
          </a:xfrm>
        </p:spPr>
        <p:txBody>
          <a:bodyPr/>
          <a:lstStyle/>
          <a:p>
            <a:pPr eaLnBrk="1" hangingPunct="1"/>
            <a:r>
              <a:rPr lang="en-US" altLang="zh-CN" sz="4000" b="1" dirty="0">
                <a:latin typeface="Times New Roman" panose="02020503050405090304" pitchFamily="18" charset="0"/>
              </a:rPr>
              <a:t>3.2.2</a:t>
            </a:r>
            <a:r>
              <a:rPr lang="zh-CN" altLang="en-US" sz="4000" b="1" dirty="0">
                <a:latin typeface="Times New Roman" panose="02020503050405090304" pitchFamily="18" charset="0"/>
              </a:rPr>
              <a:t>  比例积分控制规律</a:t>
            </a:r>
            <a:endParaRPr lang="zh-CN" altLang="en-US" sz="4000" b="1" dirty="0">
              <a:latin typeface="Times New Roman" panose="02020503050405090304" pitchFamily="18" charset="0"/>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p:nvPr>
            <p:ph type="title"/>
          </p:nvPr>
        </p:nvSpPr>
        <p:spPr>
          <a:xfrm>
            <a:off x="467544" y="664117"/>
            <a:ext cx="8855075" cy="579438"/>
          </a:xfrm>
        </p:spPr>
        <p:txBody>
          <a:bodyPr/>
          <a:lstStyle/>
          <a:p>
            <a:r>
              <a:rPr lang="zh-CN" altLang="en-US" sz="3200" b="1" dirty="0"/>
              <a:t>无静差的转速单闭环直流调速系统稳态参数设计</a:t>
            </a:r>
            <a:endParaRPr lang="zh-CN" altLang="en-US" sz="3200" b="1" dirty="0"/>
          </a:p>
        </p:txBody>
      </p:sp>
      <p:pic>
        <p:nvPicPr>
          <p:cNvPr id="200708" name="Picture 7"/>
          <p:cNvPicPr>
            <a:picLocks noChangeAspect="1" noChangeArrowheads="1"/>
          </p:cNvPicPr>
          <p:nvPr/>
        </p:nvPicPr>
        <p:blipFill>
          <a:blip r:embed="rId1" cstate="print"/>
          <a:srcRect/>
          <a:stretch>
            <a:fillRect/>
          </a:stretch>
        </p:blipFill>
        <p:spPr bwMode="auto">
          <a:xfrm>
            <a:off x="827584" y="1412776"/>
            <a:ext cx="6600846" cy="2581754"/>
          </a:xfrm>
          <a:prstGeom prst="rect">
            <a:avLst/>
          </a:prstGeom>
          <a:noFill/>
          <a:ln w="9525">
            <a:solidFill>
              <a:srgbClr val="C00000"/>
            </a:solidFill>
            <a:miter lim="800000"/>
            <a:headEnd/>
            <a:tailEnd/>
          </a:ln>
        </p:spPr>
      </p:pic>
      <p:graphicFrame>
        <p:nvGraphicFramePr>
          <p:cNvPr id="71682" name="Object 2"/>
          <p:cNvGraphicFramePr>
            <a:graphicFrameLocks noChangeAspect="1"/>
          </p:cNvGraphicFramePr>
          <p:nvPr/>
        </p:nvGraphicFramePr>
        <p:xfrm>
          <a:off x="1043608" y="4149080"/>
          <a:ext cx="2580341" cy="500066"/>
        </p:xfrm>
        <a:graphic>
          <a:graphicData uri="http://schemas.openxmlformats.org/presentationml/2006/ole">
            <mc:AlternateContent xmlns:mc="http://schemas.openxmlformats.org/markup-compatibility/2006">
              <mc:Choice xmlns:v="urn:schemas-microsoft-com:vml" Requires="v">
                <p:oleObj spid="_x0000_s38404" name="Equation" r:id="rId2" imgW="1231265" imgH="241300" progId="Equation.DSMT4">
                  <p:embed/>
                </p:oleObj>
              </mc:Choice>
              <mc:Fallback>
                <p:oleObj name="Equation" r:id="rId2" imgW="1231265" imgH="241300" progId="Equation.DSMT4">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4149080"/>
                        <a:ext cx="2580341" cy="5000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681" name="Object 1"/>
          <p:cNvGraphicFramePr>
            <a:graphicFrameLocks noChangeAspect="1"/>
          </p:cNvGraphicFramePr>
          <p:nvPr/>
        </p:nvGraphicFramePr>
        <p:xfrm>
          <a:off x="953710" y="4725144"/>
          <a:ext cx="4338370" cy="785818"/>
        </p:xfrm>
        <a:graphic>
          <a:graphicData uri="http://schemas.openxmlformats.org/presentationml/2006/ole">
            <mc:AlternateContent xmlns:mc="http://schemas.openxmlformats.org/markup-compatibility/2006">
              <mc:Choice xmlns:v="urn:schemas-microsoft-com:vml" Requires="v">
                <p:oleObj spid="_x0000_s2" name="Equation" r:id="rId4" imgW="2527300" imgH="457200" progId="Equation.DSMT4">
                  <p:embed/>
                </p:oleObj>
              </mc:Choice>
              <mc:Fallback>
                <p:oleObj name="Equation" r:id="rId4" imgW="2527300" imgH="457200" progId="Equation.DSMT4">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3710" y="4725144"/>
                        <a:ext cx="4338370" cy="7858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683" name="Rectangle 3"/>
          <p:cNvSpPr/>
          <p:nvPr/>
        </p:nvSpPr>
        <p:spPr bwMode="auto">
          <a:xfrm>
            <a:off x="0" y="0"/>
            <a:ext cx="9144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71684" name="Rectangle 4"/>
          <p:cNvSpPr/>
          <p:nvPr/>
        </p:nvSpPr>
        <p:spPr bwMode="auto">
          <a:xfrm>
            <a:off x="736600" y="695325"/>
            <a:ext cx="9144000"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342900" algn="l"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a:ln>
                  <a:noFill/>
                </a:ln>
                <a:solidFill>
                  <a:schemeClr val="tx1"/>
                </a:solidFill>
                <a:effectLst/>
                <a:latin typeface="宋体" pitchFamily="2" charset="-122"/>
                <a:ea typeface="宋体" pitchFamily="2" charset="-122"/>
                <a:cs typeface="Times New Roman" panose="02020503050405090304" pitchFamily="18" charset="0"/>
              </a:rPr>
              <a:t>									</a:t>
            </a:r>
            <a:r>
              <a:rPr kumimoji="0" lang="en-US" altLang="zh-CN" sz="1000" b="0"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(3-29)</a:t>
            </a:r>
            <a:endParaRPr kumimoji="0" lang="en-US" altLang="zh-CN" sz="900" b="0" i="0" u="none" strike="noStrike" cap="none" normalizeH="0" baseline="0">
              <a:ln>
                <a:noFill/>
              </a:ln>
              <a:solidFill>
                <a:schemeClr val="tx1"/>
              </a:solidFill>
              <a:effectLst/>
              <a:latin typeface="Arial" panose="020B0604020202090204" pitchFamily="34" charset="0"/>
              <a:ea typeface="宋体" pitchFamily="2" charset="-122"/>
              <a:cs typeface="宋体" pitchFamily="2" charset="-122"/>
            </a:endParaRPr>
          </a:p>
          <a:p>
            <a:pPr marL="0" marR="0" lvl="0" indent="342900" algn="l" defTabSz="914400" rtl="0" eaLnBrk="0" fontAlgn="base" latinLnBrk="0" hangingPunct="0">
              <a:lnSpc>
                <a:spcPct val="100000"/>
              </a:lnSpc>
              <a:spcBef>
                <a:spcPct val="0"/>
              </a:spcBef>
              <a:spcAft>
                <a:spcPct val="0"/>
              </a:spcAft>
              <a:buClrTx/>
              <a:buSzTx/>
              <a:buFontTx/>
              <a:buNone/>
            </a:pPr>
            <a:endParaRPr kumimoji="0" lang="en-US" altLang="zh-CN" sz="1800" b="0" i="0" u="none" strike="noStrike" cap="none" normalizeH="0" baseline="0">
              <a:ln>
                <a:noFill/>
              </a:ln>
              <a:solidFill>
                <a:schemeClr val="tx1"/>
              </a:solidFill>
              <a:effectLst/>
              <a:latin typeface="Arial" panose="020B0604020202090204" pitchFamily="34" charset="0"/>
              <a:ea typeface="宋体" pitchFamily="2" charset="-122"/>
              <a:cs typeface="宋体" pitchFamily="2" charset="-122"/>
            </a:endParaRPr>
          </a:p>
        </p:txBody>
      </p:sp>
      <p:sp>
        <p:nvSpPr>
          <p:cNvPr id="71685" name="Rectangle 5"/>
          <p:cNvSpPr/>
          <p:nvPr/>
        </p:nvSpPr>
        <p:spPr bwMode="auto">
          <a:xfrm>
            <a:off x="736600" y="1152525"/>
            <a:ext cx="9144000"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342900" algn="l"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a:ln>
                  <a:noFill/>
                </a:ln>
                <a:solidFill>
                  <a:schemeClr val="tx1"/>
                </a:solidFill>
                <a:effectLst/>
                <a:latin typeface="宋体" pitchFamily="2" charset="-122"/>
                <a:ea typeface="宋体" pitchFamily="2" charset="-122"/>
                <a:cs typeface="Times New Roman" panose="02020503050405090304" pitchFamily="18" charset="0"/>
              </a:rPr>
              <a:t>				</a:t>
            </a:r>
            <a:r>
              <a:rPr kumimoji="0" lang="en-US" altLang="zh-CN" sz="1000" b="0"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(3-30)</a:t>
            </a:r>
            <a:endParaRPr kumimoji="0" lang="en-US" altLang="zh-CN" sz="1800" b="0" i="0" u="none" strike="noStrike" cap="none" normalizeH="0" baseline="0">
              <a:ln>
                <a:noFill/>
              </a:ln>
              <a:solidFill>
                <a:schemeClr val="tx1"/>
              </a:solidFill>
              <a:effectLst/>
              <a:latin typeface="Arial" panose="020B0604020202090204" pitchFamily="34" charset="0"/>
              <a:ea typeface="宋体" pitchFamily="2" charset="-122"/>
              <a:cs typeface="宋体" pitchFamily="2" charset="-122"/>
            </a:endParaRPr>
          </a:p>
        </p:txBody>
      </p:sp>
      <p:sp>
        <p:nvSpPr>
          <p:cNvPr id="71687" name="Rectangle 7"/>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71686" name="Object 6"/>
          <p:cNvGraphicFramePr>
            <a:graphicFrameLocks noChangeAspect="1"/>
          </p:cNvGraphicFramePr>
          <p:nvPr/>
        </p:nvGraphicFramePr>
        <p:xfrm>
          <a:off x="1071538" y="5445224"/>
          <a:ext cx="1071570" cy="714380"/>
        </p:xfrm>
        <a:graphic>
          <a:graphicData uri="http://schemas.openxmlformats.org/presentationml/2006/ole">
            <mc:AlternateContent xmlns:mc="http://schemas.openxmlformats.org/markup-compatibility/2006">
              <mc:Choice xmlns:v="urn:schemas-microsoft-com:vml" Requires="v">
                <p:oleObj spid="_x0000_s3" name="Equation" r:id="rId6" imgW="685800" imgH="457200" progId="Equation.DSMT4">
                  <p:embed/>
                </p:oleObj>
              </mc:Choice>
              <mc:Fallback>
                <p:oleObj name="Equation" r:id="rId6" imgW="685800" imgH="457200" progId="Equation.DSMT4">
                  <p:embed/>
                  <p:pic>
                    <p:nvPicPr>
                      <p:cNvPr id="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71538" y="5445224"/>
                        <a:ext cx="1071570" cy="7143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p:nvPr>
            <p:ph type="title"/>
          </p:nvPr>
        </p:nvSpPr>
        <p:spPr>
          <a:xfrm>
            <a:off x="755576" y="548680"/>
            <a:ext cx="8162925" cy="1190625"/>
          </a:xfrm>
        </p:spPr>
        <p:txBody>
          <a:bodyPr/>
          <a:lstStyle/>
          <a:p>
            <a:pPr eaLnBrk="1" hangingPunct="1"/>
            <a:r>
              <a:rPr lang="en-US" altLang="zh-CN" sz="3600" b="1" dirty="0">
                <a:latin typeface="Times New Roman" panose="02020503050405090304" pitchFamily="18" charset="0"/>
              </a:rPr>
              <a:t>3.3  </a:t>
            </a:r>
            <a:r>
              <a:rPr lang="zh-CN" altLang="en-US" sz="3600" b="1" dirty="0">
                <a:latin typeface="Times New Roman" panose="02020503050405090304" pitchFamily="18" charset="0"/>
              </a:rPr>
              <a:t>转速反馈控制直流调速系统的</a:t>
            </a:r>
            <a:br>
              <a:rPr lang="zh-CN" altLang="en-US" sz="3600" b="1" dirty="0">
                <a:latin typeface="Times New Roman" panose="02020503050405090304" pitchFamily="18" charset="0"/>
              </a:rPr>
            </a:br>
            <a:r>
              <a:rPr lang="zh-CN" altLang="en-US" sz="3600" b="1" dirty="0">
                <a:latin typeface="Times New Roman" panose="02020503050405090304" pitchFamily="18" charset="0"/>
              </a:rPr>
              <a:t>       限流保护</a:t>
            </a:r>
            <a:endParaRPr lang="zh-CN" altLang="en-US" sz="3600" b="1" dirty="0">
              <a:latin typeface="Times New Roman" panose="02020503050405090304" pitchFamily="18" charset="0"/>
            </a:endParaRPr>
          </a:p>
        </p:txBody>
      </p:sp>
      <p:sp>
        <p:nvSpPr>
          <p:cNvPr id="225283" name="Rectangle 3"/>
          <p:cNvSpPr/>
          <p:nvPr>
            <p:ph idx="1"/>
          </p:nvPr>
        </p:nvSpPr>
        <p:spPr>
          <a:xfrm>
            <a:off x="912813" y="1905000"/>
            <a:ext cx="7835900" cy="4191000"/>
          </a:xfrm>
        </p:spPr>
        <p:txBody>
          <a:bodyPr/>
          <a:lstStyle/>
          <a:p>
            <a:pPr algn="just" eaLnBrk="1" hangingPunct="1">
              <a:buFont typeface="Wingdings" panose="05000000000000000000" pitchFamily="2" charset="2"/>
              <a:buNone/>
            </a:pPr>
            <a:r>
              <a:rPr lang="en-US" altLang="zh-CN" sz="2800" b="1" dirty="0">
                <a:latin typeface="Times New Roman" panose="02020503050405090304" pitchFamily="18" charset="0"/>
              </a:rPr>
              <a:t>3.3.1	</a:t>
            </a:r>
            <a:r>
              <a:rPr lang="zh-CN" altLang="en-US" sz="2800" b="1" dirty="0">
                <a:solidFill>
                  <a:srgbClr val="C00000"/>
                </a:solidFill>
                <a:latin typeface="Times New Roman" panose="02020503050405090304" pitchFamily="18" charset="0"/>
              </a:rPr>
              <a:t>过流问题的来源</a:t>
            </a:r>
            <a:endParaRPr lang="zh-CN" altLang="en-US" sz="2800" b="1" dirty="0">
              <a:solidFill>
                <a:srgbClr val="C00000"/>
              </a:solidFill>
              <a:latin typeface="Times New Roman" panose="02020503050405090304" pitchFamily="18" charset="0"/>
            </a:endParaRPr>
          </a:p>
          <a:p>
            <a:pPr eaLnBrk="1" hangingPunct="1"/>
            <a:r>
              <a:rPr lang="zh-CN" altLang="en-US" sz="2800" dirty="0">
                <a:solidFill>
                  <a:srgbClr val="C00000"/>
                </a:solidFill>
                <a:latin typeface="Times New Roman" panose="02020503050405090304" pitchFamily="18" charset="0"/>
              </a:rPr>
              <a:t>起动：</a:t>
            </a:r>
            <a:r>
              <a:rPr lang="zh-CN" altLang="en-US" sz="2800" dirty="0">
                <a:latin typeface="Times New Roman" panose="02020503050405090304" pitchFamily="18" charset="0"/>
              </a:rPr>
              <a:t>突加给定电压时，电枢电压立即达到它的最高值，对电动机来说，相当于全压起动，会造成电动机过流。</a:t>
            </a:r>
            <a:endParaRPr lang="zh-CN" altLang="en-US" sz="2800" dirty="0">
              <a:latin typeface="Times New Roman" panose="02020503050405090304" pitchFamily="18" charset="0"/>
            </a:endParaRPr>
          </a:p>
          <a:p>
            <a:pPr eaLnBrk="1" hangingPunct="1"/>
            <a:r>
              <a:rPr lang="zh-CN" altLang="en-US" sz="2800" dirty="0">
                <a:solidFill>
                  <a:srgbClr val="C00000"/>
                </a:solidFill>
                <a:latin typeface="Times New Roman" panose="02020503050405090304" pitchFamily="18" charset="0"/>
              </a:rPr>
              <a:t>堵转：</a:t>
            </a:r>
            <a:r>
              <a:rPr lang="zh-CN" altLang="en-US" sz="2800" dirty="0">
                <a:latin typeface="Times New Roman" panose="02020503050405090304" pitchFamily="18" charset="0"/>
              </a:rPr>
              <a:t>电流将远远超过允许值。如果只依靠过流继电器或熔断器来保护，过载时就跳闸。</a:t>
            </a:r>
            <a:endParaRPr lang="zh-CN" altLang="en-US" sz="2800" dirty="0">
              <a:latin typeface="Times New Roman" panose="02020503050405090304" pitchFamily="18" charset="0"/>
            </a:endParaRPr>
          </a:p>
          <a:p>
            <a:pPr eaLnBrk="1" hangingPunct="1">
              <a:buFont typeface="Wingdings" panose="05000000000000000000" pitchFamily="2" charset="2"/>
              <a:buNone/>
            </a:pPr>
            <a:endParaRPr lang="en-US" altLang="zh-CN" sz="2800" dirty="0">
              <a:latin typeface="Times New Roman" panose="02020503050405090304" pitchFamily="18" charset="0"/>
            </a:endParaRPr>
          </a:p>
        </p:txBody>
      </p:sp>
      <p:pic>
        <p:nvPicPr>
          <p:cNvPr id="4" name="Picture 8" descr="0218"/>
          <p:cNvPicPr>
            <a:picLocks noChangeAspect="1" noChangeArrowheads="1"/>
          </p:cNvPicPr>
          <p:nvPr/>
        </p:nvPicPr>
        <p:blipFill>
          <a:blip r:embed="rId1"/>
          <a:srcRect/>
          <a:stretch>
            <a:fillRect/>
          </a:stretch>
        </p:blipFill>
        <p:spPr bwMode="auto">
          <a:xfrm>
            <a:off x="4139952" y="4725144"/>
            <a:ext cx="4536504" cy="1512168"/>
          </a:xfrm>
          <a:prstGeom prst="rect">
            <a:avLst/>
          </a:prstGeom>
          <a:noFill/>
          <a:ln w="9525">
            <a:solidFill>
              <a:srgbClr val="FF0000"/>
            </a:solidFill>
            <a:miter lim="800000"/>
            <a:headEnd/>
            <a:tailEnd/>
          </a:ln>
        </p:spPr>
      </p:pic>
      <p:sp>
        <p:nvSpPr>
          <p:cNvPr id="5" name="椭圆形标注 4"/>
          <p:cNvSpPr/>
          <p:nvPr/>
        </p:nvSpPr>
        <p:spPr>
          <a:xfrm>
            <a:off x="1835696" y="5215268"/>
            <a:ext cx="1800200" cy="936104"/>
          </a:xfrm>
          <a:prstGeom prst="wedgeEllipseCallout">
            <a:avLst>
              <a:gd name="adj1" fmla="val 152545"/>
              <a:gd name="adj2" fmla="val -4039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起动、堵转时偏差很大！</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2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52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528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p:nvPr>
            <p:ph type="title"/>
          </p:nvPr>
        </p:nvSpPr>
        <p:spPr/>
        <p:txBody>
          <a:bodyPr/>
          <a:lstStyle/>
          <a:p>
            <a:pPr eaLnBrk="1" hangingPunct="1"/>
            <a:endParaRPr lang="zh-CN" altLang="zh-CN"/>
          </a:p>
        </p:txBody>
      </p:sp>
      <p:sp>
        <p:nvSpPr>
          <p:cNvPr id="226307" name="Rectangle 3"/>
          <p:cNvSpPr/>
          <p:nvPr>
            <p:ph idx="1"/>
          </p:nvPr>
        </p:nvSpPr>
        <p:spPr>
          <a:xfrm>
            <a:off x="755576" y="1268760"/>
            <a:ext cx="7762875" cy="3024336"/>
          </a:xfrm>
        </p:spPr>
        <p:txBody>
          <a:bodyPr/>
          <a:lstStyle/>
          <a:p>
            <a:pPr eaLnBrk="1" hangingPunct="1"/>
            <a:r>
              <a:rPr lang="zh-CN" altLang="en-US" dirty="0"/>
              <a:t>系统中必须有自动限制电枢电流的环节。</a:t>
            </a:r>
            <a:endParaRPr lang="zh-CN" altLang="en-US" dirty="0"/>
          </a:p>
          <a:p>
            <a:pPr eaLnBrk="1" hangingPunct="1"/>
            <a:r>
              <a:rPr lang="zh-CN" altLang="en-US" dirty="0"/>
              <a:t>引入电流负反馈，可以使它不超过允许值。但这种作用只应在起动和堵转时存在，在正常的稳速运行时又得取消。</a:t>
            </a:r>
            <a:endParaRPr lang="zh-CN" altLang="en-US" dirty="0"/>
          </a:p>
          <a:p>
            <a:pPr eaLnBrk="1" hangingPunct="1"/>
            <a:r>
              <a:rPr lang="zh-CN" altLang="en-US" dirty="0">
                <a:solidFill>
                  <a:srgbClr val="FF0000"/>
                </a:solidFill>
              </a:rPr>
              <a:t>当电流大到一定程度时才出现的电流负反馈，叫做电流截止负反馈。</a:t>
            </a:r>
            <a:endParaRPr lang="zh-CN" altLang="en-US" dirty="0">
              <a:solidFill>
                <a:srgbClr val="FF0000"/>
              </a:solidFill>
            </a:endParaRPr>
          </a:p>
        </p:txBody>
      </p:sp>
      <p:pic>
        <p:nvPicPr>
          <p:cNvPr id="4" name="Picture 8" descr="0218"/>
          <p:cNvPicPr>
            <a:picLocks noChangeAspect="1" noChangeArrowheads="1"/>
          </p:cNvPicPr>
          <p:nvPr/>
        </p:nvPicPr>
        <p:blipFill>
          <a:blip r:embed="rId1"/>
          <a:srcRect/>
          <a:stretch>
            <a:fillRect/>
          </a:stretch>
        </p:blipFill>
        <p:spPr bwMode="auto">
          <a:xfrm>
            <a:off x="2123728" y="4049232"/>
            <a:ext cx="5916168" cy="1972056"/>
          </a:xfrm>
          <a:prstGeom prst="rect">
            <a:avLst/>
          </a:prstGeom>
          <a:noFill/>
          <a:ln w="9525">
            <a:solidFill>
              <a:srgbClr val="FF0000"/>
            </a:solidFill>
            <a:miter lim="800000"/>
            <a:headEnd/>
            <a:tailEnd/>
          </a:ln>
        </p:spPr>
      </p:pic>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p:nvPr>
            <p:ph type="title"/>
          </p:nvPr>
        </p:nvSpPr>
        <p:spPr>
          <a:xfrm>
            <a:off x="665495" y="692696"/>
            <a:ext cx="8162925" cy="1190625"/>
          </a:xfrm>
        </p:spPr>
        <p:txBody>
          <a:bodyPr>
            <a:normAutofit/>
          </a:bodyPr>
          <a:lstStyle/>
          <a:p>
            <a:pPr eaLnBrk="1" hangingPunct="1"/>
            <a:r>
              <a:rPr lang="en-US" altLang="zh-CN" sz="3200" dirty="0">
                <a:latin typeface="Times New Roman" panose="02020503050405090304" pitchFamily="18" charset="0"/>
              </a:rPr>
              <a:t>3.3.2 </a:t>
            </a:r>
            <a:r>
              <a:rPr lang="zh-CN" altLang="en-US" sz="3200" b="1" dirty="0">
                <a:latin typeface="Times New Roman" panose="02020503050405090304" pitchFamily="18" charset="0"/>
              </a:rPr>
              <a:t>带电流截止负反馈环节的直流调速系统</a:t>
            </a:r>
            <a:endParaRPr lang="zh-CN" altLang="en-US" sz="3200" b="1" dirty="0">
              <a:latin typeface="Times New Roman" panose="02020503050405090304" pitchFamily="18" charset="0"/>
            </a:endParaRPr>
          </a:p>
        </p:txBody>
      </p:sp>
      <p:sp>
        <p:nvSpPr>
          <p:cNvPr id="227331" name="Rectangle 5"/>
          <p:cNvSpPr/>
          <p:nvPr/>
        </p:nvSpPr>
        <p:spPr bwMode="auto">
          <a:xfrm>
            <a:off x="0" y="2519363"/>
            <a:ext cx="9144000" cy="0"/>
          </a:xfrm>
          <a:prstGeom prst="rect">
            <a:avLst/>
          </a:prstGeom>
          <a:noFill/>
          <a:ln w="9525">
            <a:noFill/>
            <a:miter lim="800000"/>
          </a:ln>
        </p:spPr>
        <p:txBody>
          <a:bodyPr wrap="none" anchor="ctr">
            <a:spAutoFit/>
          </a:bodyPr>
          <a:lstStyle/>
          <a:p>
            <a:endParaRPr lang="zh-CN" altLang="en-US"/>
          </a:p>
        </p:txBody>
      </p:sp>
      <p:sp>
        <p:nvSpPr>
          <p:cNvPr id="227332" name="Rectangle 6"/>
          <p:cNvSpPr/>
          <p:nvPr/>
        </p:nvSpPr>
        <p:spPr bwMode="auto">
          <a:xfrm>
            <a:off x="958671" y="5373216"/>
            <a:ext cx="7226658" cy="646331"/>
          </a:xfrm>
          <a:prstGeom prst="rect">
            <a:avLst/>
          </a:prstGeom>
          <a:noFill/>
          <a:ln w="9525">
            <a:noFill/>
            <a:miter lim="800000"/>
          </a:ln>
        </p:spPr>
        <p:txBody>
          <a:bodyPr wrap="none" anchor="ctr">
            <a:spAutoFit/>
          </a:bodyPr>
          <a:lstStyle/>
          <a:p>
            <a:pPr indent="342900"/>
            <a:r>
              <a:rPr lang="zh-CN" altLang="en-US" dirty="0">
                <a:solidFill>
                  <a:schemeClr val="tx1"/>
                </a:solidFill>
              </a:rPr>
              <a:t>图</a:t>
            </a:r>
            <a:r>
              <a:rPr lang="en-US" altLang="zh-CN" dirty="0">
                <a:solidFill>
                  <a:schemeClr val="tx1"/>
                </a:solidFill>
              </a:rPr>
              <a:t>3-16</a:t>
            </a:r>
            <a:r>
              <a:rPr lang="en-US" altLang="zh-CN" dirty="0"/>
              <a:t> </a:t>
            </a:r>
            <a:r>
              <a:rPr lang="zh-CN" altLang="en-US" dirty="0">
                <a:solidFill>
                  <a:schemeClr val="tx1"/>
                </a:solidFill>
              </a:rPr>
              <a:t>电流截止负反馈环节的</a:t>
            </a:r>
            <a:r>
              <a:rPr lang="zh-CN" altLang="en-US" dirty="0">
                <a:solidFill>
                  <a:srgbClr val="C00000"/>
                </a:solidFill>
              </a:rPr>
              <a:t>模拟实现</a:t>
            </a:r>
            <a:endParaRPr lang="zh-CN" altLang="en-US" dirty="0">
              <a:solidFill>
                <a:srgbClr val="C00000"/>
              </a:solidFill>
            </a:endParaRPr>
          </a:p>
          <a:p>
            <a:pPr indent="342900"/>
            <a:r>
              <a:rPr lang="zh-CN" altLang="en-US" dirty="0">
                <a:solidFill>
                  <a:schemeClr val="tx1"/>
                </a:solidFill>
              </a:rPr>
              <a:t>（</a:t>
            </a:r>
            <a:r>
              <a:rPr lang="en-US" altLang="zh-CN" dirty="0">
                <a:solidFill>
                  <a:schemeClr val="tx1"/>
                </a:solidFill>
              </a:rPr>
              <a:t>a</a:t>
            </a:r>
            <a:r>
              <a:rPr lang="zh-CN" altLang="en-US" dirty="0">
                <a:solidFill>
                  <a:schemeClr val="tx1"/>
                </a:solidFill>
              </a:rPr>
              <a:t>）利用独立直流电源作比较电压（</a:t>
            </a:r>
            <a:r>
              <a:rPr lang="en-US" altLang="zh-CN" dirty="0">
                <a:solidFill>
                  <a:schemeClr val="tx1"/>
                </a:solidFill>
              </a:rPr>
              <a:t>b</a:t>
            </a:r>
            <a:r>
              <a:rPr lang="zh-CN" altLang="en-US" dirty="0">
                <a:solidFill>
                  <a:schemeClr val="tx1"/>
                </a:solidFill>
              </a:rPr>
              <a:t>）利用稳压管产生比较电压</a:t>
            </a:r>
            <a:endParaRPr lang="zh-CN" altLang="en-US" dirty="0">
              <a:solidFill>
                <a:schemeClr val="tx1"/>
              </a:solidFill>
            </a:endParaRPr>
          </a:p>
        </p:txBody>
      </p:sp>
      <p:pic>
        <p:nvPicPr>
          <p:cNvPr id="227333" name="Picture 7" descr="0238"/>
          <p:cNvPicPr>
            <a:picLocks noChangeAspect="1" noChangeArrowheads="1"/>
          </p:cNvPicPr>
          <p:nvPr/>
        </p:nvPicPr>
        <p:blipFill>
          <a:blip r:embed="rId1"/>
          <a:srcRect/>
          <a:stretch>
            <a:fillRect/>
          </a:stretch>
        </p:blipFill>
        <p:spPr bwMode="auto">
          <a:xfrm>
            <a:off x="570246" y="1772816"/>
            <a:ext cx="8353425" cy="3470275"/>
          </a:xfrm>
          <a:prstGeom prst="rect">
            <a:avLst/>
          </a:prstGeom>
          <a:noFill/>
          <a:ln w="9525">
            <a:noFill/>
            <a:miter lim="800000"/>
            <a:headEnd/>
            <a:tailEnd/>
          </a:ln>
        </p:spPr>
      </p:pic>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p:nvPr>
            <p:ph type="title"/>
          </p:nvPr>
        </p:nvSpPr>
        <p:spPr>
          <a:xfrm>
            <a:off x="683568" y="692696"/>
            <a:ext cx="8162925" cy="641350"/>
          </a:xfrm>
        </p:spPr>
        <p:txBody>
          <a:bodyPr/>
          <a:lstStyle/>
          <a:p>
            <a:pPr eaLnBrk="1" hangingPunct="1"/>
            <a:r>
              <a:rPr lang="en-US" altLang="zh-CN" sz="3600" b="1" dirty="0">
                <a:latin typeface="Times New Roman" panose="02020503050405090304" pitchFamily="18" charset="0"/>
              </a:rPr>
              <a:t>1</a:t>
            </a:r>
            <a:r>
              <a:rPr lang="zh-CN" altLang="en-US" sz="3600" b="1" dirty="0">
                <a:latin typeface="Times New Roman" panose="02020503050405090304" pitchFamily="18" charset="0"/>
              </a:rPr>
              <a:t>．电流截止负反馈环节</a:t>
            </a:r>
            <a:endParaRPr lang="zh-CN" altLang="en-US" sz="3600" b="1" dirty="0">
              <a:latin typeface="Times New Roman" panose="02020503050405090304" pitchFamily="18" charset="0"/>
            </a:endParaRPr>
          </a:p>
        </p:txBody>
      </p:sp>
      <p:sp>
        <p:nvSpPr>
          <p:cNvPr id="228355" name="Rectangle 3"/>
          <p:cNvSpPr/>
          <p:nvPr>
            <p:ph idx="1"/>
          </p:nvPr>
        </p:nvSpPr>
        <p:spPr>
          <a:xfrm>
            <a:off x="611560" y="1628800"/>
            <a:ext cx="7848600" cy="4829175"/>
          </a:xfrm>
        </p:spPr>
        <p:txBody>
          <a:bodyPr/>
          <a:lstStyle/>
          <a:p>
            <a:pPr eaLnBrk="1" hangingPunct="1">
              <a:lnSpc>
                <a:spcPct val="80000"/>
              </a:lnSpc>
            </a:pPr>
            <a:r>
              <a:rPr lang="zh-CN" altLang="en-US" sz="2800" dirty="0">
                <a:latin typeface="Times New Roman" panose="02020503050405090304" pitchFamily="18" charset="0"/>
              </a:rPr>
              <a:t>电流反馈信号取自串入电动机电枢回路中的小阻值电阻</a:t>
            </a:r>
            <a:r>
              <a:rPr lang="en-US" altLang="zh-CN" sz="2800" i="1" dirty="0">
                <a:latin typeface="Times New Roman" panose="02020503050405090304" pitchFamily="18" charset="0"/>
              </a:rPr>
              <a:t>R</a:t>
            </a:r>
            <a:r>
              <a:rPr lang="en-US" altLang="zh-CN" sz="2800" baseline="-25000" dirty="0">
                <a:latin typeface="Times New Roman" panose="02020503050405090304" pitchFamily="18" charset="0"/>
              </a:rPr>
              <a:t>s</a:t>
            </a:r>
            <a:r>
              <a:rPr lang="zh-CN" altLang="en-US" sz="2800" dirty="0">
                <a:latin typeface="Times New Roman" panose="02020503050405090304" pitchFamily="18" charset="0"/>
              </a:rPr>
              <a:t>，</a:t>
            </a:r>
            <a:r>
              <a:rPr lang="en-US" altLang="zh-CN" sz="2800" i="1" dirty="0" err="1">
                <a:latin typeface="Times New Roman" panose="02020503050405090304" pitchFamily="18" charset="0"/>
              </a:rPr>
              <a:t>I</a:t>
            </a:r>
            <a:r>
              <a:rPr lang="en-US" altLang="zh-CN" sz="2800" baseline="-25000" dirty="0" err="1">
                <a:latin typeface="Times New Roman" panose="02020503050405090304" pitchFamily="18" charset="0"/>
              </a:rPr>
              <a:t>d</a:t>
            </a:r>
            <a:r>
              <a:rPr lang="en-US" altLang="zh-CN" sz="2800" i="1" dirty="0" err="1">
                <a:latin typeface="Times New Roman" panose="02020503050405090304" pitchFamily="18" charset="0"/>
              </a:rPr>
              <a:t>R</a:t>
            </a:r>
            <a:r>
              <a:rPr lang="en-US" altLang="zh-CN" sz="2800" baseline="-25000" dirty="0" err="1">
                <a:latin typeface="Times New Roman" panose="02020503050405090304" pitchFamily="18" charset="0"/>
              </a:rPr>
              <a:t>c</a:t>
            </a:r>
            <a:r>
              <a:rPr lang="zh-CN" altLang="en-US" sz="2800" dirty="0">
                <a:latin typeface="Times New Roman" panose="02020503050405090304" pitchFamily="18" charset="0"/>
              </a:rPr>
              <a:t>正比于电流。</a:t>
            </a:r>
            <a:endParaRPr lang="zh-CN" altLang="en-US" sz="2800" dirty="0">
              <a:latin typeface="Times New Roman" panose="02020503050405090304" pitchFamily="18" charset="0"/>
            </a:endParaRPr>
          </a:p>
          <a:p>
            <a:pPr eaLnBrk="1" hangingPunct="1">
              <a:lnSpc>
                <a:spcPct val="80000"/>
              </a:lnSpc>
            </a:pPr>
            <a:r>
              <a:rPr lang="zh-CN" altLang="en-US" sz="2800" dirty="0">
                <a:latin typeface="Times New Roman" panose="02020503050405090304" pitchFamily="18" charset="0"/>
              </a:rPr>
              <a:t>图</a:t>
            </a:r>
            <a:r>
              <a:rPr lang="en-US" altLang="zh-CN" sz="2800" dirty="0">
                <a:latin typeface="Times New Roman" panose="02020503050405090304" pitchFamily="18" charset="0"/>
              </a:rPr>
              <a:t>3-16(a)</a:t>
            </a:r>
            <a:r>
              <a:rPr lang="zh-CN" altLang="en-US" sz="2800" dirty="0">
                <a:latin typeface="Times New Roman" panose="02020503050405090304" pitchFamily="18" charset="0"/>
              </a:rPr>
              <a:t>中用独立的直流电源作为比较电压</a:t>
            </a:r>
            <a:r>
              <a:rPr lang="en-US" altLang="zh-CN" sz="2800" i="1" dirty="0" err="1">
                <a:latin typeface="Times New Roman" panose="02020503050405090304" pitchFamily="18" charset="0"/>
              </a:rPr>
              <a:t>U</a:t>
            </a:r>
            <a:r>
              <a:rPr lang="en-US" altLang="zh-CN" sz="2800" baseline="-25000" dirty="0" err="1">
                <a:latin typeface="Times New Roman" panose="02020503050405090304" pitchFamily="18" charset="0"/>
              </a:rPr>
              <a:t>com</a:t>
            </a:r>
            <a:r>
              <a:rPr lang="zh-CN" altLang="en-US" sz="2800" dirty="0">
                <a:latin typeface="Times New Roman" panose="02020503050405090304" pitchFamily="18" charset="0"/>
              </a:rPr>
              <a:t>，其大小可用电位器调节，</a:t>
            </a:r>
            <a:endParaRPr lang="zh-CN" altLang="en-US" sz="2800" dirty="0">
              <a:latin typeface="Times New Roman" panose="02020503050405090304" pitchFamily="18" charset="0"/>
            </a:endParaRPr>
          </a:p>
          <a:p>
            <a:pPr eaLnBrk="1" hangingPunct="1">
              <a:lnSpc>
                <a:spcPct val="80000"/>
              </a:lnSpc>
            </a:pPr>
            <a:r>
              <a:rPr lang="zh-CN" altLang="en-US" sz="2800" dirty="0">
                <a:latin typeface="Times New Roman" panose="02020503050405090304" pitchFamily="18" charset="0"/>
              </a:rPr>
              <a:t>在</a:t>
            </a:r>
            <a:r>
              <a:rPr lang="en-US" altLang="zh-CN" sz="2800" i="1" dirty="0" err="1">
                <a:latin typeface="Times New Roman" panose="02020503050405090304" pitchFamily="18" charset="0"/>
              </a:rPr>
              <a:t>I</a:t>
            </a:r>
            <a:r>
              <a:rPr lang="en-US" altLang="zh-CN" sz="2800" baseline="-25000" dirty="0" err="1">
                <a:latin typeface="Times New Roman" panose="02020503050405090304" pitchFamily="18" charset="0"/>
              </a:rPr>
              <a:t>d</a:t>
            </a:r>
            <a:r>
              <a:rPr lang="en-US" altLang="zh-CN" sz="2800" i="1" dirty="0" err="1">
                <a:latin typeface="Times New Roman" panose="02020503050405090304" pitchFamily="18" charset="0"/>
              </a:rPr>
              <a:t>R</a:t>
            </a:r>
            <a:r>
              <a:rPr lang="en-US" altLang="zh-CN" sz="2800" baseline="-25000" dirty="0" err="1">
                <a:latin typeface="Times New Roman" panose="02020503050405090304" pitchFamily="18" charset="0"/>
              </a:rPr>
              <a:t>c</a:t>
            </a:r>
            <a:r>
              <a:rPr lang="zh-CN" altLang="en-US" sz="2800" dirty="0">
                <a:latin typeface="Times New Roman" panose="02020503050405090304" pitchFamily="18" charset="0"/>
              </a:rPr>
              <a:t>与</a:t>
            </a:r>
            <a:r>
              <a:rPr lang="en-US" altLang="zh-CN" sz="2800" i="1" dirty="0" err="1">
                <a:latin typeface="Times New Roman" panose="02020503050405090304" pitchFamily="18" charset="0"/>
              </a:rPr>
              <a:t>U</a:t>
            </a:r>
            <a:r>
              <a:rPr lang="en-US" altLang="zh-CN" sz="2800" baseline="-25000" dirty="0" err="1">
                <a:latin typeface="Times New Roman" panose="02020503050405090304" pitchFamily="18" charset="0"/>
              </a:rPr>
              <a:t>com</a:t>
            </a:r>
            <a:r>
              <a:rPr lang="zh-CN" altLang="en-US" sz="2800" dirty="0">
                <a:latin typeface="Times New Roman" panose="02020503050405090304" pitchFamily="18" charset="0"/>
              </a:rPr>
              <a:t>之间串接一个二极管</a:t>
            </a:r>
            <a:r>
              <a:rPr lang="en-US" altLang="zh-CN" sz="2800" dirty="0">
                <a:latin typeface="Times New Roman" panose="02020503050405090304" pitchFamily="18" charset="0"/>
              </a:rPr>
              <a:t>VD</a:t>
            </a:r>
            <a:r>
              <a:rPr lang="zh-CN" altLang="en-US" sz="2800" dirty="0">
                <a:latin typeface="Times New Roman" panose="02020503050405090304" pitchFamily="18" charset="0"/>
              </a:rPr>
              <a:t>，当</a:t>
            </a:r>
            <a:r>
              <a:rPr lang="en-US" altLang="zh-CN" sz="2800" i="1" dirty="0" err="1">
                <a:latin typeface="Times New Roman" panose="02020503050405090304" pitchFamily="18" charset="0"/>
              </a:rPr>
              <a:t>I</a:t>
            </a:r>
            <a:r>
              <a:rPr lang="en-US" altLang="zh-CN" sz="2800" baseline="-25000" dirty="0" err="1">
                <a:latin typeface="Times New Roman" panose="02020503050405090304" pitchFamily="18" charset="0"/>
              </a:rPr>
              <a:t>d</a:t>
            </a:r>
            <a:r>
              <a:rPr lang="en-US" altLang="zh-CN" sz="2800" i="1" dirty="0" err="1">
                <a:latin typeface="Times New Roman" panose="02020503050405090304" pitchFamily="18" charset="0"/>
              </a:rPr>
              <a:t>R</a:t>
            </a:r>
            <a:r>
              <a:rPr lang="en-US" altLang="zh-CN" sz="2800" baseline="-25000" dirty="0" err="1">
                <a:latin typeface="Times New Roman" panose="02020503050405090304" pitchFamily="18" charset="0"/>
              </a:rPr>
              <a:t>c</a:t>
            </a:r>
            <a:r>
              <a:rPr lang="en-US" altLang="zh-CN" sz="2800" dirty="0">
                <a:latin typeface="Times New Roman" panose="02020503050405090304" pitchFamily="18" charset="0"/>
              </a:rPr>
              <a:t>&gt; </a:t>
            </a:r>
            <a:r>
              <a:rPr lang="en-US" altLang="zh-CN" sz="2800" i="1" dirty="0" err="1">
                <a:latin typeface="Times New Roman" panose="02020503050405090304" pitchFamily="18" charset="0"/>
              </a:rPr>
              <a:t>U</a:t>
            </a:r>
            <a:r>
              <a:rPr lang="en-US" altLang="zh-CN" sz="2800" baseline="-25000" dirty="0" err="1">
                <a:latin typeface="Times New Roman" panose="02020503050405090304" pitchFamily="18" charset="0"/>
              </a:rPr>
              <a:t>com</a:t>
            </a:r>
            <a:r>
              <a:rPr lang="zh-CN" altLang="en-US" sz="2800" dirty="0">
                <a:latin typeface="Times New Roman" panose="02020503050405090304" pitchFamily="18" charset="0"/>
              </a:rPr>
              <a:t>时，二极管导通，电流负反馈信号</a:t>
            </a:r>
            <a:r>
              <a:rPr lang="en-US" altLang="zh-CN" sz="2800" i="1" dirty="0" err="1">
                <a:latin typeface="Times New Roman" panose="02020503050405090304" pitchFamily="18" charset="0"/>
              </a:rPr>
              <a:t>U</a:t>
            </a:r>
            <a:r>
              <a:rPr lang="en-US" altLang="zh-CN" sz="2800" baseline="-25000" dirty="0" err="1">
                <a:latin typeface="Times New Roman" panose="02020503050405090304" pitchFamily="18" charset="0"/>
              </a:rPr>
              <a:t>i</a:t>
            </a:r>
            <a:r>
              <a:rPr lang="zh-CN" altLang="en-US" sz="2800" dirty="0">
                <a:latin typeface="Times New Roman" panose="02020503050405090304" pitchFamily="18" charset="0"/>
              </a:rPr>
              <a:t>即可加到放大器上去；当</a:t>
            </a:r>
            <a:r>
              <a:rPr lang="en-US" altLang="zh-CN" sz="2800" i="1" dirty="0" err="1">
                <a:latin typeface="Times New Roman" panose="02020503050405090304" pitchFamily="18" charset="0"/>
              </a:rPr>
              <a:t>I</a:t>
            </a:r>
            <a:r>
              <a:rPr lang="en-US" altLang="zh-CN" sz="2800" baseline="-25000" dirty="0" err="1">
                <a:latin typeface="Times New Roman" panose="02020503050405090304" pitchFamily="18" charset="0"/>
              </a:rPr>
              <a:t>d</a:t>
            </a:r>
            <a:r>
              <a:rPr lang="en-US" altLang="zh-CN" sz="2800" i="1" dirty="0" err="1">
                <a:latin typeface="Times New Roman" panose="02020503050405090304" pitchFamily="18" charset="0"/>
              </a:rPr>
              <a:t>R</a:t>
            </a:r>
            <a:r>
              <a:rPr lang="en-US" altLang="zh-CN" sz="2800" baseline="-25000" dirty="0" err="1">
                <a:latin typeface="Times New Roman" panose="02020503050405090304" pitchFamily="18" charset="0"/>
              </a:rPr>
              <a:t>c</a:t>
            </a:r>
            <a:r>
              <a:rPr lang="en-US" altLang="zh-CN" sz="2800" dirty="0">
                <a:latin typeface="Times New Roman" panose="02020503050405090304" pitchFamily="18" charset="0"/>
              </a:rPr>
              <a:t>≤ </a:t>
            </a:r>
            <a:r>
              <a:rPr lang="en-US" altLang="zh-CN" sz="2800" i="1" dirty="0" err="1">
                <a:latin typeface="Times New Roman" panose="02020503050405090304" pitchFamily="18" charset="0"/>
              </a:rPr>
              <a:t>U</a:t>
            </a:r>
            <a:r>
              <a:rPr lang="en-US" altLang="zh-CN" sz="2800" baseline="-25000" dirty="0" err="1">
                <a:latin typeface="Times New Roman" panose="02020503050405090304" pitchFamily="18" charset="0"/>
              </a:rPr>
              <a:t>com</a:t>
            </a:r>
            <a:r>
              <a:rPr lang="zh-CN" altLang="en-US" sz="2800" dirty="0">
                <a:latin typeface="Times New Roman" panose="02020503050405090304" pitchFamily="18" charset="0"/>
              </a:rPr>
              <a:t>时，二极管截止， </a:t>
            </a:r>
            <a:r>
              <a:rPr lang="en-US" altLang="zh-CN" sz="2800" i="1" dirty="0" err="1">
                <a:latin typeface="Times New Roman" panose="02020503050405090304" pitchFamily="18" charset="0"/>
              </a:rPr>
              <a:t>U</a:t>
            </a:r>
            <a:r>
              <a:rPr lang="en-US" altLang="zh-CN" sz="2800" baseline="-25000" dirty="0" err="1">
                <a:latin typeface="Times New Roman" panose="02020503050405090304" pitchFamily="18" charset="0"/>
              </a:rPr>
              <a:t>i</a:t>
            </a:r>
            <a:r>
              <a:rPr lang="zh-CN" altLang="en-US" sz="2800" dirty="0">
                <a:latin typeface="Times New Roman" panose="02020503050405090304" pitchFamily="18" charset="0"/>
              </a:rPr>
              <a:t>消失。</a:t>
            </a:r>
            <a:endParaRPr lang="zh-CN" altLang="en-US" sz="2800" dirty="0">
              <a:latin typeface="Times New Roman" panose="02020503050405090304" pitchFamily="18" charset="0"/>
            </a:endParaRPr>
          </a:p>
          <a:p>
            <a:pPr eaLnBrk="1" hangingPunct="1">
              <a:lnSpc>
                <a:spcPct val="80000"/>
              </a:lnSpc>
            </a:pPr>
            <a:r>
              <a:rPr lang="zh-CN" altLang="en-US" sz="2800" dirty="0">
                <a:latin typeface="Times New Roman" panose="02020503050405090304" pitchFamily="18" charset="0"/>
              </a:rPr>
              <a:t>图</a:t>
            </a:r>
            <a:r>
              <a:rPr lang="en-US" altLang="zh-CN" sz="2800" dirty="0">
                <a:latin typeface="Times New Roman" panose="02020503050405090304" pitchFamily="18" charset="0"/>
              </a:rPr>
              <a:t>3-16(b)</a:t>
            </a:r>
            <a:r>
              <a:rPr lang="zh-CN" altLang="en-US" sz="2800" dirty="0">
                <a:latin typeface="Times New Roman" panose="02020503050405090304" pitchFamily="18" charset="0"/>
              </a:rPr>
              <a:t>中利用稳压管</a:t>
            </a:r>
            <a:r>
              <a:rPr lang="en-US" altLang="zh-CN" sz="2800" dirty="0">
                <a:latin typeface="Times New Roman" panose="02020503050405090304" pitchFamily="18" charset="0"/>
              </a:rPr>
              <a:t>VST</a:t>
            </a:r>
            <a:r>
              <a:rPr lang="zh-CN" altLang="en-US" sz="2800" dirty="0">
                <a:latin typeface="Times New Roman" panose="02020503050405090304" pitchFamily="18" charset="0"/>
              </a:rPr>
              <a:t>的击穿电压</a:t>
            </a:r>
            <a:r>
              <a:rPr lang="en-US" altLang="zh-CN" sz="2800" i="1" dirty="0" err="1">
                <a:latin typeface="Times New Roman" panose="02020503050405090304" pitchFamily="18" charset="0"/>
              </a:rPr>
              <a:t>U</a:t>
            </a:r>
            <a:r>
              <a:rPr lang="en-US" altLang="zh-CN" sz="2800" baseline="-25000" dirty="0" err="1">
                <a:latin typeface="Times New Roman" panose="02020503050405090304" pitchFamily="18" charset="0"/>
              </a:rPr>
              <a:t>br</a:t>
            </a:r>
            <a:r>
              <a:rPr lang="zh-CN" altLang="en-US" sz="2800" dirty="0">
                <a:latin typeface="Times New Roman" panose="02020503050405090304" pitchFamily="18" charset="0"/>
              </a:rPr>
              <a:t>作为比较电压</a:t>
            </a:r>
            <a:r>
              <a:rPr lang="en-US" altLang="zh-CN" sz="2800" i="1" dirty="0" err="1">
                <a:latin typeface="Times New Roman" panose="02020503050405090304" pitchFamily="18" charset="0"/>
              </a:rPr>
              <a:t>U</a:t>
            </a:r>
            <a:r>
              <a:rPr lang="en-US" altLang="zh-CN" sz="2800" baseline="-25000" dirty="0" err="1">
                <a:latin typeface="Times New Roman" panose="02020503050405090304" pitchFamily="18" charset="0"/>
              </a:rPr>
              <a:t>com</a:t>
            </a:r>
            <a:r>
              <a:rPr lang="en-US" altLang="zh-CN" sz="2800" dirty="0">
                <a:latin typeface="Times New Roman" panose="02020503050405090304" pitchFamily="18" charset="0"/>
              </a:rPr>
              <a:t> </a:t>
            </a:r>
            <a:r>
              <a:rPr lang="zh-CN" altLang="en-US" sz="2800" dirty="0">
                <a:latin typeface="Times New Roman" panose="02020503050405090304" pitchFamily="18" charset="0"/>
              </a:rPr>
              <a:t>。</a:t>
            </a:r>
            <a:endParaRPr lang="zh-CN" altLang="en-US" sz="2800" dirty="0">
              <a:latin typeface="Times New Roman" panose="02020503050405090304" pitchFamily="18" charset="0"/>
            </a:endParaRPr>
          </a:p>
          <a:p>
            <a:pPr eaLnBrk="1" hangingPunct="1">
              <a:lnSpc>
                <a:spcPct val="80000"/>
              </a:lnSpc>
            </a:pPr>
            <a:r>
              <a:rPr lang="zh-CN" altLang="en-US" sz="2800" dirty="0">
                <a:solidFill>
                  <a:srgbClr val="FF0000"/>
                </a:solidFill>
                <a:latin typeface="Times New Roman" panose="02020503050405090304" pitchFamily="18" charset="0"/>
              </a:rPr>
              <a:t>截止电流</a:t>
            </a:r>
            <a:r>
              <a:rPr lang="zh-CN" altLang="en-US" sz="2800" i="1" dirty="0">
                <a:solidFill>
                  <a:srgbClr val="FF0000"/>
                </a:solidFill>
                <a:latin typeface="Times New Roman" panose="02020503050405090304" pitchFamily="18" charset="0"/>
              </a:rPr>
              <a:t> </a:t>
            </a:r>
            <a:r>
              <a:rPr lang="en-US" altLang="zh-CN" sz="2800" i="1" dirty="0" err="1">
                <a:solidFill>
                  <a:srgbClr val="FF0000"/>
                </a:solidFill>
                <a:latin typeface="Times New Roman" panose="02020503050405090304" pitchFamily="18" charset="0"/>
              </a:rPr>
              <a:t>I</a:t>
            </a:r>
            <a:r>
              <a:rPr lang="en-US" altLang="zh-CN" sz="2800" baseline="-25000" dirty="0" err="1">
                <a:solidFill>
                  <a:srgbClr val="FF0000"/>
                </a:solidFill>
                <a:latin typeface="Times New Roman" panose="02020503050405090304" pitchFamily="18" charset="0"/>
              </a:rPr>
              <a:t>dcr</a:t>
            </a:r>
            <a:r>
              <a:rPr lang="en-US" altLang="zh-CN" sz="2800" dirty="0">
                <a:solidFill>
                  <a:srgbClr val="FF0000"/>
                </a:solidFill>
                <a:latin typeface="Times New Roman" panose="02020503050405090304" pitchFamily="18" charset="0"/>
              </a:rPr>
              <a:t>=</a:t>
            </a:r>
            <a:r>
              <a:rPr lang="en-US" altLang="zh-CN" sz="2800" i="1" dirty="0" err="1">
                <a:solidFill>
                  <a:srgbClr val="FF0000"/>
                </a:solidFill>
                <a:latin typeface="Times New Roman" panose="02020503050405090304" pitchFamily="18" charset="0"/>
              </a:rPr>
              <a:t>U</a:t>
            </a:r>
            <a:r>
              <a:rPr lang="en-US" altLang="zh-CN" sz="2800" baseline="-25000" dirty="0" err="1">
                <a:solidFill>
                  <a:srgbClr val="FF0000"/>
                </a:solidFill>
                <a:latin typeface="Times New Roman" panose="02020503050405090304" pitchFamily="18" charset="0"/>
              </a:rPr>
              <a:t>com</a:t>
            </a:r>
            <a:r>
              <a:rPr lang="en-US" altLang="zh-CN" sz="2800" dirty="0">
                <a:solidFill>
                  <a:srgbClr val="FF0000"/>
                </a:solidFill>
                <a:latin typeface="Times New Roman" panose="02020503050405090304" pitchFamily="18" charset="0"/>
              </a:rPr>
              <a:t>/</a:t>
            </a:r>
            <a:r>
              <a:rPr lang="en-US" altLang="zh-CN" sz="2800" i="1" dirty="0">
                <a:solidFill>
                  <a:srgbClr val="FF0000"/>
                </a:solidFill>
                <a:latin typeface="Times New Roman" panose="02020503050405090304" pitchFamily="18" charset="0"/>
              </a:rPr>
              <a:t>R</a:t>
            </a:r>
            <a:r>
              <a:rPr lang="en-US" altLang="zh-CN" sz="2800" baseline="-25000" dirty="0">
                <a:solidFill>
                  <a:srgbClr val="FF0000"/>
                </a:solidFill>
                <a:latin typeface="Times New Roman" panose="02020503050405090304" pitchFamily="18" charset="0"/>
              </a:rPr>
              <a:t>s</a:t>
            </a:r>
            <a:endParaRPr lang="en-US" altLang="zh-CN" sz="2800" baseline="-25000" dirty="0">
              <a:solidFill>
                <a:srgbClr val="FF0000"/>
              </a:solidFill>
              <a:latin typeface="Times New Roman" panose="02020503050405090304" pitchFamily="18" charset="0"/>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3"/>
          <p:cNvSpPr/>
          <p:nvPr>
            <p:ph idx="1"/>
          </p:nvPr>
        </p:nvSpPr>
        <p:spPr>
          <a:xfrm>
            <a:off x="5292725" y="1916113"/>
            <a:ext cx="3095625" cy="4191000"/>
          </a:xfrm>
        </p:spPr>
        <p:txBody>
          <a:bodyPr/>
          <a:lstStyle/>
          <a:p>
            <a:pPr eaLnBrk="1" hangingPunct="1"/>
            <a:r>
              <a:rPr lang="zh-CN" altLang="en-US" dirty="0">
                <a:latin typeface="Times New Roman" panose="02020503050405090304" pitchFamily="18" charset="0"/>
              </a:rPr>
              <a:t>当输入信号</a:t>
            </a:r>
            <a:r>
              <a:rPr lang="en-US" altLang="zh-CN" i="1" dirty="0" err="1">
                <a:latin typeface="Times New Roman" panose="02020503050405090304" pitchFamily="18" charset="0"/>
              </a:rPr>
              <a:t>I</a:t>
            </a:r>
            <a:r>
              <a:rPr lang="en-US" altLang="zh-CN" baseline="-25000" dirty="0" err="1">
                <a:latin typeface="Times New Roman" panose="02020503050405090304" pitchFamily="18" charset="0"/>
              </a:rPr>
              <a:t>d</a:t>
            </a:r>
            <a:r>
              <a:rPr lang="en-US" altLang="zh-CN" i="1" dirty="0" err="1">
                <a:latin typeface="Times New Roman" panose="02020503050405090304" pitchFamily="18" charset="0"/>
              </a:rPr>
              <a:t>R</a:t>
            </a:r>
            <a:r>
              <a:rPr lang="en-US" altLang="zh-CN" baseline="-25000" dirty="0" err="1">
                <a:latin typeface="Times New Roman" panose="02020503050405090304" pitchFamily="18" charset="0"/>
              </a:rPr>
              <a:t>c</a:t>
            </a:r>
            <a:r>
              <a:rPr lang="en-US" altLang="zh-CN" dirty="0" err="1">
                <a:latin typeface="Times New Roman" panose="02020503050405090304" pitchFamily="18" charset="0"/>
              </a:rPr>
              <a:t>-</a:t>
            </a:r>
            <a:r>
              <a:rPr lang="en-US" altLang="zh-CN" i="1" dirty="0" err="1">
                <a:latin typeface="Times New Roman" panose="02020503050405090304" pitchFamily="18" charset="0"/>
              </a:rPr>
              <a:t>U</a:t>
            </a:r>
            <a:r>
              <a:rPr lang="en-US" altLang="zh-CN" baseline="-25000" dirty="0" err="1">
                <a:latin typeface="Times New Roman" panose="02020503050405090304" pitchFamily="18" charset="0"/>
              </a:rPr>
              <a:t>com</a:t>
            </a:r>
            <a:r>
              <a:rPr lang="en-US" altLang="zh-CN" dirty="0">
                <a:latin typeface="Times New Roman" panose="02020503050405090304" pitchFamily="18" charset="0"/>
              </a:rPr>
              <a:t>&gt;0</a:t>
            </a:r>
            <a:r>
              <a:rPr lang="zh-CN" altLang="en-US" dirty="0">
                <a:latin typeface="Times New Roman" panose="02020503050405090304" pitchFamily="18" charset="0"/>
              </a:rPr>
              <a:t>时，输出</a:t>
            </a:r>
            <a:r>
              <a:rPr lang="en-US" altLang="zh-CN" i="1" dirty="0" err="1">
                <a:latin typeface="Times New Roman" panose="02020503050405090304" pitchFamily="18" charset="0"/>
              </a:rPr>
              <a:t>U</a:t>
            </a:r>
            <a:r>
              <a:rPr lang="en-US" altLang="zh-CN" baseline="-25000" dirty="0" err="1">
                <a:latin typeface="Times New Roman" panose="02020503050405090304" pitchFamily="18" charset="0"/>
              </a:rPr>
              <a:t>i</a:t>
            </a:r>
            <a:r>
              <a:rPr lang="en-US" altLang="zh-CN" dirty="0">
                <a:latin typeface="Times New Roman" panose="02020503050405090304" pitchFamily="18" charset="0"/>
              </a:rPr>
              <a:t>=</a:t>
            </a:r>
            <a:r>
              <a:rPr lang="en-US" altLang="zh-CN" i="1" dirty="0" err="1">
                <a:latin typeface="Times New Roman" panose="02020503050405090304" pitchFamily="18" charset="0"/>
              </a:rPr>
              <a:t>I</a:t>
            </a:r>
            <a:r>
              <a:rPr lang="en-US" altLang="zh-CN" baseline="-25000" dirty="0" err="1">
                <a:latin typeface="Times New Roman" panose="02020503050405090304" pitchFamily="18" charset="0"/>
              </a:rPr>
              <a:t>d</a:t>
            </a:r>
            <a:r>
              <a:rPr lang="en-US" altLang="zh-CN" i="1" dirty="0" err="1">
                <a:latin typeface="Times New Roman" panose="02020503050405090304" pitchFamily="18" charset="0"/>
              </a:rPr>
              <a:t>R</a:t>
            </a:r>
            <a:r>
              <a:rPr lang="en-US" altLang="zh-CN" baseline="-25000" dirty="0" err="1">
                <a:latin typeface="Times New Roman" panose="02020503050405090304" pitchFamily="18" charset="0"/>
              </a:rPr>
              <a:t>c</a:t>
            </a:r>
            <a:r>
              <a:rPr lang="en-US" altLang="zh-CN" dirty="0" err="1">
                <a:latin typeface="Times New Roman" panose="02020503050405090304" pitchFamily="18" charset="0"/>
              </a:rPr>
              <a:t>-</a:t>
            </a:r>
            <a:r>
              <a:rPr lang="en-US" altLang="zh-CN" i="1" dirty="0" err="1">
                <a:latin typeface="Times New Roman" panose="02020503050405090304" pitchFamily="18" charset="0"/>
              </a:rPr>
              <a:t>U</a:t>
            </a:r>
            <a:r>
              <a:rPr lang="en-US" altLang="zh-CN" baseline="-25000" dirty="0" err="1">
                <a:latin typeface="Times New Roman" panose="02020503050405090304" pitchFamily="18" charset="0"/>
              </a:rPr>
              <a:t>com</a:t>
            </a:r>
            <a:r>
              <a:rPr lang="zh-CN" altLang="en-US" dirty="0">
                <a:latin typeface="Times New Roman" panose="02020503050405090304" pitchFamily="18" charset="0"/>
              </a:rPr>
              <a:t>，</a:t>
            </a:r>
            <a:endParaRPr lang="zh-CN" altLang="en-US" dirty="0">
              <a:latin typeface="Times New Roman" panose="02020503050405090304" pitchFamily="18" charset="0"/>
            </a:endParaRPr>
          </a:p>
          <a:p>
            <a:pPr eaLnBrk="1" hangingPunct="1"/>
            <a:endParaRPr lang="zh-CN" altLang="en-US" dirty="0">
              <a:latin typeface="Times New Roman" panose="02020503050405090304" pitchFamily="18" charset="0"/>
            </a:endParaRPr>
          </a:p>
          <a:p>
            <a:pPr eaLnBrk="1" hangingPunct="1"/>
            <a:r>
              <a:rPr lang="zh-CN" altLang="en-US" dirty="0">
                <a:latin typeface="Times New Roman" panose="02020503050405090304" pitchFamily="18" charset="0"/>
              </a:rPr>
              <a:t>当</a:t>
            </a:r>
            <a:r>
              <a:rPr lang="en-US" altLang="zh-CN" i="1" dirty="0" err="1">
                <a:latin typeface="Times New Roman" panose="02020503050405090304" pitchFamily="18" charset="0"/>
              </a:rPr>
              <a:t>I</a:t>
            </a:r>
            <a:r>
              <a:rPr lang="en-US" altLang="zh-CN" baseline="-25000" dirty="0" err="1">
                <a:latin typeface="Times New Roman" panose="02020503050405090304" pitchFamily="18" charset="0"/>
              </a:rPr>
              <a:t>d</a:t>
            </a:r>
            <a:r>
              <a:rPr lang="en-US" altLang="zh-CN" i="1" dirty="0" err="1">
                <a:latin typeface="Times New Roman" panose="02020503050405090304" pitchFamily="18" charset="0"/>
              </a:rPr>
              <a:t>R</a:t>
            </a:r>
            <a:r>
              <a:rPr lang="en-US" altLang="zh-CN" baseline="-25000" dirty="0" err="1">
                <a:latin typeface="Times New Roman" panose="02020503050405090304" pitchFamily="18" charset="0"/>
              </a:rPr>
              <a:t>c</a:t>
            </a:r>
            <a:r>
              <a:rPr lang="en-US" altLang="zh-CN" dirty="0" err="1">
                <a:latin typeface="Times New Roman" panose="02020503050405090304" pitchFamily="18" charset="0"/>
              </a:rPr>
              <a:t>-</a:t>
            </a:r>
            <a:r>
              <a:rPr lang="en-US" altLang="zh-CN" i="1" dirty="0" err="1">
                <a:latin typeface="Times New Roman" panose="02020503050405090304" pitchFamily="18" charset="0"/>
              </a:rPr>
              <a:t>U</a:t>
            </a:r>
            <a:r>
              <a:rPr lang="en-US" altLang="zh-CN" baseline="-25000" dirty="0" err="1">
                <a:latin typeface="Times New Roman" panose="02020503050405090304" pitchFamily="18" charset="0"/>
              </a:rPr>
              <a:t>com</a:t>
            </a:r>
            <a:r>
              <a:rPr lang="en-US" altLang="zh-CN" dirty="0">
                <a:latin typeface="Times New Roman" panose="02020503050405090304" pitchFamily="18" charset="0"/>
              </a:rPr>
              <a:t>≤</a:t>
            </a:r>
            <a:r>
              <a:rPr kumimoji="0" lang="en-US" altLang="zh-CN" dirty="0">
                <a:latin typeface="Times New Roman" panose="02020503050405090304" pitchFamily="18" charset="0"/>
              </a:rPr>
              <a:t> 0</a:t>
            </a:r>
            <a:r>
              <a:rPr lang="zh-CN" altLang="en-US" dirty="0">
                <a:latin typeface="Times New Roman" panose="02020503050405090304" pitchFamily="18" charset="0"/>
              </a:rPr>
              <a:t>时，输出</a:t>
            </a:r>
            <a:r>
              <a:rPr lang="en-US" altLang="zh-CN" i="1" dirty="0" err="1">
                <a:latin typeface="Times New Roman" panose="02020503050405090304" pitchFamily="18" charset="0"/>
              </a:rPr>
              <a:t>U</a:t>
            </a:r>
            <a:r>
              <a:rPr lang="en-US" altLang="zh-CN" baseline="-25000" dirty="0" err="1">
                <a:latin typeface="Times New Roman" panose="02020503050405090304" pitchFamily="18" charset="0"/>
              </a:rPr>
              <a:t>i</a:t>
            </a:r>
            <a:r>
              <a:rPr lang="en-US" altLang="zh-CN" dirty="0">
                <a:latin typeface="Times New Roman" panose="02020503050405090304" pitchFamily="18" charset="0"/>
              </a:rPr>
              <a:t>=0</a:t>
            </a:r>
            <a:r>
              <a:rPr lang="zh-CN" altLang="en-US" dirty="0">
                <a:latin typeface="Times New Roman" panose="02020503050405090304" pitchFamily="18" charset="0"/>
              </a:rPr>
              <a:t>。 </a:t>
            </a:r>
            <a:endParaRPr lang="zh-CN" altLang="en-US" dirty="0">
              <a:latin typeface="Times New Roman" panose="02020503050405090304" pitchFamily="18" charset="0"/>
            </a:endParaRPr>
          </a:p>
        </p:txBody>
      </p:sp>
      <p:sp>
        <p:nvSpPr>
          <p:cNvPr id="229379" name="Rectangle 5"/>
          <p:cNvSpPr/>
          <p:nvPr/>
        </p:nvSpPr>
        <p:spPr bwMode="auto">
          <a:xfrm>
            <a:off x="0" y="2728913"/>
            <a:ext cx="9144000" cy="0"/>
          </a:xfrm>
          <a:prstGeom prst="rect">
            <a:avLst/>
          </a:prstGeom>
          <a:noFill/>
          <a:ln w="9525">
            <a:noFill/>
            <a:miter lim="800000"/>
          </a:ln>
        </p:spPr>
        <p:txBody>
          <a:bodyPr wrap="none" anchor="ctr">
            <a:spAutoFit/>
          </a:bodyPr>
          <a:lstStyle/>
          <a:p>
            <a:endParaRPr lang="zh-CN" altLang="en-US"/>
          </a:p>
        </p:txBody>
      </p:sp>
      <p:sp>
        <p:nvSpPr>
          <p:cNvPr id="229380" name="Rectangle 6"/>
          <p:cNvSpPr/>
          <p:nvPr/>
        </p:nvSpPr>
        <p:spPr bwMode="auto">
          <a:xfrm>
            <a:off x="468313" y="5367724"/>
            <a:ext cx="4532010" cy="369332"/>
          </a:xfrm>
          <a:prstGeom prst="rect">
            <a:avLst/>
          </a:prstGeom>
          <a:noFill/>
          <a:ln w="9525">
            <a:noFill/>
            <a:miter lim="800000"/>
          </a:ln>
        </p:spPr>
        <p:txBody>
          <a:bodyPr wrap="none" anchor="ctr">
            <a:spAutoFit/>
          </a:bodyPr>
          <a:lstStyle/>
          <a:p>
            <a:r>
              <a:rPr lang="zh-CN" altLang="en-US" dirty="0">
                <a:solidFill>
                  <a:schemeClr val="tx1"/>
                </a:solidFill>
              </a:rPr>
              <a:t>图</a:t>
            </a:r>
            <a:r>
              <a:rPr lang="en-US" altLang="zh-CN" dirty="0">
                <a:solidFill>
                  <a:schemeClr val="tx1"/>
                </a:solidFill>
              </a:rPr>
              <a:t>3-17</a:t>
            </a:r>
            <a:r>
              <a:rPr lang="zh-CN" altLang="en-US" dirty="0">
                <a:solidFill>
                  <a:schemeClr val="tx1"/>
                </a:solidFill>
              </a:rPr>
              <a:t>电流截止负反馈环节的输入输出特性</a:t>
            </a:r>
            <a:endParaRPr lang="zh-CN" altLang="en-US" dirty="0">
              <a:solidFill>
                <a:schemeClr val="tx1"/>
              </a:solidFill>
            </a:endParaRPr>
          </a:p>
        </p:txBody>
      </p:sp>
      <p:pic>
        <p:nvPicPr>
          <p:cNvPr id="229381" name="Picture 7" descr="0239"/>
          <p:cNvPicPr>
            <a:picLocks noChangeAspect="1" noChangeArrowheads="1"/>
          </p:cNvPicPr>
          <p:nvPr/>
        </p:nvPicPr>
        <p:blipFill>
          <a:blip r:embed="rId1"/>
          <a:srcRect/>
          <a:stretch>
            <a:fillRect/>
          </a:stretch>
        </p:blipFill>
        <p:spPr bwMode="auto">
          <a:xfrm>
            <a:off x="827088" y="1989138"/>
            <a:ext cx="4175125" cy="3060700"/>
          </a:xfrm>
          <a:prstGeom prst="rect">
            <a:avLst/>
          </a:prstGeom>
          <a:noFill/>
          <a:ln w="9525">
            <a:noFill/>
            <a:miter lim="800000"/>
            <a:headEnd/>
            <a:tailEnd/>
          </a:ln>
        </p:spPr>
      </p:pic>
      <p:sp>
        <p:nvSpPr>
          <p:cNvPr id="6" name="Rectangle 2"/>
          <p:cNvSpPr/>
          <p:nvPr>
            <p:ph type="title"/>
          </p:nvPr>
        </p:nvSpPr>
        <p:spPr>
          <a:xfrm>
            <a:off x="683568" y="692696"/>
            <a:ext cx="8162925" cy="641350"/>
          </a:xfrm>
        </p:spPr>
        <p:txBody>
          <a:bodyPr/>
          <a:lstStyle/>
          <a:p>
            <a:pPr eaLnBrk="1" hangingPunct="1"/>
            <a:r>
              <a:rPr lang="en-US" altLang="zh-CN" sz="3600" b="1" dirty="0">
                <a:latin typeface="Times New Roman" panose="02020503050405090304" pitchFamily="18" charset="0"/>
              </a:rPr>
              <a:t>1</a:t>
            </a:r>
            <a:r>
              <a:rPr lang="zh-CN" altLang="en-US" sz="3600" b="1" dirty="0">
                <a:latin typeface="Times New Roman" panose="02020503050405090304" pitchFamily="18" charset="0"/>
              </a:rPr>
              <a:t>．电流截止负反馈环节特性</a:t>
            </a:r>
            <a:endParaRPr lang="zh-CN" altLang="en-US" sz="3600" b="1" dirty="0">
              <a:latin typeface="Times New Roman" panose="02020503050405090304" pitchFamily="18" charset="0"/>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5"/>
          <p:cNvSpPr/>
          <p:nvPr/>
        </p:nvSpPr>
        <p:spPr bwMode="auto">
          <a:xfrm>
            <a:off x="0" y="2271713"/>
            <a:ext cx="9144000" cy="0"/>
          </a:xfrm>
          <a:prstGeom prst="rect">
            <a:avLst/>
          </a:prstGeom>
          <a:noFill/>
          <a:ln w="9525">
            <a:noFill/>
            <a:miter lim="800000"/>
          </a:ln>
        </p:spPr>
        <p:txBody>
          <a:bodyPr wrap="none" anchor="ctr">
            <a:spAutoFit/>
          </a:bodyPr>
          <a:lstStyle/>
          <a:p>
            <a:endParaRPr lang="zh-CN" altLang="en-US"/>
          </a:p>
        </p:txBody>
      </p:sp>
      <p:sp>
        <p:nvSpPr>
          <p:cNvPr id="230403" name="Rectangle 6"/>
          <p:cNvSpPr/>
          <p:nvPr/>
        </p:nvSpPr>
        <p:spPr bwMode="auto">
          <a:xfrm>
            <a:off x="611560" y="812254"/>
            <a:ext cx="6938118" cy="400110"/>
          </a:xfrm>
          <a:prstGeom prst="rect">
            <a:avLst/>
          </a:prstGeom>
          <a:noFill/>
          <a:ln w="9525">
            <a:noFill/>
            <a:miter lim="800000"/>
          </a:ln>
        </p:spPr>
        <p:txBody>
          <a:bodyPr wrap="none" anchor="ctr">
            <a:spAutoFit/>
          </a:bodyPr>
          <a:lstStyle/>
          <a:p>
            <a:pPr algn="l"/>
            <a:r>
              <a:rPr lang="zh-CN" altLang="en-US" sz="2000" dirty="0">
                <a:solidFill>
                  <a:schemeClr val="tx1"/>
                </a:solidFill>
              </a:rPr>
              <a:t>图</a:t>
            </a:r>
            <a:r>
              <a:rPr lang="en-US" altLang="zh-CN" sz="2000" dirty="0">
                <a:solidFill>
                  <a:schemeClr val="tx1"/>
                </a:solidFill>
              </a:rPr>
              <a:t>3-18  </a:t>
            </a:r>
            <a:r>
              <a:rPr lang="zh-CN" altLang="en-US" sz="2000" dirty="0">
                <a:solidFill>
                  <a:schemeClr val="tx1"/>
                </a:solidFill>
              </a:rPr>
              <a:t>带电流截止负反馈的闭环直流调速系统稳态结构框图</a:t>
            </a:r>
            <a:endParaRPr lang="zh-CN" altLang="en-US" sz="2000" dirty="0">
              <a:solidFill>
                <a:schemeClr val="tx1"/>
              </a:solidFill>
            </a:endParaRPr>
          </a:p>
        </p:txBody>
      </p:sp>
      <p:pic>
        <p:nvPicPr>
          <p:cNvPr id="230404" name="Picture 7" descr="0240"/>
          <p:cNvPicPr>
            <a:picLocks noChangeAspect="1" noChangeArrowheads="1"/>
          </p:cNvPicPr>
          <p:nvPr/>
        </p:nvPicPr>
        <p:blipFill>
          <a:blip r:embed="rId1"/>
          <a:srcRect/>
          <a:stretch>
            <a:fillRect/>
          </a:stretch>
        </p:blipFill>
        <p:spPr bwMode="auto">
          <a:xfrm>
            <a:off x="755650" y="1412776"/>
            <a:ext cx="8064500" cy="4217988"/>
          </a:xfrm>
          <a:prstGeom prst="rect">
            <a:avLst/>
          </a:prstGeom>
          <a:noFill/>
          <a:ln w="9525">
            <a:noFill/>
            <a:miter lim="800000"/>
            <a:headEnd/>
            <a:tailEnd/>
          </a:ln>
        </p:spPr>
      </p:pic>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0" name="Rectangle 2"/>
          <p:cNvSpPr/>
          <p:nvPr>
            <p:ph type="title"/>
          </p:nvPr>
        </p:nvSpPr>
        <p:spPr>
          <a:xfrm>
            <a:off x="683568" y="620688"/>
            <a:ext cx="8162925" cy="1190625"/>
          </a:xfrm>
        </p:spPr>
        <p:txBody>
          <a:bodyPr/>
          <a:lstStyle/>
          <a:p>
            <a:pPr eaLnBrk="1" hangingPunct="1"/>
            <a:r>
              <a:rPr lang="en-US" altLang="zh-CN" sz="3600" b="1" dirty="0">
                <a:latin typeface="Times New Roman" panose="02020503050405090304" pitchFamily="18" charset="0"/>
              </a:rPr>
              <a:t>2</a:t>
            </a:r>
            <a:r>
              <a:rPr lang="zh-CN" altLang="en-US" sz="3600" b="1" dirty="0">
                <a:latin typeface="Times New Roman" panose="02020503050405090304" pitchFamily="18" charset="0"/>
              </a:rPr>
              <a:t>．带电流截止负反馈比例控制闭环直流调速系统的静特性</a:t>
            </a:r>
            <a:endParaRPr lang="zh-CN" altLang="en-US" sz="3600" b="1" dirty="0">
              <a:latin typeface="Times New Roman" panose="02020503050405090304" pitchFamily="18" charset="0"/>
            </a:endParaRPr>
          </a:p>
        </p:txBody>
      </p:sp>
      <p:sp>
        <p:nvSpPr>
          <p:cNvPr id="91141" name="Rectangle 3"/>
          <p:cNvSpPr/>
          <p:nvPr>
            <p:ph idx="1"/>
          </p:nvPr>
        </p:nvSpPr>
        <p:spPr>
          <a:xfrm>
            <a:off x="539750" y="1905000"/>
            <a:ext cx="8483600" cy="4191000"/>
          </a:xfrm>
        </p:spPr>
        <p:txBody>
          <a:bodyPr/>
          <a:lstStyle/>
          <a:p>
            <a:pPr eaLnBrk="1" hangingPunct="1">
              <a:lnSpc>
                <a:spcPct val="90000"/>
              </a:lnSpc>
            </a:pPr>
            <a:r>
              <a:rPr lang="zh-CN" altLang="en-US" dirty="0">
                <a:latin typeface="Times New Roman" panose="02020503050405090304" pitchFamily="18" charset="0"/>
              </a:rPr>
              <a:t>当</a:t>
            </a:r>
            <a:r>
              <a:rPr lang="en-US" altLang="zh-CN" i="1" dirty="0" err="1">
                <a:latin typeface="Times New Roman" panose="02020503050405090304" pitchFamily="18" charset="0"/>
              </a:rPr>
              <a:t>I</a:t>
            </a:r>
            <a:r>
              <a:rPr lang="en-US" altLang="zh-CN" baseline="-25000" dirty="0" err="1">
                <a:latin typeface="Times New Roman" panose="02020503050405090304" pitchFamily="18" charset="0"/>
              </a:rPr>
              <a:t>d</a:t>
            </a:r>
            <a:r>
              <a:rPr lang="en-US" altLang="zh-CN" dirty="0" err="1">
                <a:latin typeface="Times New Roman" panose="02020503050405090304" pitchFamily="18" charset="0"/>
              </a:rPr>
              <a:t>≤</a:t>
            </a:r>
            <a:r>
              <a:rPr lang="en-US" altLang="zh-CN" i="1" dirty="0" err="1">
                <a:latin typeface="Times New Roman" panose="02020503050405090304" pitchFamily="18" charset="0"/>
              </a:rPr>
              <a:t>I</a:t>
            </a:r>
            <a:r>
              <a:rPr lang="en-US" altLang="zh-CN" baseline="-25000" dirty="0" err="1">
                <a:latin typeface="Times New Roman" panose="02020503050405090304" pitchFamily="18" charset="0"/>
              </a:rPr>
              <a:t>dcr</a:t>
            </a:r>
            <a:r>
              <a:rPr lang="zh-CN" altLang="en-US" dirty="0">
                <a:latin typeface="Times New Roman" panose="02020503050405090304" pitchFamily="18" charset="0"/>
              </a:rPr>
              <a:t>时，电流负反馈被截止，静特性与只有转速负反馈调速系统的静特性相同，					</a:t>
            </a:r>
            <a:endParaRPr lang="zh-CN" altLang="en-US" dirty="0">
              <a:latin typeface="Times New Roman" panose="02020503050405090304" pitchFamily="18" charset="0"/>
            </a:endParaRPr>
          </a:p>
          <a:p>
            <a:pPr eaLnBrk="1" hangingPunct="1">
              <a:lnSpc>
                <a:spcPct val="90000"/>
              </a:lnSpc>
              <a:buFont typeface="Wingdings" panose="05000000000000000000" pitchFamily="2" charset="2"/>
              <a:buNone/>
            </a:pPr>
            <a:r>
              <a:rPr lang="zh-CN" altLang="en-US" dirty="0">
                <a:latin typeface="Times New Roman" panose="02020503050405090304" pitchFamily="18" charset="0"/>
              </a:rPr>
              <a:t>                                                                 （</a:t>
            </a:r>
            <a:r>
              <a:rPr lang="en-US" altLang="zh-CN" dirty="0">
                <a:latin typeface="Times New Roman" panose="02020503050405090304" pitchFamily="18" charset="0"/>
              </a:rPr>
              <a:t>3-32</a:t>
            </a:r>
            <a:r>
              <a:rPr lang="zh-CN" altLang="en-US" dirty="0">
                <a:latin typeface="Times New Roman" panose="02020503050405090304" pitchFamily="18" charset="0"/>
              </a:rPr>
              <a:t>）</a:t>
            </a:r>
            <a:endParaRPr lang="zh-CN" altLang="en-US" dirty="0">
              <a:latin typeface="Times New Roman" panose="02020503050405090304" pitchFamily="18" charset="0"/>
            </a:endParaRPr>
          </a:p>
          <a:p>
            <a:pPr eaLnBrk="1" hangingPunct="1">
              <a:lnSpc>
                <a:spcPct val="90000"/>
              </a:lnSpc>
            </a:pPr>
            <a:r>
              <a:rPr lang="zh-CN" altLang="en-US" dirty="0">
                <a:latin typeface="Times New Roman" panose="02020503050405090304" pitchFamily="18" charset="0"/>
              </a:rPr>
              <a:t>当</a:t>
            </a:r>
            <a:r>
              <a:rPr lang="en-US" altLang="zh-CN" i="1" dirty="0">
                <a:latin typeface="Times New Roman" panose="02020503050405090304" pitchFamily="18" charset="0"/>
              </a:rPr>
              <a:t>I</a:t>
            </a:r>
            <a:r>
              <a:rPr lang="en-US" altLang="zh-CN" baseline="-25000" dirty="0">
                <a:latin typeface="Times New Roman" panose="02020503050405090304" pitchFamily="18" charset="0"/>
              </a:rPr>
              <a:t>d</a:t>
            </a:r>
            <a:r>
              <a:rPr lang="en-US" altLang="zh-CN" dirty="0">
                <a:latin typeface="Times New Roman" panose="02020503050405090304" pitchFamily="18" charset="0"/>
              </a:rPr>
              <a:t>&gt;</a:t>
            </a:r>
            <a:r>
              <a:rPr lang="en-US" altLang="zh-CN" i="1" dirty="0" err="1">
                <a:latin typeface="Times New Roman" panose="02020503050405090304" pitchFamily="18" charset="0"/>
              </a:rPr>
              <a:t>I</a:t>
            </a:r>
            <a:r>
              <a:rPr lang="en-US" altLang="zh-CN" baseline="-25000" dirty="0" err="1">
                <a:latin typeface="Times New Roman" panose="02020503050405090304" pitchFamily="18" charset="0"/>
              </a:rPr>
              <a:t>dcr</a:t>
            </a:r>
            <a:r>
              <a:rPr lang="zh-CN" altLang="en-US" dirty="0">
                <a:latin typeface="Times New Roman" panose="02020503050405090304" pitchFamily="18" charset="0"/>
              </a:rPr>
              <a:t>后，引入了电流负反馈，静特性变成</a:t>
            </a:r>
            <a:endParaRPr lang="zh-CN" altLang="en-US" dirty="0">
              <a:latin typeface="Times New Roman" panose="02020503050405090304" pitchFamily="18" charset="0"/>
            </a:endParaRPr>
          </a:p>
          <a:p>
            <a:pPr eaLnBrk="1" hangingPunct="1">
              <a:lnSpc>
                <a:spcPct val="90000"/>
              </a:lnSpc>
              <a:buFont typeface="Wingdings" panose="05000000000000000000" pitchFamily="2" charset="2"/>
              <a:buNone/>
            </a:pPr>
            <a:r>
              <a:rPr lang="zh-CN" altLang="en-US" dirty="0">
                <a:latin typeface="Times New Roman" panose="02020503050405090304" pitchFamily="18" charset="0"/>
              </a:rPr>
              <a:t>		</a:t>
            </a:r>
            <a:endParaRPr lang="zh-CN" altLang="en-US" dirty="0">
              <a:latin typeface="Times New Roman" panose="02020503050405090304" pitchFamily="18" charset="0"/>
            </a:endParaRPr>
          </a:p>
          <a:p>
            <a:pPr eaLnBrk="1" hangingPunct="1">
              <a:lnSpc>
                <a:spcPct val="90000"/>
              </a:lnSpc>
              <a:buFont typeface="Wingdings" panose="05000000000000000000" pitchFamily="2" charset="2"/>
              <a:buNone/>
            </a:pPr>
            <a:r>
              <a:rPr lang="zh-CN" altLang="en-US" dirty="0">
                <a:latin typeface="Times New Roman" panose="02020503050405090304" pitchFamily="18" charset="0"/>
              </a:rPr>
              <a:t>                                                                  （</a:t>
            </a:r>
            <a:r>
              <a:rPr lang="en-US" altLang="zh-CN" dirty="0">
                <a:latin typeface="Times New Roman" panose="02020503050405090304" pitchFamily="18" charset="0"/>
              </a:rPr>
              <a:t>3-33</a:t>
            </a:r>
            <a:r>
              <a:rPr lang="zh-CN" altLang="en-US" dirty="0">
                <a:latin typeface="Times New Roman" panose="02020503050405090304" pitchFamily="18" charset="0"/>
              </a:rPr>
              <a:t>）</a:t>
            </a:r>
            <a:endParaRPr lang="zh-CN" altLang="en-US" dirty="0">
              <a:latin typeface="Times New Roman" panose="02020503050405090304" pitchFamily="18" charset="0"/>
            </a:endParaRPr>
          </a:p>
        </p:txBody>
      </p:sp>
      <p:sp>
        <p:nvSpPr>
          <p:cNvPr id="91142" name="Rectangle 5"/>
          <p:cNvSpPr/>
          <p:nvPr/>
        </p:nvSpPr>
        <p:spPr bwMode="auto">
          <a:xfrm>
            <a:off x="0" y="3186113"/>
            <a:ext cx="9144000" cy="0"/>
          </a:xfrm>
          <a:prstGeom prst="rect">
            <a:avLst/>
          </a:prstGeom>
          <a:noFill/>
          <a:ln w="9525">
            <a:noFill/>
            <a:miter lim="800000"/>
          </a:ln>
        </p:spPr>
        <p:txBody>
          <a:bodyPr wrap="none" anchor="ctr">
            <a:spAutoFit/>
          </a:bodyPr>
          <a:lstStyle/>
          <a:p>
            <a:endParaRPr lang="zh-CN" altLang="en-US"/>
          </a:p>
        </p:txBody>
      </p:sp>
      <p:graphicFrame>
        <p:nvGraphicFramePr>
          <p:cNvPr id="91138" name="Object 4"/>
          <p:cNvGraphicFramePr>
            <a:graphicFrameLocks noChangeAspect="1"/>
          </p:cNvGraphicFramePr>
          <p:nvPr/>
        </p:nvGraphicFramePr>
        <p:xfrm>
          <a:off x="2339752" y="2713038"/>
          <a:ext cx="3240088" cy="946150"/>
        </p:xfrm>
        <a:graphic>
          <a:graphicData uri="http://schemas.openxmlformats.org/presentationml/2006/ole">
            <mc:AlternateContent xmlns:mc="http://schemas.openxmlformats.org/markup-compatibility/2006">
              <mc:Choice xmlns:v="urn:schemas-microsoft-com:vml" Requires="v">
                <p:oleObj spid="_x0000_s38404" name="公式" r:id="rId1" imgW="1663700" imgH="482600" progId="Equation.3">
                  <p:embed/>
                </p:oleObj>
              </mc:Choice>
              <mc:Fallback>
                <p:oleObj name="公式" r:id="rId1" imgW="1663700" imgH="4826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752" y="2713038"/>
                        <a:ext cx="3240088" cy="946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1143" name="Rectangle 7"/>
          <p:cNvSpPr/>
          <p:nvPr/>
        </p:nvSpPr>
        <p:spPr bwMode="auto">
          <a:xfrm>
            <a:off x="0" y="2957513"/>
            <a:ext cx="9144000" cy="0"/>
          </a:xfrm>
          <a:prstGeom prst="rect">
            <a:avLst/>
          </a:prstGeom>
          <a:noFill/>
          <a:ln w="9525">
            <a:noFill/>
            <a:miter lim="800000"/>
          </a:ln>
        </p:spPr>
        <p:txBody>
          <a:bodyPr wrap="none" anchor="ctr">
            <a:spAutoFit/>
          </a:bodyPr>
          <a:lstStyle/>
          <a:p>
            <a:endParaRPr lang="zh-CN" altLang="en-US"/>
          </a:p>
        </p:txBody>
      </p:sp>
      <p:graphicFrame>
        <p:nvGraphicFramePr>
          <p:cNvPr id="91139" name="Object 6"/>
          <p:cNvGraphicFramePr>
            <a:graphicFrameLocks noChangeAspect="1"/>
          </p:cNvGraphicFramePr>
          <p:nvPr/>
        </p:nvGraphicFramePr>
        <p:xfrm>
          <a:off x="467544" y="4149080"/>
          <a:ext cx="6265862" cy="1819275"/>
        </p:xfrm>
        <a:graphic>
          <a:graphicData uri="http://schemas.openxmlformats.org/presentationml/2006/ole">
            <mc:AlternateContent xmlns:mc="http://schemas.openxmlformats.org/markup-compatibility/2006">
              <mc:Choice xmlns:v="urn:schemas-microsoft-com:vml" Requires="v">
                <p:oleObj spid="_x0000_s2" name="公式" r:id="rId3" imgW="3251200" imgH="939800" progId="Equation.3">
                  <p:embed/>
                </p:oleObj>
              </mc:Choice>
              <mc:Fallback>
                <p:oleObj name="公式" r:id="rId3" imgW="3251200" imgH="9398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4" y="4149080"/>
                        <a:ext cx="6265862" cy="1819275"/>
                      </a:xfrm>
                      <a:prstGeom prst="rect">
                        <a:avLst/>
                      </a:prstGeom>
                      <a:noFill/>
                      <a:ln>
                        <a:solidFill>
                          <a:srgbClr val="C00000"/>
                        </a:solidFill>
                      </a:ln>
                    </p:spPr>
                  </p:pic>
                </p:oleObj>
              </mc:Fallback>
            </mc:AlternateContent>
          </a:graphicData>
        </a:graphic>
      </p:graphicFrame>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5"/>
          <p:cNvSpPr/>
          <p:nvPr/>
        </p:nvSpPr>
        <p:spPr bwMode="auto">
          <a:xfrm>
            <a:off x="250825" y="5805488"/>
            <a:ext cx="6647974" cy="369332"/>
          </a:xfrm>
          <a:prstGeom prst="rect">
            <a:avLst/>
          </a:prstGeom>
          <a:noFill/>
          <a:ln w="9525">
            <a:noFill/>
            <a:miter lim="800000"/>
          </a:ln>
        </p:spPr>
        <p:txBody>
          <a:bodyPr wrap="none" anchor="ctr">
            <a:spAutoFit/>
          </a:bodyPr>
          <a:lstStyle/>
          <a:p>
            <a:r>
              <a:rPr lang="zh-CN" altLang="en-US" dirty="0">
                <a:solidFill>
                  <a:schemeClr val="tx1"/>
                </a:solidFill>
              </a:rPr>
              <a:t>图</a:t>
            </a:r>
            <a:r>
              <a:rPr lang="en-US" altLang="zh-CN" dirty="0">
                <a:solidFill>
                  <a:schemeClr val="tx1"/>
                </a:solidFill>
              </a:rPr>
              <a:t>3-19	</a:t>
            </a:r>
            <a:r>
              <a:rPr lang="zh-CN" altLang="en-US" dirty="0">
                <a:solidFill>
                  <a:schemeClr val="tx1"/>
                </a:solidFill>
              </a:rPr>
              <a:t>带电流截止负反馈比例控制闭环直流调速系统的静特性</a:t>
            </a:r>
            <a:endParaRPr lang="zh-CN" altLang="en-US" dirty="0">
              <a:solidFill>
                <a:schemeClr val="tx1"/>
              </a:solidFill>
            </a:endParaRPr>
          </a:p>
        </p:txBody>
      </p:sp>
      <p:sp>
        <p:nvSpPr>
          <p:cNvPr id="231427" name="Rectangle 7"/>
          <p:cNvSpPr/>
          <p:nvPr>
            <p:ph idx="1"/>
          </p:nvPr>
        </p:nvSpPr>
        <p:spPr>
          <a:xfrm>
            <a:off x="5369243" y="1412776"/>
            <a:ext cx="3059112" cy="4191000"/>
          </a:xfrm>
        </p:spPr>
        <p:txBody>
          <a:bodyPr/>
          <a:lstStyle/>
          <a:p>
            <a:pPr eaLnBrk="1" hangingPunct="1"/>
            <a:r>
              <a:rPr lang="en-US" altLang="zh-CN" dirty="0">
                <a:latin typeface="Times New Roman" panose="02020503050405090304" pitchFamily="18" charset="0"/>
              </a:rPr>
              <a:t>CA</a:t>
            </a:r>
            <a:r>
              <a:rPr lang="zh-CN" altLang="en-US" dirty="0">
                <a:latin typeface="Times New Roman" panose="02020503050405090304" pitchFamily="18" charset="0"/>
              </a:rPr>
              <a:t>段 </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eaLnBrk="1" hangingPunct="1">
              <a:buFont typeface="Wingdings" panose="05000000000000000000" pitchFamily="2" charset="2"/>
              <a:buNone/>
            </a:pPr>
            <a:r>
              <a:rPr lang="en-US" altLang="zh-CN" dirty="0">
                <a:latin typeface="Times New Roman" panose="02020503050405090304" pitchFamily="18" charset="0"/>
              </a:rPr>
              <a:t>   </a:t>
            </a:r>
            <a:r>
              <a:rPr lang="zh-CN" altLang="en-US" dirty="0">
                <a:latin typeface="Times New Roman" panose="02020503050405090304" pitchFamily="18" charset="0"/>
              </a:rPr>
              <a:t>电流负反馈被截止 </a:t>
            </a:r>
            <a:endParaRPr lang="zh-CN" altLang="en-US" dirty="0">
              <a:latin typeface="Times New Roman" panose="02020503050405090304" pitchFamily="18" charset="0"/>
            </a:endParaRPr>
          </a:p>
          <a:p>
            <a:pPr eaLnBrk="1" hangingPunct="1"/>
            <a:r>
              <a:rPr lang="en-US" altLang="zh-CN" dirty="0">
                <a:latin typeface="Times New Roman" panose="02020503050405090304" pitchFamily="18" charset="0"/>
              </a:rPr>
              <a:t>AB</a:t>
            </a:r>
            <a:r>
              <a:rPr lang="zh-CN" altLang="en-US" dirty="0">
                <a:latin typeface="Times New Roman" panose="02020503050405090304" pitchFamily="18" charset="0"/>
              </a:rPr>
              <a:t>段 </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eaLnBrk="1" hangingPunct="1">
              <a:buFont typeface="Wingdings" panose="05000000000000000000" pitchFamily="2" charset="2"/>
              <a:buNone/>
            </a:pPr>
            <a:r>
              <a:rPr lang="en-US" altLang="zh-CN" dirty="0">
                <a:latin typeface="Times New Roman" panose="02020503050405090304" pitchFamily="18" charset="0"/>
              </a:rPr>
              <a:t>   </a:t>
            </a:r>
            <a:r>
              <a:rPr lang="zh-CN" altLang="en-US" dirty="0">
                <a:latin typeface="Times New Roman" panose="02020503050405090304" pitchFamily="18" charset="0"/>
              </a:rPr>
              <a:t>电流负反馈起作用 </a:t>
            </a:r>
            <a:endParaRPr lang="zh-CN" altLang="en-US" dirty="0">
              <a:latin typeface="Times New Roman" panose="02020503050405090304" pitchFamily="18" charset="0"/>
            </a:endParaRPr>
          </a:p>
        </p:txBody>
      </p:sp>
      <p:pic>
        <p:nvPicPr>
          <p:cNvPr id="231428" name="Picture 8" descr="0241"/>
          <p:cNvPicPr>
            <a:picLocks noChangeAspect="1" noChangeArrowheads="1"/>
          </p:cNvPicPr>
          <p:nvPr/>
        </p:nvPicPr>
        <p:blipFill>
          <a:blip r:embed="rId1"/>
          <a:srcRect/>
          <a:stretch>
            <a:fillRect/>
          </a:stretch>
        </p:blipFill>
        <p:spPr bwMode="auto">
          <a:xfrm>
            <a:off x="1763713" y="1844675"/>
            <a:ext cx="3467100" cy="3633788"/>
          </a:xfrm>
          <a:prstGeom prst="rect">
            <a:avLst/>
          </a:prstGeom>
          <a:noFill/>
          <a:ln w="9525">
            <a:noFill/>
            <a:miter lim="800000"/>
            <a:headEnd/>
            <a:tailEnd/>
          </a:ln>
        </p:spPr>
      </p:pic>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4" name="Rectangle 2"/>
          <p:cNvSpPr/>
          <p:nvPr>
            <p:ph type="title"/>
          </p:nvPr>
        </p:nvSpPr>
        <p:spPr/>
        <p:txBody>
          <a:bodyPr/>
          <a:lstStyle/>
          <a:p>
            <a:pPr eaLnBrk="1" hangingPunct="1"/>
            <a:endParaRPr lang="zh-CN" altLang="zh-CN"/>
          </a:p>
        </p:txBody>
      </p:sp>
      <p:sp>
        <p:nvSpPr>
          <p:cNvPr id="92165" name="Rectangle 3"/>
          <p:cNvSpPr/>
          <p:nvPr>
            <p:ph idx="1"/>
          </p:nvPr>
        </p:nvSpPr>
        <p:spPr/>
        <p:txBody>
          <a:bodyPr/>
          <a:lstStyle/>
          <a:p>
            <a:pPr eaLnBrk="1" hangingPunct="1"/>
            <a:r>
              <a:rPr lang="zh-CN" altLang="en-US" dirty="0"/>
              <a:t>电流负反馈的作用相当于在主电路中串入一个大电阻               。</a:t>
            </a:r>
            <a:endParaRPr lang="zh-CN" altLang="en-US" dirty="0"/>
          </a:p>
          <a:p>
            <a:pPr eaLnBrk="1" hangingPunct="1"/>
            <a:r>
              <a:rPr lang="zh-CN" altLang="en-US" dirty="0"/>
              <a:t>比较电压与给定电压的作用一致，好象把理想空载转速提高到 </a:t>
            </a:r>
            <a:endParaRPr lang="zh-CN" altLang="en-US" dirty="0"/>
          </a:p>
        </p:txBody>
      </p:sp>
      <p:sp>
        <p:nvSpPr>
          <p:cNvPr id="92166" name="Rectangle 5"/>
          <p:cNvSpPr/>
          <p:nvPr/>
        </p:nvSpPr>
        <p:spPr bwMode="auto">
          <a:xfrm>
            <a:off x="0" y="3186113"/>
            <a:ext cx="9144000" cy="0"/>
          </a:xfrm>
          <a:prstGeom prst="rect">
            <a:avLst/>
          </a:prstGeom>
          <a:noFill/>
          <a:ln w="9525">
            <a:noFill/>
            <a:miter lim="800000"/>
          </a:ln>
        </p:spPr>
        <p:txBody>
          <a:bodyPr wrap="none" anchor="ctr">
            <a:spAutoFit/>
          </a:bodyPr>
          <a:lstStyle/>
          <a:p>
            <a:endParaRPr lang="zh-CN" altLang="en-US"/>
          </a:p>
        </p:txBody>
      </p:sp>
      <p:graphicFrame>
        <p:nvGraphicFramePr>
          <p:cNvPr id="92162" name="Object 4"/>
          <p:cNvGraphicFramePr>
            <a:graphicFrameLocks noChangeAspect="1"/>
          </p:cNvGraphicFramePr>
          <p:nvPr/>
        </p:nvGraphicFramePr>
        <p:xfrm>
          <a:off x="2051720" y="3868183"/>
          <a:ext cx="3529013" cy="1154112"/>
        </p:xfrm>
        <a:graphic>
          <a:graphicData uri="http://schemas.openxmlformats.org/presentationml/2006/ole">
            <mc:AlternateContent xmlns:mc="http://schemas.openxmlformats.org/markup-compatibility/2006">
              <mc:Choice xmlns:v="urn:schemas-microsoft-com:vml" Requires="v">
                <p:oleObj spid="_x0000_s38404" name="公式" r:id="rId1" imgW="1485900" imgH="482600" progId="Equation.3">
                  <p:embed/>
                </p:oleObj>
              </mc:Choice>
              <mc:Fallback>
                <p:oleObj name="公式" r:id="rId1" imgW="1485900" imgH="4826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3868183"/>
                        <a:ext cx="3529013" cy="1154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167" name="Rectangle 6"/>
          <p:cNvSpPr/>
          <p:nvPr/>
        </p:nvSpPr>
        <p:spPr bwMode="auto">
          <a:xfrm>
            <a:off x="6372225" y="4652963"/>
            <a:ext cx="1120820" cy="369332"/>
          </a:xfrm>
          <a:prstGeom prst="rect">
            <a:avLst/>
          </a:prstGeom>
          <a:noFill/>
          <a:ln w="9525">
            <a:noFill/>
            <a:miter lim="800000"/>
          </a:ln>
        </p:spPr>
        <p:txBody>
          <a:bodyPr wrap="none" anchor="ctr">
            <a:spAutoFit/>
          </a:bodyPr>
          <a:lstStyle/>
          <a:p>
            <a:pPr algn="l"/>
            <a:r>
              <a:rPr lang="zh-CN" altLang="en-US" dirty="0">
                <a:solidFill>
                  <a:schemeClr val="tx1"/>
                </a:solidFill>
              </a:rPr>
              <a:t>（</a:t>
            </a:r>
            <a:r>
              <a:rPr lang="en-US" altLang="zh-CN" dirty="0">
                <a:solidFill>
                  <a:schemeClr val="tx1"/>
                </a:solidFill>
              </a:rPr>
              <a:t>3-34</a:t>
            </a:r>
            <a:r>
              <a:rPr lang="zh-CN" altLang="en-US" dirty="0">
                <a:solidFill>
                  <a:schemeClr val="tx1"/>
                </a:solidFill>
              </a:rPr>
              <a:t>） </a:t>
            </a:r>
            <a:endParaRPr lang="zh-CN" altLang="en-US" dirty="0">
              <a:solidFill>
                <a:schemeClr val="tx1"/>
              </a:solidFill>
            </a:endParaRPr>
          </a:p>
        </p:txBody>
      </p:sp>
      <p:sp>
        <p:nvSpPr>
          <p:cNvPr id="92168" name="Rectangle 8"/>
          <p:cNvSpPr/>
          <p:nvPr/>
        </p:nvSpPr>
        <p:spPr bwMode="auto">
          <a:xfrm>
            <a:off x="0" y="3309938"/>
            <a:ext cx="9144000" cy="0"/>
          </a:xfrm>
          <a:prstGeom prst="rect">
            <a:avLst/>
          </a:prstGeom>
          <a:noFill/>
          <a:ln w="9525">
            <a:noFill/>
            <a:miter lim="800000"/>
          </a:ln>
        </p:spPr>
        <p:txBody>
          <a:bodyPr wrap="none" anchor="ctr">
            <a:spAutoFit/>
          </a:bodyPr>
          <a:lstStyle/>
          <a:p>
            <a:endParaRPr lang="zh-CN" altLang="en-US"/>
          </a:p>
        </p:txBody>
      </p:sp>
      <p:graphicFrame>
        <p:nvGraphicFramePr>
          <p:cNvPr id="92163" name="Object 7"/>
          <p:cNvGraphicFramePr>
            <a:graphicFrameLocks noChangeAspect="1"/>
          </p:cNvGraphicFramePr>
          <p:nvPr/>
        </p:nvGraphicFramePr>
        <p:xfrm>
          <a:off x="2123728" y="1700808"/>
          <a:ext cx="1368425" cy="581025"/>
        </p:xfrm>
        <a:graphic>
          <a:graphicData uri="http://schemas.openxmlformats.org/presentationml/2006/ole">
            <mc:AlternateContent xmlns:mc="http://schemas.openxmlformats.org/markup-compatibility/2006">
              <mc:Choice xmlns:v="urn:schemas-microsoft-com:vml" Requires="v">
                <p:oleObj spid="_x0000_s2" name="公式" r:id="rId3" imgW="558800" imgH="241300" progId="Equation.3">
                  <p:embed/>
                </p:oleObj>
              </mc:Choice>
              <mc:Fallback>
                <p:oleObj name="公式" r:id="rId3" imgW="558800" imgH="2413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3728" y="1700808"/>
                        <a:ext cx="1368425" cy="581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8" name="Rectangle 2"/>
          <p:cNvSpPr/>
          <p:nvPr>
            <p:ph type="title"/>
          </p:nvPr>
        </p:nvSpPr>
        <p:spPr/>
        <p:txBody>
          <a:bodyPr/>
          <a:lstStyle/>
          <a:p>
            <a:pPr eaLnBrk="1" hangingPunct="1"/>
            <a:r>
              <a:rPr lang="zh-CN" altLang="en-US" dirty="0"/>
              <a:t>电流截止负反馈系统参数计算</a:t>
            </a:r>
            <a:endParaRPr lang="zh-CN" altLang="zh-CN" dirty="0"/>
          </a:p>
        </p:txBody>
      </p:sp>
      <p:sp>
        <p:nvSpPr>
          <p:cNvPr id="93189" name="Rectangle 3"/>
          <p:cNvSpPr/>
          <p:nvPr>
            <p:ph idx="1"/>
          </p:nvPr>
        </p:nvSpPr>
        <p:spPr>
          <a:xfrm>
            <a:off x="755576" y="1556792"/>
            <a:ext cx="8110537" cy="4953000"/>
          </a:xfrm>
        </p:spPr>
        <p:txBody>
          <a:bodyPr/>
          <a:lstStyle/>
          <a:p>
            <a:pPr eaLnBrk="1" hangingPunct="1">
              <a:lnSpc>
                <a:spcPct val="90000"/>
              </a:lnSpc>
            </a:pPr>
            <a:r>
              <a:rPr lang="zh-CN" altLang="en-US" sz="2800" dirty="0">
                <a:latin typeface="Times New Roman" panose="02020503050405090304" pitchFamily="18" charset="0"/>
              </a:rPr>
              <a:t>令</a:t>
            </a:r>
            <a:r>
              <a:rPr lang="en-US" altLang="zh-CN" sz="2800" i="1" dirty="0">
                <a:latin typeface="Times New Roman" panose="02020503050405090304" pitchFamily="18" charset="0"/>
              </a:rPr>
              <a:t>n</a:t>
            </a:r>
            <a:r>
              <a:rPr lang="en-US" altLang="zh-CN" sz="2800" dirty="0">
                <a:latin typeface="Times New Roman" panose="02020503050405090304" pitchFamily="18" charset="0"/>
              </a:rPr>
              <a:t>=0</a:t>
            </a:r>
            <a:r>
              <a:rPr lang="zh-CN" altLang="en-US" sz="2800" dirty="0">
                <a:latin typeface="Times New Roman" panose="02020503050405090304" pitchFamily="18" charset="0"/>
              </a:rPr>
              <a:t>，得到堵转电流</a:t>
            </a:r>
            <a:r>
              <a:rPr lang="en-US" altLang="zh-CN" sz="2800" i="1" dirty="0" err="1">
                <a:latin typeface="Times New Roman" panose="02020503050405090304" pitchFamily="18" charset="0"/>
              </a:rPr>
              <a:t>I</a:t>
            </a:r>
            <a:r>
              <a:rPr lang="en-US" altLang="zh-CN" i="1" baseline="-25000" dirty="0" err="1">
                <a:latin typeface="Times New Roman" panose="02020503050405090304" pitchFamily="18" charset="0"/>
              </a:rPr>
              <a:t>db</a:t>
            </a:r>
            <a:r>
              <a:rPr lang="en-US" altLang="zh-CN" sz="2800" baseline="-25000" dirty="0" err="1">
                <a:latin typeface="Times New Roman" panose="02020503050405090304" pitchFamily="18" charset="0"/>
              </a:rPr>
              <a:t>l</a:t>
            </a:r>
            <a:r>
              <a:rPr lang="en-US" altLang="zh-CN" sz="2800" dirty="0">
                <a:latin typeface="Times New Roman" panose="02020503050405090304" pitchFamily="18" charset="0"/>
              </a:rPr>
              <a:t> </a:t>
            </a:r>
            <a:r>
              <a:rPr lang="zh-CN" altLang="en-US" sz="2800" dirty="0">
                <a:latin typeface="Times New Roman" panose="02020503050405090304" pitchFamily="18" charset="0"/>
              </a:rPr>
              <a:t>，</a:t>
            </a:r>
            <a:endParaRPr lang="zh-CN" altLang="en-US" sz="2800" dirty="0">
              <a:latin typeface="Times New Roman" panose="02020503050405090304" pitchFamily="18" charset="0"/>
            </a:endParaRPr>
          </a:p>
          <a:p>
            <a:pPr eaLnBrk="1" hangingPunct="1">
              <a:lnSpc>
                <a:spcPct val="90000"/>
              </a:lnSpc>
              <a:buFont typeface="Wingdings" panose="05000000000000000000" pitchFamily="2" charset="2"/>
              <a:buNone/>
            </a:pPr>
            <a:r>
              <a:rPr lang="zh-CN" altLang="en-US" sz="2800" dirty="0">
                <a:latin typeface="Times New Roman" panose="02020503050405090304" pitchFamily="18" charset="0"/>
              </a:rPr>
              <a:t>						</a:t>
            </a:r>
            <a:endParaRPr lang="zh-CN" altLang="en-US" sz="2800" dirty="0">
              <a:latin typeface="Times New Roman" panose="02020503050405090304" pitchFamily="18" charset="0"/>
            </a:endParaRPr>
          </a:p>
          <a:p>
            <a:pPr eaLnBrk="1" hangingPunct="1">
              <a:lnSpc>
                <a:spcPct val="90000"/>
              </a:lnSpc>
              <a:buFont typeface="Wingdings" panose="05000000000000000000" pitchFamily="2" charset="2"/>
              <a:buNone/>
            </a:pPr>
            <a:r>
              <a:rPr lang="zh-CN" altLang="en-US" sz="2800" dirty="0">
                <a:latin typeface="Times New Roman" panose="02020503050405090304" pitchFamily="18" charset="0"/>
              </a:rPr>
              <a:t>                                             （</a:t>
            </a:r>
            <a:r>
              <a:rPr lang="en-US" altLang="zh-CN" sz="2800" dirty="0">
                <a:latin typeface="Times New Roman" panose="02020503050405090304" pitchFamily="18" charset="0"/>
              </a:rPr>
              <a:t>3-35</a:t>
            </a:r>
            <a:r>
              <a:rPr lang="zh-CN" altLang="en-US" sz="2800" dirty="0">
                <a:latin typeface="Times New Roman" panose="02020503050405090304" pitchFamily="18" charset="0"/>
              </a:rPr>
              <a:t>）</a:t>
            </a:r>
            <a:endParaRPr lang="zh-CN" altLang="en-US" sz="2800" dirty="0">
              <a:latin typeface="Times New Roman" panose="02020503050405090304" pitchFamily="18" charset="0"/>
            </a:endParaRPr>
          </a:p>
          <a:p>
            <a:pPr eaLnBrk="1" hangingPunct="1">
              <a:lnSpc>
                <a:spcPct val="90000"/>
              </a:lnSpc>
            </a:pPr>
            <a:r>
              <a:rPr lang="zh-CN" altLang="en-US" sz="2800" dirty="0">
                <a:latin typeface="Times New Roman" panose="02020503050405090304" pitchFamily="18" charset="0"/>
              </a:rPr>
              <a:t>一般</a:t>
            </a:r>
            <a:r>
              <a:rPr lang="en-US" altLang="zh-CN" sz="2800" i="1" dirty="0" err="1">
                <a:latin typeface="Times New Roman" panose="02020503050405090304" pitchFamily="18" charset="0"/>
              </a:rPr>
              <a:t>K</a:t>
            </a:r>
            <a:r>
              <a:rPr lang="en-US" altLang="zh-CN" sz="2800" baseline="-25000" dirty="0" err="1">
                <a:latin typeface="Times New Roman" panose="02020503050405090304" pitchFamily="18" charset="0"/>
              </a:rPr>
              <a:t>p</a:t>
            </a:r>
            <a:r>
              <a:rPr lang="en-US" altLang="zh-CN" sz="2800" i="1" dirty="0" err="1">
                <a:latin typeface="Times New Roman" panose="02020503050405090304" pitchFamily="18" charset="0"/>
              </a:rPr>
              <a:t>K</a:t>
            </a:r>
            <a:r>
              <a:rPr lang="en-US" altLang="zh-CN" sz="2800" baseline="-25000" dirty="0" err="1">
                <a:latin typeface="Times New Roman" panose="02020503050405090304" pitchFamily="18" charset="0"/>
              </a:rPr>
              <a:t>s</a:t>
            </a:r>
            <a:r>
              <a:rPr lang="en-US" altLang="zh-CN" sz="2800" i="1" dirty="0" err="1">
                <a:latin typeface="Times New Roman" panose="02020503050405090304" pitchFamily="18" charset="0"/>
              </a:rPr>
              <a:t>R</a:t>
            </a:r>
            <a:r>
              <a:rPr lang="en-US" altLang="zh-CN" sz="2800" baseline="-25000" dirty="0" err="1">
                <a:latin typeface="Times New Roman" panose="02020503050405090304" pitchFamily="18" charset="0"/>
              </a:rPr>
              <a:t>s</a:t>
            </a:r>
            <a:r>
              <a:rPr lang="en-US" altLang="zh-CN" sz="2800" dirty="0">
                <a:latin typeface="Times New Roman" panose="02020503050405090304" pitchFamily="18" charset="0"/>
              </a:rPr>
              <a:t>&gt;&gt;R</a:t>
            </a:r>
            <a:r>
              <a:rPr lang="zh-CN" altLang="en-US" sz="2800" dirty="0">
                <a:latin typeface="Times New Roman" panose="02020503050405090304" pitchFamily="18" charset="0"/>
              </a:rPr>
              <a:t>，因此</a:t>
            </a:r>
            <a:endParaRPr lang="zh-CN" altLang="en-US" sz="2800" dirty="0">
              <a:latin typeface="Times New Roman" panose="02020503050405090304" pitchFamily="18" charset="0"/>
            </a:endParaRPr>
          </a:p>
          <a:p>
            <a:pPr eaLnBrk="1" hangingPunct="1">
              <a:lnSpc>
                <a:spcPct val="90000"/>
              </a:lnSpc>
              <a:buFont typeface="Wingdings" panose="05000000000000000000" pitchFamily="2" charset="2"/>
              <a:buNone/>
            </a:pPr>
            <a:r>
              <a:rPr lang="zh-CN" altLang="en-US" sz="2800" dirty="0">
                <a:latin typeface="Times New Roman" panose="02020503050405090304" pitchFamily="18" charset="0"/>
              </a:rPr>
              <a:t>								</a:t>
            </a:r>
            <a:endParaRPr lang="zh-CN" altLang="en-US" sz="2800" dirty="0">
              <a:latin typeface="Times New Roman" panose="02020503050405090304" pitchFamily="18" charset="0"/>
            </a:endParaRPr>
          </a:p>
          <a:p>
            <a:pPr eaLnBrk="1" hangingPunct="1">
              <a:lnSpc>
                <a:spcPct val="90000"/>
              </a:lnSpc>
              <a:buFont typeface="Wingdings" panose="05000000000000000000" pitchFamily="2" charset="2"/>
              <a:buNone/>
            </a:pPr>
            <a:r>
              <a:rPr lang="zh-CN" altLang="en-US" sz="2800" dirty="0">
                <a:latin typeface="Times New Roman" panose="02020503050405090304" pitchFamily="18" charset="0"/>
              </a:rPr>
              <a:t>                                             （</a:t>
            </a:r>
            <a:r>
              <a:rPr lang="en-US" altLang="zh-CN" sz="2800" dirty="0">
                <a:latin typeface="Times New Roman" panose="02020503050405090304" pitchFamily="18" charset="0"/>
              </a:rPr>
              <a:t>3-36</a:t>
            </a:r>
            <a:r>
              <a:rPr lang="zh-CN" altLang="en-US" sz="2800" dirty="0">
                <a:latin typeface="Times New Roman" panose="02020503050405090304" pitchFamily="18" charset="0"/>
              </a:rPr>
              <a:t>）</a:t>
            </a:r>
            <a:endParaRPr lang="zh-CN" altLang="en-US" sz="2800" dirty="0">
              <a:latin typeface="Times New Roman" panose="02020503050405090304" pitchFamily="18" charset="0"/>
            </a:endParaRPr>
          </a:p>
          <a:p>
            <a:pPr eaLnBrk="1" hangingPunct="1">
              <a:lnSpc>
                <a:spcPct val="90000"/>
              </a:lnSpc>
            </a:pPr>
            <a:r>
              <a:rPr lang="en-US" altLang="zh-CN" sz="2800" i="1" dirty="0" err="1">
                <a:latin typeface="Times New Roman" panose="02020503050405090304" pitchFamily="18" charset="0"/>
              </a:rPr>
              <a:t>I</a:t>
            </a:r>
            <a:r>
              <a:rPr lang="en-US" altLang="zh-CN" i="1" baseline="-25000" dirty="0" err="1">
                <a:latin typeface="Times New Roman" panose="02020503050405090304" pitchFamily="18" charset="0"/>
              </a:rPr>
              <a:t>d</a:t>
            </a:r>
            <a:r>
              <a:rPr lang="en-US" altLang="zh-CN" sz="2800" baseline="-25000" dirty="0" err="1">
                <a:latin typeface="Times New Roman" panose="02020503050405090304" pitchFamily="18" charset="0"/>
              </a:rPr>
              <a:t>bl</a:t>
            </a:r>
            <a:r>
              <a:rPr lang="zh-CN" altLang="en-US" sz="2800" dirty="0">
                <a:latin typeface="Times New Roman" panose="02020503050405090304" pitchFamily="18" charset="0"/>
              </a:rPr>
              <a:t>应小于电动机允许的最大电流，一般为</a:t>
            </a:r>
            <a:endParaRPr lang="zh-CN" altLang="en-US" sz="2800" dirty="0">
              <a:latin typeface="Times New Roman" panose="02020503050405090304" pitchFamily="18" charset="0"/>
            </a:endParaRPr>
          </a:p>
          <a:p>
            <a:pPr eaLnBrk="1" hangingPunct="1">
              <a:lnSpc>
                <a:spcPct val="90000"/>
              </a:lnSpc>
              <a:buFont typeface="Wingdings" panose="05000000000000000000" pitchFamily="2" charset="2"/>
              <a:buNone/>
            </a:pPr>
            <a:r>
              <a:rPr lang="zh-CN" altLang="en-US" sz="2800" dirty="0">
                <a:latin typeface="Times New Roman" panose="02020503050405090304" pitchFamily="18" charset="0"/>
              </a:rPr>
              <a:t>                </a:t>
            </a:r>
            <a:r>
              <a:rPr lang="en-US" altLang="zh-CN" sz="2800" i="1" dirty="0" err="1">
                <a:latin typeface="Times New Roman" panose="02020503050405090304" pitchFamily="18" charset="0"/>
              </a:rPr>
              <a:t>I</a:t>
            </a:r>
            <a:r>
              <a:rPr lang="en-US" altLang="zh-CN" i="1" baseline="-25000" dirty="0" err="1">
                <a:latin typeface="Times New Roman" panose="02020503050405090304" pitchFamily="18" charset="0"/>
              </a:rPr>
              <a:t>d</a:t>
            </a:r>
            <a:r>
              <a:rPr lang="en-US" altLang="zh-CN" sz="2800" baseline="-25000" dirty="0" err="1">
                <a:latin typeface="Times New Roman" panose="02020503050405090304" pitchFamily="18" charset="0"/>
              </a:rPr>
              <a:t>bl</a:t>
            </a:r>
            <a:r>
              <a:rPr lang="en-US" altLang="zh-CN" sz="2800" dirty="0">
                <a:latin typeface="Times New Roman" panose="02020503050405090304" pitchFamily="18" charset="0"/>
              </a:rPr>
              <a:t> =</a:t>
            </a:r>
            <a:r>
              <a:rPr lang="zh-CN" altLang="en-US" sz="2800" dirty="0">
                <a:latin typeface="Times New Roman" panose="02020503050405090304" pitchFamily="18" charset="0"/>
              </a:rPr>
              <a:t>（</a:t>
            </a:r>
            <a:r>
              <a:rPr lang="en-US" altLang="zh-CN" sz="2800" dirty="0">
                <a:latin typeface="Times New Roman" panose="02020503050405090304" pitchFamily="18" charset="0"/>
              </a:rPr>
              <a:t>1.5~2</a:t>
            </a:r>
            <a:r>
              <a:rPr lang="zh-CN" altLang="en-US" sz="2800" dirty="0">
                <a:latin typeface="Times New Roman" panose="02020503050405090304" pitchFamily="18" charset="0"/>
              </a:rPr>
              <a:t>）</a:t>
            </a:r>
            <a:r>
              <a:rPr lang="en-US" altLang="zh-CN" sz="2800" i="1" dirty="0">
                <a:latin typeface="Times New Roman" panose="02020503050405090304" pitchFamily="18" charset="0"/>
              </a:rPr>
              <a:t>I</a:t>
            </a:r>
            <a:r>
              <a:rPr lang="en-US" altLang="zh-CN" sz="2800" baseline="-25000" dirty="0">
                <a:latin typeface="Times New Roman" panose="02020503050405090304" pitchFamily="18" charset="0"/>
              </a:rPr>
              <a:t>N</a:t>
            </a:r>
            <a:endParaRPr lang="en-US" altLang="zh-CN" sz="2800" dirty="0">
              <a:latin typeface="Times New Roman" panose="02020503050405090304" pitchFamily="18" charset="0"/>
            </a:endParaRPr>
          </a:p>
          <a:p>
            <a:pPr eaLnBrk="1" hangingPunct="1">
              <a:lnSpc>
                <a:spcPct val="90000"/>
              </a:lnSpc>
            </a:pPr>
            <a:r>
              <a:rPr lang="zh-CN" altLang="en-US" sz="2800" dirty="0">
                <a:latin typeface="Times New Roman" panose="02020503050405090304" pitchFamily="18" charset="0"/>
              </a:rPr>
              <a:t>截止电流应大于电动机的额定电流，取</a:t>
            </a:r>
            <a:endParaRPr lang="zh-CN" altLang="en-US" sz="2800" dirty="0">
              <a:latin typeface="Times New Roman" panose="02020503050405090304" pitchFamily="18" charset="0"/>
            </a:endParaRPr>
          </a:p>
          <a:p>
            <a:pPr eaLnBrk="1" hangingPunct="1">
              <a:lnSpc>
                <a:spcPct val="90000"/>
              </a:lnSpc>
              <a:buFont typeface="Wingdings" panose="05000000000000000000" pitchFamily="2" charset="2"/>
              <a:buNone/>
            </a:pPr>
            <a:r>
              <a:rPr lang="zh-CN" altLang="en-US" sz="2800" dirty="0">
                <a:latin typeface="Times New Roman" panose="02020503050405090304" pitchFamily="18" charset="0"/>
              </a:rPr>
              <a:t>                </a:t>
            </a:r>
            <a:r>
              <a:rPr lang="en-US" altLang="zh-CN" sz="2800" i="1" dirty="0" err="1">
                <a:latin typeface="Times New Roman" panose="02020503050405090304" pitchFamily="18" charset="0"/>
              </a:rPr>
              <a:t>I</a:t>
            </a:r>
            <a:r>
              <a:rPr lang="en-US" altLang="zh-CN" sz="2800" baseline="-25000" dirty="0" err="1">
                <a:latin typeface="Times New Roman" panose="02020503050405090304" pitchFamily="18" charset="0"/>
              </a:rPr>
              <a:t>dcr</a:t>
            </a:r>
            <a:r>
              <a:rPr lang="en-US" altLang="zh-CN" sz="2800" dirty="0">
                <a:latin typeface="Times New Roman" panose="02020503050405090304" pitchFamily="18" charset="0"/>
              </a:rPr>
              <a:t>= </a:t>
            </a:r>
            <a:r>
              <a:rPr lang="zh-CN" altLang="en-US" sz="2800" dirty="0">
                <a:latin typeface="Times New Roman" panose="02020503050405090304" pitchFamily="18" charset="0"/>
              </a:rPr>
              <a:t>（ </a:t>
            </a:r>
            <a:r>
              <a:rPr lang="en-US" altLang="zh-CN" sz="2800" dirty="0">
                <a:latin typeface="Times New Roman" panose="02020503050405090304" pitchFamily="18" charset="0"/>
              </a:rPr>
              <a:t>1.1~1.2 </a:t>
            </a:r>
            <a:r>
              <a:rPr lang="zh-CN" altLang="en-US" sz="2800" dirty="0">
                <a:latin typeface="Times New Roman" panose="02020503050405090304" pitchFamily="18" charset="0"/>
              </a:rPr>
              <a:t>）</a:t>
            </a:r>
            <a:r>
              <a:rPr lang="en-US" altLang="zh-CN" sz="2800" i="1" dirty="0">
                <a:latin typeface="Times New Roman" panose="02020503050405090304" pitchFamily="18" charset="0"/>
              </a:rPr>
              <a:t>I</a:t>
            </a:r>
            <a:r>
              <a:rPr lang="en-US" altLang="zh-CN" sz="2800" baseline="-25000" dirty="0">
                <a:latin typeface="Times New Roman" panose="02020503050405090304" pitchFamily="18" charset="0"/>
              </a:rPr>
              <a:t>N</a:t>
            </a:r>
            <a:endParaRPr lang="en-US" altLang="zh-CN" sz="2800" baseline="-25000" dirty="0">
              <a:latin typeface="Times New Roman" panose="02020503050405090304" pitchFamily="18" charset="0"/>
            </a:endParaRPr>
          </a:p>
        </p:txBody>
      </p:sp>
      <p:sp>
        <p:nvSpPr>
          <p:cNvPr id="93190" name="Rectangle 5"/>
          <p:cNvSpPr/>
          <p:nvPr/>
        </p:nvSpPr>
        <p:spPr bwMode="auto">
          <a:xfrm>
            <a:off x="0" y="3200400"/>
            <a:ext cx="9144000" cy="0"/>
          </a:xfrm>
          <a:prstGeom prst="rect">
            <a:avLst/>
          </a:prstGeom>
          <a:noFill/>
          <a:ln w="9525">
            <a:noFill/>
            <a:miter lim="800000"/>
          </a:ln>
        </p:spPr>
        <p:txBody>
          <a:bodyPr wrap="none" anchor="ctr">
            <a:spAutoFit/>
          </a:bodyPr>
          <a:lstStyle/>
          <a:p>
            <a:endParaRPr lang="zh-CN" altLang="en-US"/>
          </a:p>
        </p:txBody>
      </p:sp>
      <p:graphicFrame>
        <p:nvGraphicFramePr>
          <p:cNvPr id="93186" name="Object 4"/>
          <p:cNvGraphicFramePr>
            <a:graphicFrameLocks noChangeAspect="1"/>
          </p:cNvGraphicFramePr>
          <p:nvPr/>
        </p:nvGraphicFramePr>
        <p:xfrm>
          <a:off x="2411413" y="3356992"/>
          <a:ext cx="2016125" cy="871538"/>
        </p:xfrm>
        <a:graphic>
          <a:graphicData uri="http://schemas.openxmlformats.org/presentationml/2006/ole">
            <mc:AlternateContent xmlns:mc="http://schemas.openxmlformats.org/markup-compatibility/2006">
              <mc:Choice xmlns:v="urn:schemas-microsoft-com:vml" Requires="v">
                <p:oleObj spid="_x0000_s38404" name="公式" r:id="rId1" imgW="1054100" imgH="457200" progId="Equation.3">
                  <p:embed/>
                </p:oleObj>
              </mc:Choice>
              <mc:Fallback>
                <p:oleObj name="公式" r:id="rId1" imgW="1054100" imgH="4572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413" y="3356992"/>
                        <a:ext cx="2016125" cy="871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3191" name="Rectangle 7"/>
          <p:cNvSpPr/>
          <p:nvPr/>
        </p:nvSpPr>
        <p:spPr bwMode="auto">
          <a:xfrm>
            <a:off x="0" y="3181350"/>
            <a:ext cx="9144000" cy="0"/>
          </a:xfrm>
          <a:prstGeom prst="rect">
            <a:avLst/>
          </a:prstGeom>
          <a:noFill/>
          <a:ln w="9525">
            <a:noFill/>
            <a:miter lim="800000"/>
          </a:ln>
        </p:spPr>
        <p:txBody>
          <a:bodyPr wrap="none" anchor="ctr">
            <a:spAutoFit/>
          </a:bodyPr>
          <a:lstStyle/>
          <a:p>
            <a:endParaRPr lang="zh-CN" altLang="en-US"/>
          </a:p>
        </p:txBody>
      </p:sp>
      <p:graphicFrame>
        <p:nvGraphicFramePr>
          <p:cNvPr id="93187" name="Object 6"/>
          <p:cNvGraphicFramePr>
            <a:graphicFrameLocks noChangeAspect="1"/>
          </p:cNvGraphicFramePr>
          <p:nvPr/>
        </p:nvGraphicFramePr>
        <p:xfrm>
          <a:off x="1835696" y="2060848"/>
          <a:ext cx="3097212" cy="1000125"/>
        </p:xfrm>
        <a:graphic>
          <a:graphicData uri="http://schemas.openxmlformats.org/presentationml/2006/ole">
            <mc:AlternateContent xmlns:mc="http://schemas.openxmlformats.org/markup-compatibility/2006">
              <mc:Choice xmlns:v="urn:schemas-microsoft-com:vml" Requires="v">
                <p:oleObj spid="_x0000_s2" name="公式" r:id="rId3" imgW="1536065" imgH="495300" progId="Equation.3">
                  <p:embed/>
                </p:oleObj>
              </mc:Choice>
              <mc:Fallback>
                <p:oleObj name="公式" r:id="rId3" imgW="1536065" imgH="4953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696" y="2060848"/>
                        <a:ext cx="3097212" cy="1000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p:nvPr>
            <p:ph type="title"/>
          </p:nvPr>
        </p:nvSpPr>
        <p:spPr>
          <a:xfrm>
            <a:off x="755576" y="764704"/>
            <a:ext cx="8162925" cy="641350"/>
          </a:xfrm>
        </p:spPr>
        <p:txBody>
          <a:bodyPr/>
          <a:lstStyle/>
          <a:p>
            <a:pPr eaLnBrk="1" hangingPunct="1"/>
            <a:r>
              <a:rPr lang="en-US" altLang="zh-CN" sz="3600" b="1" dirty="0">
                <a:latin typeface="Times New Roman" panose="02020503050405090304" pitchFamily="18" charset="0"/>
              </a:rPr>
              <a:t>3</a:t>
            </a:r>
            <a:r>
              <a:rPr lang="zh-CN" altLang="en-US" sz="3600" b="1" dirty="0">
                <a:latin typeface="Times New Roman" panose="02020503050405090304" pitchFamily="18" charset="0"/>
              </a:rPr>
              <a:t>．带电流截止的无静差直流调速系统原理图</a:t>
            </a:r>
            <a:endParaRPr lang="zh-CN" altLang="en-US" sz="3600" b="1" dirty="0">
              <a:latin typeface="Times New Roman" panose="02020503050405090304" pitchFamily="18" charset="0"/>
            </a:endParaRPr>
          </a:p>
        </p:txBody>
      </p:sp>
      <p:sp>
        <p:nvSpPr>
          <p:cNvPr id="232451" name="Rectangle 5"/>
          <p:cNvSpPr/>
          <p:nvPr/>
        </p:nvSpPr>
        <p:spPr bwMode="auto">
          <a:xfrm>
            <a:off x="0" y="1924050"/>
            <a:ext cx="9144000" cy="0"/>
          </a:xfrm>
          <a:prstGeom prst="rect">
            <a:avLst/>
          </a:prstGeom>
          <a:noFill/>
          <a:ln w="9525">
            <a:noFill/>
            <a:miter lim="800000"/>
          </a:ln>
        </p:spPr>
        <p:txBody>
          <a:bodyPr wrap="none" anchor="ctr">
            <a:spAutoFit/>
          </a:bodyPr>
          <a:lstStyle/>
          <a:p>
            <a:endParaRPr lang="zh-CN" altLang="en-US"/>
          </a:p>
        </p:txBody>
      </p:sp>
      <p:pic>
        <p:nvPicPr>
          <p:cNvPr id="232453" name="Picture 7" descr="0242"/>
          <p:cNvPicPr>
            <a:picLocks noChangeAspect="1" noChangeArrowheads="1"/>
          </p:cNvPicPr>
          <p:nvPr/>
        </p:nvPicPr>
        <p:blipFill>
          <a:blip r:embed="rId1"/>
          <a:srcRect/>
          <a:stretch>
            <a:fillRect/>
          </a:stretch>
        </p:blipFill>
        <p:spPr bwMode="auto">
          <a:xfrm>
            <a:off x="1835696" y="2564904"/>
            <a:ext cx="4907840" cy="3408437"/>
          </a:xfrm>
          <a:prstGeom prst="rect">
            <a:avLst/>
          </a:prstGeom>
          <a:noFill/>
          <a:ln w="9525">
            <a:noFill/>
            <a:miter lim="800000"/>
            <a:headEnd/>
            <a:tailEnd/>
          </a:ln>
        </p:spPr>
      </p:pic>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p:nvPr>
            <p:ph type="title"/>
          </p:nvPr>
        </p:nvSpPr>
        <p:spPr/>
        <p:txBody>
          <a:bodyPr/>
          <a:lstStyle/>
          <a:p>
            <a:pPr eaLnBrk="1" hangingPunct="1"/>
            <a:endParaRPr lang="zh-CN" altLang="zh-CN"/>
          </a:p>
        </p:txBody>
      </p:sp>
      <p:sp>
        <p:nvSpPr>
          <p:cNvPr id="233475" name="Rectangle 3"/>
          <p:cNvSpPr/>
          <p:nvPr>
            <p:ph idx="1"/>
          </p:nvPr>
        </p:nvSpPr>
        <p:spPr>
          <a:xfrm>
            <a:off x="912813" y="1905000"/>
            <a:ext cx="8110537" cy="4692650"/>
          </a:xfrm>
        </p:spPr>
        <p:txBody>
          <a:bodyPr/>
          <a:lstStyle/>
          <a:p>
            <a:pPr eaLnBrk="1" hangingPunct="1"/>
            <a:r>
              <a:rPr lang="en-US" altLang="zh-CN">
                <a:latin typeface="Times New Roman" panose="02020503050405090304" pitchFamily="18" charset="0"/>
              </a:rPr>
              <a:t>TA</a:t>
            </a:r>
            <a:r>
              <a:rPr lang="zh-CN" altLang="en-US">
                <a:latin typeface="Times New Roman" panose="02020503050405090304" pitchFamily="18" charset="0"/>
              </a:rPr>
              <a:t>为检测电流的交流互感器，经整流后得到电流反馈信号</a:t>
            </a:r>
            <a:r>
              <a:rPr lang="en-US" altLang="zh-CN" i="1">
                <a:latin typeface="Times New Roman" panose="02020503050405090304" pitchFamily="18" charset="0"/>
              </a:rPr>
              <a:t>U</a:t>
            </a:r>
            <a:r>
              <a:rPr lang="en-US" altLang="zh-CN" baseline="-25000">
                <a:latin typeface="Times New Roman" panose="02020503050405090304" pitchFamily="18" charset="0"/>
              </a:rPr>
              <a:t>i</a:t>
            </a:r>
            <a:r>
              <a:rPr lang="zh-CN" altLang="en-US">
                <a:latin typeface="Times New Roman" panose="02020503050405090304" pitchFamily="18" charset="0"/>
              </a:rPr>
              <a:t>。</a:t>
            </a:r>
            <a:endParaRPr lang="zh-CN" altLang="en-US">
              <a:latin typeface="Times New Roman" panose="02020503050405090304" pitchFamily="18" charset="0"/>
            </a:endParaRPr>
          </a:p>
          <a:p>
            <a:pPr eaLnBrk="1" hangingPunct="1"/>
            <a:r>
              <a:rPr lang="zh-CN" altLang="en-US">
                <a:latin typeface="Times New Roman" panose="02020503050405090304" pitchFamily="18" charset="0"/>
              </a:rPr>
              <a:t>当电流达到截止电流</a:t>
            </a:r>
            <a:r>
              <a:rPr lang="en-US" altLang="zh-CN" i="1">
                <a:latin typeface="Times New Roman" panose="02020503050405090304" pitchFamily="18" charset="0"/>
              </a:rPr>
              <a:t>I</a:t>
            </a:r>
            <a:r>
              <a:rPr lang="en-US" altLang="zh-CN" baseline="-25000">
                <a:latin typeface="Times New Roman" panose="02020503050405090304" pitchFamily="18" charset="0"/>
              </a:rPr>
              <a:t>dcr</a:t>
            </a:r>
            <a:r>
              <a:rPr lang="zh-CN" altLang="en-US">
                <a:latin typeface="Times New Roman" panose="02020503050405090304" pitchFamily="18" charset="0"/>
              </a:rPr>
              <a:t>时， </a:t>
            </a:r>
            <a:r>
              <a:rPr lang="en-US" altLang="zh-CN" i="1">
                <a:latin typeface="Times New Roman" panose="02020503050405090304" pitchFamily="18" charset="0"/>
              </a:rPr>
              <a:t>U</a:t>
            </a:r>
            <a:r>
              <a:rPr lang="en-US" altLang="zh-CN" baseline="-25000">
                <a:latin typeface="Times New Roman" panose="02020503050405090304" pitchFamily="18" charset="0"/>
              </a:rPr>
              <a:t>i</a:t>
            </a:r>
            <a:r>
              <a:rPr lang="zh-CN" altLang="en-US">
                <a:latin typeface="Times New Roman" panose="02020503050405090304" pitchFamily="18" charset="0"/>
              </a:rPr>
              <a:t>高于稳压管</a:t>
            </a:r>
            <a:r>
              <a:rPr lang="en-US" altLang="zh-CN">
                <a:latin typeface="Times New Roman" panose="02020503050405090304" pitchFamily="18" charset="0"/>
              </a:rPr>
              <a:t>VS</a:t>
            </a:r>
            <a:r>
              <a:rPr lang="zh-CN" altLang="en-US">
                <a:latin typeface="Times New Roman" panose="02020503050405090304" pitchFamily="18" charset="0"/>
              </a:rPr>
              <a:t>的击穿电压，使晶体三极管</a:t>
            </a:r>
            <a:r>
              <a:rPr lang="en-US" altLang="zh-CN">
                <a:latin typeface="Times New Roman" panose="02020503050405090304" pitchFamily="18" charset="0"/>
              </a:rPr>
              <a:t>VBT</a:t>
            </a:r>
            <a:r>
              <a:rPr lang="zh-CN" altLang="en-US">
                <a:latin typeface="Times New Roman" panose="02020503050405090304" pitchFamily="18" charset="0"/>
              </a:rPr>
              <a:t>导通，</a:t>
            </a:r>
            <a:endParaRPr lang="zh-CN" altLang="en-US">
              <a:latin typeface="Times New Roman" panose="02020503050405090304" pitchFamily="18" charset="0"/>
            </a:endParaRPr>
          </a:p>
          <a:p>
            <a:pPr eaLnBrk="1" hangingPunct="1"/>
            <a:r>
              <a:rPr lang="zh-CN" altLang="en-US">
                <a:latin typeface="Times New Roman" panose="02020503050405090304" pitchFamily="18" charset="0"/>
              </a:rPr>
              <a:t>忽略晶体三极管</a:t>
            </a:r>
            <a:r>
              <a:rPr lang="en-US" altLang="zh-CN">
                <a:latin typeface="Times New Roman" panose="02020503050405090304" pitchFamily="18" charset="0"/>
              </a:rPr>
              <a:t>VBT</a:t>
            </a:r>
            <a:r>
              <a:rPr lang="zh-CN" altLang="en-US">
                <a:latin typeface="Times New Roman" panose="02020503050405090304" pitchFamily="18" charset="0"/>
              </a:rPr>
              <a:t>导通压降，则</a:t>
            </a:r>
            <a:r>
              <a:rPr lang="en-US" altLang="zh-CN">
                <a:latin typeface="Times New Roman" panose="02020503050405090304" pitchFamily="18" charset="0"/>
              </a:rPr>
              <a:t>PI</a:t>
            </a:r>
            <a:r>
              <a:rPr lang="zh-CN" altLang="en-US">
                <a:latin typeface="Times New Roman" panose="02020503050405090304" pitchFamily="18" charset="0"/>
              </a:rPr>
              <a:t>调节器的输出电压</a:t>
            </a:r>
            <a:r>
              <a:rPr lang="en-US" altLang="zh-CN" i="1">
                <a:latin typeface="Times New Roman" panose="02020503050405090304" pitchFamily="18" charset="0"/>
              </a:rPr>
              <a:t>U</a:t>
            </a:r>
            <a:r>
              <a:rPr lang="en-US" altLang="zh-CN" baseline="-25000">
                <a:latin typeface="Times New Roman" panose="02020503050405090304" pitchFamily="18" charset="0"/>
              </a:rPr>
              <a:t>c</a:t>
            </a:r>
            <a:r>
              <a:rPr lang="zh-CN" altLang="en-US">
                <a:latin typeface="Times New Roman" panose="02020503050405090304" pitchFamily="18" charset="0"/>
              </a:rPr>
              <a:t>为零，</a:t>
            </a:r>
            <a:endParaRPr lang="zh-CN" altLang="en-US">
              <a:latin typeface="Times New Roman" panose="02020503050405090304" pitchFamily="18" charset="0"/>
            </a:endParaRPr>
          </a:p>
          <a:p>
            <a:pPr eaLnBrk="1" hangingPunct="1"/>
            <a:r>
              <a:rPr lang="zh-CN" altLang="en-US">
                <a:latin typeface="Times New Roman" panose="02020503050405090304" pitchFamily="18" charset="0"/>
              </a:rPr>
              <a:t>电力电子变换器</a:t>
            </a:r>
            <a:r>
              <a:rPr lang="en-US" altLang="zh-CN">
                <a:latin typeface="Times New Roman" panose="02020503050405090304" pitchFamily="18" charset="0"/>
              </a:rPr>
              <a:t>UPE</a:t>
            </a:r>
            <a:r>
              <a:rPr lang="zh-CN" altLang="en-US">
                <a:latin typeface="Times New Roman" panose="02020503050405090304" pitchFamily="18" charset="0"/>
              </a:rPr>
              <a:t>的输出电压</a:t>
            </a:r>
            <a:r>
              <a:rPr lang="en-US" altLang="zh-CN" i="1">
                <a:latin typeface="Times New Roman" panose="02020503050405090304" pitchFamily="18" charset="0"/>
              </a:rPr>
              <a:t>U</a:t>
            </a:r>
            <a:r>
              <a:rPr lang="en-US" altLang="zh-CN" baseline="-25000">
                <a:latin typeface="Times New Roman" panose="02020503050405090304" pitchFamily="18" charset="0"/>
              </a:rPr>
              <a:t>d</a:t>
            </a:r>
            <a:r>
              <a:rPr lang="en-US" altLang="zh-CN">
                <a:latin typeface="Times New Roman" panose="02020503050405090304" pitchFamily="18" charset="0"/>
              </a:rPr>
              <a:t>=0</a:t>
            </a:r>
            <a:r>
              <a:rPr lang="zh-CN" altLang="en-US">
                <a:latin typeface="Times New Roman" panose="02020503050405090304" pitchFamily="18" charset="0"/>
              </a:rPr>
              <a:t>，达到限制电流的目的。 </a:t>
            </a:r>
            <a:endParaRPr lang="zh-CN" altLang="en-US">
              <a:latin typeface="Times New Roman" panose="02020503050405090304" pitchFamily="18" charset="0"/>
            </a:endParaRP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p:nvPr>
            <p:ph type="title"/>
          </p:nvPr>
        </p:nvSpPr>
        <p:spPr>
          <a:xfrm>
            <a:off x="755576" y="620688"/>
            <a:ext cx="8162925" cy="641350"/>
          </a:xfrm>
        </p:spPr>
        <p:txBody>
          <a:bodyPr/>
          <a:lstStyle/>
          <a:p>
            <a:pPr eaLnBrk="1" hangingPunct="1"/>
            <a:r>
              <a:rPr lang="en-US" altLang="zh-CN" sz="3600" b="1" dirty="0">
                <a:latin typeface="Times New Roman" panose="02020503050405090304" pitchFamily="18" charset="0"/>
              </a:rPr>
              <a:t>3.4 </a:t>
            </a:r>
            <a:r>
              <a:rPr lang="zh-CN" altLang="en-US" sz="3600" b="1" dirty="0">
                <a:latin typeface="Times New Roman" panose="02020503050405090304" pitchFamily="18" charset="0"/>
              </a:rPr>
              <a:t>转速反馈控制直流调速系统的仿真</a:t>
            </a:r>
            <a:endParaRPr lang="zh-CN" altLang="en-US" sz="3600" b="1" dirty="0">
              <a:latin typeface="Times New Roman" panose="02020503050405090304" pitchFamily="18" charset="0"/>
            </a:endParaRPr>
          </a:p>
        </p:txBody>
      </p:sp>
      <p:sp>
        <p:nvSpPr>
          <p:cNvPr id="235523" name="Rectangle 3"/>
          <p:cNvSpPr/>
          <p:nvPr>
            <p:ph idx="1"/>
          </p:nvPr>
        </p:nvSpPr>
        <p:spPr>
          <a:xfrm>
            <a:off x="912813" y="1905000"/>
            <a:ext cx="7762875" cy="4191000"/>
          </a:xfrm>
        </p:spPr>
        <p:txBody>
          <a:bodyPr>
            <a:normAutofit/>
          </a:bodyPr>
          <a:lstStyle/>
          <a:p>
            <a:pPr eaLnBrk="1" hangingPunct="1"/>
            <a:r>
              <a:rPr lang="en-US" dirty="0"/>
              <a:t>MATLAB/SIMULINK</a:t>
            </a:r>
            <a:r>
              <a:rPr lang="zh-CN" altLang="en-US" dirty="0"/>
              <a:t>仿真平台下构建转速闭环控制的调速系统仿真平台</a:t>
            </a:r>
            <a:endParaRPr lang="en-US" altLang="zh-CN" dirty="0"/>
          </a:p>
          <a:p>
            <a:pPr eaLnBrk="1" hangingPunct="1"/>
            <a:r>
              <a:rPr lang="zh-CN" altLang="en-US" dirty="0"/>
              <a:t>简单介绍如何借助仿真分析系统工作过程。</a:t>
            </a:r>
            <a:endParaRPr lang="zh-CN" altLang="en-US" dirty="0"/>
          </a:p>
          <a:p>
            <a:pPr eaLnBrk="1" hangingPunct="1">
              <a:buNone/>
            </a:pPr>
            <a:endParaRPr lang="zh-CN" altLang="en-US" dirty="0">
              <a:latin typeface="Times New Roman" panose="02020503050405090304" pitchFamily="18" charset="0"/>
            </a:endParaRP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noAutofit/>
          </a:bodyPr>
          <a:lstStyle/>
          <a:p>
            <a:r>
              <a:rPr lang="en-US" sz="3200" b="1" dirty="0"/>
              <a:t>3.4.1 </a:t>
            </a:r>
            <a:r>
              <a:rPr lang="zh-CN" altLang="en-US" sz="3200" b="1" dirty="0"/>
              <a:t>转速闭环直流调速系统仿真平台</a:t>
            </a:r>
            <a:endParaRPr lang="zh-CN" altLang="en-US" sz="3200" dirty="0"/>
          </a:p>
        </p:txBody>
      </p:sp>
      <p:sp>
        <p:nvSpPr>
          <p:cNvPr id="3" name="内容占位符 2"/>
          <p:cNvSpPr/>
          <p:nvPr>
            <p:ph idx="1"/>
          </p:nvPr>
        </p:nvSpPr>
        <p:spPr>
          <a:xfrm>
            <a:off x="323528" y="1484784"/>
            <a:ext cx="7848600" cy="4829175"/>
          </a:xfrm>
          <a:blipFill rotWithShape="1">
            <a:blip r:embed="rId1"/>
            <a:stretch>
              <a:fillRect l="-311" t="-1641" r="-543"/>
            </a:stretch>
          </a:blipFill>
        </p:spPr>
        <p:txBody>
          <a:bodyPr/>
          <a:lstStyle/>
          <a:p>
            <a:r>
              <a:rPr lang="zh-CN" altLang="en-US">
                <a:noFill/>
              </a:rPr>
              <a:t> </a:t>
            </a:r>
            <a:endParaRPr lang="zh-CN" altLang="en-US">
              <a:noFill/>
            </a:endParaRPr>
          </a:p>
        </p:txBody>
      </p:sp>
      <p:sp>
        <p:nvSpPr>
          <p:cNvPr id="129026" name="Rectangle 2"/>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29025" name="Object 1"/>
          <p:cNvGraphicFramePr>
            <a:graphicFrameLocks noChangeAspect="1"/>
          </p:cNvGraphicFramePr>
          <p:nvPr/>
        </p:nvGraphicFramePr>
        <p:xfrm>
          <a:off x="3349150" y="3714752"/>
          <a:ext cx="1722916" cy="357190"/>
        </p:xfrm>
        <a:graphic>
          <a:graphicData uri="http://schemas.openxmlformats.org/presentationml/2006/ole">
            <mc:AlternateContent xmlns:mc="http://schemas.openxmlformats.org/markup-compatibility/2006">
              <mc:Choice xmlns:v="urn:schemas-microsoft-com:vml" Requires="v">
                <p:oleObj spid="_x0000_s38404" name="Equation" r:id="rId2" imgW="1118235" imgH="228600" progId="Equation.DSMT4">
                  <p:embed/>
                </p:oleObj>
              </mc:Choice>
              <mc:Fallback>
                <p:oleObj name="Equation" r:id="rId2" imgW="1118235" imgH="228600" progId="Equation.DSMT4">
                  <p:embed/>
                  <p:pic>
                    <p:nvPicPr>
                      <p:cNvPr id="0"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9150" y="3714752"/>
                        <a:ext cx="1722916" cy="357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9028" name="Rectangle 4"/>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29030" name="Rectangle 6"/>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29032" name="Rectangle 8"/>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29033" name="Object 9"/>
          <p:cNvGraphicFramePr>
            <a:graphicFrameLocks noChangeAspect="1"/>
          </p:cNvGraphicFramePr>
          <p:nvPr/>
        </p:nvGraphicFramePr>
        <p:xfrm>
          <a:off x="2813831" y="5072074"/>
          <a:ext cx="2543987" cy="291667"/>
        </p:xfrm>
        <a:graphic>
          <a:graphicData uri="http://schemas.openxmlformats.org/presentationml/2006/ole">
            <mc:AlternateContent xmlns:mc="http://schemas.openxmlformats.org/markup-compatibility/2006">
              <mc:Choice xmlns:v="urn:schemas-microsoft-com:vml" Requires="v">
                <p:oleObj spid="_x0000_s4" name="Equation" r:id="rId4" imgW="1993900" imgH="228600" progId="Equation.DSMT4">
                  <p:embed/>
                </p:oleObj>
              </mc:Choice>
              <mc:Fallback>
                <p:oleObj name="Equation" r:id="rId4" imgW="1993900" imgH="228600" progId="Equation.DSMT4">
                  <p:embed/>
                  <p:pic>
                    <p:nvPicPr>
                      <p:cNvPr id="0"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13831" y="5072074"/>
                        <a:ext cx="2543987" cy="291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9035" name="Rectangle 1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29034" name="Object 10"/>
          <p:cNvGraphicFramePr>
            <a:graphicFrameLocks noChangeAspect="1"/>
          </p:cNvGraphicFramePr>
          <p:nvPr/>
        </p:nvGraphicFramePr>
        <p:xfrm>
          <a:off x="4714876" y="5500702"/>
          <a:ext cx="957268" cy="357190"/>
        </p:xfrm>
        <a:graphic>
          <a:graphicData uri="http://schemas.openxmlformats.org/presentationml/2006/ole">
            <mc:AlternateContent xmlns:mc="http://schemas.openxmlformats.org/markup-compatibility/2006">
              <mc:Choice xmlns:v="urn:schemas-microsoft-com:vml" Requires="v">
                <p:oleObj spid="_x0000_s5" name="Equation" r:id="rId6" imgW="635000" imgH="241300" progId="Equation.DSMT4">
                  <p:embed/>
                </p:oleObj>
              </mc:Choice>
              <mc:Fallback>
                <p:oleObj name="Equation" r:id="rId6" imgW="635000" imgH="241300" progId="Equation.DSMT4">
                  <p:embed/>
                  <p:pic>
                    <p:nvPicPr>
                      <p:cNvPr id="0"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14876" y="5500702"/>
                        <a:ext cx="957268" cy="357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endParaRPr lang="zh-CN" altLang="en-US"/>
          </a:p>
        </p:txBody>
      </p:sp>
      <p:sp>
        <p:nvSpPr>
          <p:cNvPr id="3" name="内容占位符 2"/>
          <p:cNvSpPr/>
          <p:nvPr>
            <p:ph idx="1"/>
          </p:nvPr>
        </p:nvSpPr>
        <p:spPr/>
        <p:txBody>
          <a:bodyPr/>
          <a:lstStyle/>
          <a:p>
            <a:endParaRPr lang="zh-CN" altLang="en-US"/>
          </a:p>
        </p:txBody>
      </p:sp>
      <p:pic>
        <p:nvPicPr>
          <p:cNvPr id="130050" name="Picture 2"/>
          <p:cNvPicPr>
            <a:picLocks noChangeAspect="1" noChangeArrowheads="1"/>
          </p:cNvPicPr>
          <p:nvPr/>
        </p:nvPicPr>
        <p:blipFill>
          <a:blip r:embed="rId1"/>
          <a:srcRect/>
          <a:stretch>
            <a:fillRect/>
          </a:stretch>
        </p:blipFill>
        <p:spPr bwMode="auto">
          <a:xfrm>
            <a:off x="928661" y="1643050"/>
            <a:ext cx="7608147" cy="4357718"/>
          </a:xfrm>
          <a:prstGeom prst="rect">
            <a:avLst/>
          </a:prstGeom>
          <a:noFill/>
          <a:ln w="9525">
            <a:noFill/>
            <a:miter lim="800000"/>
            <a:headEnd/>
            <a:tailEnd/>
          </a:ln>
        </p:spPr>
      </p:pic>
      <p:sp>
        <p:nvSpPr>
          <p:cNvPr id="130051" name="Rectangle 3"/>
          <p:cNvSpPr/>
          <p:nvPr/>
        </p:nvSpPr>
        <p:spPr bwMode="auto">
          <a:xfrm>
            <a:off x="571472" y="6143644"/>
            <a:ext cx="6885218" cy="40011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666750" algn="l" defTabSz="914400" rtl="0" eaLnBrk="1" fontAlgn="base" latinLnBrk="0" hangingPunct="1">
              <a:lnSpc>
                <a:spcPct val="100000"/>
              </a:lnSpc>
              <a:spcBef>
                <a:spcPct val="0"/>
              </a:spcBef>
              <a:spcAft>
                <a:spcPct val="0"/>
              </a:spcAft>
              <a:buClrTx/>
              <a:buSzTx/>
              <a:buFontTx/>
              <a:buNone/>
            </a:pPr>
            <a:r>
              <a:rPr kumimoji="0" lang="zh-CN" sz="2000" b="0" i="0" u="none" strike="noStrike" cap="none" normalizeH="0" baseline="0" dirty="0">
                <a:ln>
                  <a:noFill/>
                </a:ln>
                <a:solidFill>
                  <a:schemeClr val="tx1"/>
                </a:solidFill>
                <a:effectLst/>
                <a:latin typeface="宋体" pitchFamily="2" charset="-122"/>
                <a:ea typeface="宋体" pitchFamily="2" charset="-122"/>
                <a:cs typeface="Times New Roman" panose="02020503050405090304" pitchFamily="18" charset="0"/>
              </a:rPr>
              <a:t>图</a:t>
            </a:r>
            <a:r>
              <a:rPr kumimoji="0" lang="en-US" altLang="zh-CN" sz="2000" b="0" i="0" u="none" strike="noStrike" cap="none" normalizeH="0" baseline="0" dirty="0">
                <a:ln>
                  <a:noFill/>
                </a:ln>
                <a:solidFill>
                  <a:schemeClr val="tx1"/>
                </a:solidFill>
                <a:effectLst/>
                <a:latin typeface="宋体" pitchFamily="2" charset="-122"/>
                <a:ea typeface="宋体" pitchFamily="2" charset="-122"/>
                <a:cs typeface="Times New Roman" panose="02020503050405090304" pitchFamily="18" charset="0"/>
              </a:rPr>
              <a:t>3-21     </a:t>
            </a:r>
            <a:r>
              <a:rPr kumimoji="0" lang="zh-CN" altLang="en-US" sz="2000" b="0" i="0" u="none" strike="noStrike" cap="none" normalizeH="0" baseline="0" dirty="0">
                <a:ln>
                  <a:noFill/>
                </a:ln>
                <a:solidFill>
                  <a:schemeClr val="tx1"/>
                </a:solidFill>
                <a:effectLst/>
                <a:latin typeface="宋体" pitchFamily="2" charset="-122"/>
                <a:ea typeface="宋体" pitchFamily="2" charset="-122"/>
                <a:cs typeface="Times New Roman" panose="02020503050405090304" pitchFamily="18" charset="0"/>
              </a:rPr>
              <a:t>比例积分控制的直流调速系统的仿真框图</a:t>
            </a:r>
            <a:endParaRPr kumimoji="0" lang="zh-CN" altLang="en-US" sz="2000" b="0" i="0" u="none" strike="noStrike" cap="none" normalizeH="0" baseline="0" dirty="0">
              <a:ln>
                <a:noFill/>
              </a:ln>
              <a:solidFill>
                <a:schemeClr val="tx1"/>
              </a:solidFill>
              <a:effectLst/>
              <a:latin typeface="Arial" panose="020B0604020202090204" pitchFamily="34" charset="0"/>
              <a:ea typeface="宋体" pitchFamily="2" charset="-122"/>
              <a:cs typeface="宋体" pitchFamily="2"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p:nvPr>
            <p:ph type="title"/>
          </p:nvPr>
        </p:nvSpPr>
        <p:spPr>
          <a:xfrm>
            <a:off x="685872" y="548680"/>
            <a:ext cx="8162925" cy="641350"/>
          </a:xfrm>
        </p:spPr>
        <p:txBody>
          <a:bodyPr/>
          <a:lstStyle/>
          <a:p>
            <a:pPr marL="838200" indent="-838200" eaLnBrk="1" hangingPunct="1"/>
            <a:r>
              <a:rPr lang="en-US" altLang="zh-CN" sz="3600" b="1" dirty="0">
                <a:latin typeface="Times New Roman" panose="02020503050405090304" pitchFamily="18" charset="0"/>
              </a:rPr>
              <a:t>3.4.2  </a:t>
            </a:r>
            <a:r>
              <a:rPr lang="zh-CN" altLang="en-US" sz="3600" b="1" dirty="0">
                <a:latin typeface="Times New Roman" panose="02020503050405090304" pitchFamily="18" charset="0"/>
              </a:rPr>
              <a:t>仿真模型的建立</a:t>
            </a:r>
            <a:endParaRPr lang="zh-CN" altLang="en-US" sz="3600" b="1" dirty="0">
              <a:latin typeface="Times New Roman" panose="02020503050405090304" pitchFamily="18" charset="0"/>
            </a:endParaRPr>
          </a:p>
        </p:txBody>
      </p:sp>
      <p:sp>
        <p:nvSpPr>
          <p:cNvPr id="237572" name="Rectangle 6"/>
          <p:cNvSpPr/>
          <p:nvPr>
            <p:ph idx="1"/>
          </p:nvPr>
        </p:nvSpPr>
        <p:spPr>
          <a:xfrm>
            <a:off x="285720" y="1785926"/>
            <a:ext cx="3825875" cy="4191000"/>
          </a:xfrm>
          <a:noFill/>
        </p:spPr>
        <p:txBody>
          <a:bodyPr/>
          <a:lstStyle/>
          <a:p>
            <a:pPr eaLnBrk="1" hangingPunct="1"/>
            <a:r>
              <a:rPr lang="zh-CN" altLang="en-US" sz="2800" dirty="0">
                <a:latin typeface="Times New Roman" panose="02020503050405090304" pitchFamily="18" charset="0"/>
              </a:rPr>
              <a:t>进入</a:t>
            </a:r>
            <a:r>
              <a:rPr lang="en-US" altLang="zh-CN" sz="2800" dirty="0">
                <a:latin typeface="Times New Roman" panose="02020503050405090304" pitchFamily="18" charset="0"/>
              </a:rPr>
              <a:t>MATLAB</a:t>
            </a:r>
            <a:r>
              <a:rPr lang="zh-CN" altLang="en-US" sz="2800" dirty="0">
                <a:latin typeface="Times New Roman" panose="02020503050405090304" pitchFamily="18" charset="0"/>
              </a:rPr>
              <a:t>，单击</a:t>
            </a:r>
            <a:r>
              <a:rPr lang="en-US" altLang="zh-CN" sz="2800" dirty="0">
                <a:latin typeface="Times New Roman" panose="02020503050405090304" pitchFamily="18" charset="0"/>
              </a:rPr>
              <a:t>MATLAB</a:t>
            </a:r>
            <a:r>
              <a:rPr lang="zh-CN" altLang="en-US" sz="2800" dirty="0">
                <a:latin typeface="Times New Roman" panose="02020503050405090304" pitchFamily="18" charset="0"/>
              </a:rPr>
              <a:t>命令窗口工具栏中的</a:t>
            </a:r>
            <a:r>
              <a:rPr lang="en-US" altLang="zh-CN" sz="2800" dirty="0">
                <a:latin typeface="Times New Roman" panose="02020503050405090304" pitchFamily="18" charset="0"/>
              </a:rPr>
              <a:t>SIMULINK</a:t>
            </a:r>
            <a:r>
              <a:rPr lang="zh-CN" altLang="en-US" sz="2800" dirty="0">
                <a:latin typeface="Times New Roman" panose="02020503050405090304" pitchFamily="18" charset="0"/>
              </a:rPr>
              <a:t>图标，</a:t>
            </a:r>
            <a:endParaRPr lang="zh-CN" altLang="en-US" sz="2800" dirty="0">
              <a:latin typeface="Times New Roman" panose="02020503050405090304" pitchFamily="18" charset="0"/>
            </a:endParaRPr>
          </a:p>
          <a:p>
            <a:pPr eaLnBrk="1" hangingPunct="1"/>
            <a:r>
              <a:rPr lang="zh-CN" altLang="en-US" sz="2800" dirty="0">
                <a:latin typeface="Times New Roman" panose="02020503050405090304" pitchFamily="18" charset="0"/>
              </a:rPr>
              <a:t>或直接键入</a:t>
            </a:r>
            <a:r>
              <a:rPr lang="en-US" altLang="zh-CN" sz="2800" dirty="0">
                <a:latin typeface="Times New Roman" panose="02020503050405090304" pitchFamily="18" charset="0"/>
              </a:rPr>
              <a:t>SIMULINK</a:t>
            </a:r>
            <a:r>
              <a:rPr lang="zh-CN" altLang="en-US" sz="2800" dirty="0">
                <a:latin typeface="Times New Roman" panose="02020503050405090304" pitchFamily="18" charset="0"/>
              </a:rPr>
              <a:t>命令，打开</a:t>
            </a:r>
            <a:r>
              <a:rPr lang="en-US" altLang="zh-CN" sz="2800" dirty="0">
                <a:latin typeface="Times New Roman" panose="02020503050405090304" pitchFamily="18" charset="0"/>
              </a:rPr>
              <a:t>SIMULINK</a:t>
            </a:r>
            <a:r>
              <a:rPr lang="zh-CN" altLang="en-US" sz="2800" dirty="0">
                <a:latin typeface="Times New Roman" panose="02020503050405090304" pitchFamily="18" charset="0"/>
              </a:rPr>
              <a:t>模块浏览器窗口， </a:t>
            </a:r>
            <a:endParaRPr lang="zh-CN" altLang="en-US" sz="2800" dirty="0">
              <a:latin typeface="Times New Roman" panose="02020503050405090304" pitchFamily="18" charset="0"/>
            </a:endParaRPr>
          </a:p>
        </p:txBody>
      </p:sp>
      <p:sp>
        <p:nvSpPr>
          <p:cNvPr id="237571" name="Text Box 5"/>
          <p:cNvSpPr txBox="1"/>
          <p:nvPr/>
        </p:nvSpPr>
        <p:spPr bwMode="auto">
          <a:xfrm>
            <a:off x="250825" y="5876925"/>
            <a:ext cx="3529013" cy="369332"/>
          </a:xfrm>
          <a:prstGeom prst="rect">
            <a:avLst/>
          </a:prstGeom>
          <a:noFill/>
          <a:ln w="9525">
            <a:noFill/>
            <a:miter lim="800000"/>
          </a:ln>
        </p:spPr>
        <p:txBody>
          <a:bodyPr>
            <a:spAutoFit/>
          </a:bodyPr>
          <a:lstStyle/>
          <a:p>
            <a:pPr>
              <a:spcBef>
                <a:spcPct val="50000"/>
              </a:spcBef>
            </a:pPr>
            <a:r>
              <a:rPr lang="zh-CN" altLang="en-US" dirty="0">
                <a:solidFill>
                  <a:schemeClr val="tx1"/>
                </a:solidFill>
              </a:rPr>
              <a:t>图</a:t>
            </a:r>
            <a:r>
              <a:rPr lang="en-US" altLang="zh-CN" dirty="0">
                <a:solidFill>
                  <a:schemeClr val="tx1"/>
                </a:solidFill>
              </a:rPr>
              <a:t>3-22  SIMULINK</a:t>
            </a:r>
            <a:r>
              <a:rPr lang="zh-CN" altLang="en-US" dirty="0">
                <a:solidFill>
                  <a:schemeClr val="tx1"/>
                </a:solidFill>
              </a:rPr>
              <a:t>模块浏览器窗口</a:t>
            </a:r>
            <a:endParaRPr lang="zh-CN" altLang="en-US" dirty="0">
              <a:solidFill>
                <a:schemeClr val="tx1"/>
              </a:solidFill>
            </a:endParaRPr>
          </a:p>
        </p:txBody>
      </p:sp>
      <p:pic>
        <p:nvPicPr>
          <p:cNvPr id="120833" name="Picture 1"/>
          <p:cNvPicPr>
            <a:picLocks noChangeAspect="1" noChangeArrowheads="1"/>
          </p:cNvPicPr>
          <p:nvPr/>
        </p:nvPicPr>
        <p:blipFill>
          <a:blip r:embed="rId1"/>
          <a:srcRect/>
          <a:stretch>
            <a:fillRect/>
          </a:stretch>
        </p:blipFill>
        <p:spPr bwMode="auto">
          <a:xfrm>
            <a:off x="4071934" y="1714488"/>
            <a:ext cx="4769575" cy="4357718"/>
          </a:xfrm>
          <a:prstGeom prst="rect">
            <a:avLst/>
          </a:prstGeom>
          <a:noFill/>
          <a:ln w="9525">
            <a:noFill/>
            <a:miter lim="800000"/>
            <a:headEnd/>
            <a:tailEnd/>
          </a:ln>
        </p:spPr>
      </p:pic>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p:nvPr>
            <p:ph type="title"/>
          </p:nvPr>
        </p:nvSpPr>
        <p:spPr/>
        <p:txBody>
          <a:bodyPr/>
          <a:lstStyle/>
          <a:p>
            <a:pPr eaLnBrk="1" hangingPunct="1"/>
            <a:endParaRPr lang="zh-CN" altLang="zh-CN"/>
          </a:p>
        </p:txBody>
      </p:sp>
      <p:sp>
        <p:nvSpPr>
          <p:cNvPr id="238595" name="Rectangle 3"/>
          <p:cNvSpPr/>
          <p:nvPr>
            <p:ph idx="1"/>
          </p:nvPr>
        </p:nvSpPr>
        <p:spPr>
          <a:xfrm>
            <a:off x="611560" y="1556792"/>
            <a:ext cx="8412162" cy="4191000"/>
          </a:xfrm>
        </p:spPr>
        <p:txBody>
          <a:bodyPr>
            <a:normAutofit fontScale="40000" lnSpcReduction="20000"/>
          </a:bodyPr>
          <a:lstStyle/>
          <a:p>
            <a:pPr eaLnBrk="1" hangingPunct="1">
              <a:lnSpc>
                <a:spcPct val="130000"/>
              </a:lnSpc>
            </a:pPr>
            <a:r>
              <a:rPr lang="en-US" altLang="zh-CN" sz="4000" dirty="0">
                <a:latin typeface="Times New Roman" panose="02020503050405090304" pitchFamily="18" charset="0"/>
              </a:rPr>
              <a:t>(1)</a:t>
            </a:r>
            <a:r>
              <a:rPr lang="zh-CN" altLang="en-US" sz="4000" dirty="0">
                <a:latin typeface="Times New Roman" panose="02020503050405090304" pitchFamily="18" charset="0"/>
              </a:rPr>
              <a:t>打开模型编辑窗口：通过单击</a:t>
            </a:r>
            <a:r>
              <a:rPr lang="en-US" altLang="zh-CN" sz="4000" dirty="0">
                <a:latin typeface="Times New Roman" panose="02020503050405090304" pitchFamily="18" charset="0"/>
              </a:rPr>
              <a:t>SIMULINK</a:t>
            </a:r>
            <a:r>
              <a:rPr lang="zh-CN" altLang="en-US" sz="4000" dirty="0">
                <a:latin typeface="Times New Roman" panose="02020503050405090304" pitchFamily="18" charset="0"/>
              </a:rPr>
              <a:t>工具栏中新模型的图标或选择</a:t>
            </a:r>
            <a:r>
              <a:rPr lang="en-US" altLang="zh-CN" sz="4000" dirty="0" err="1">
                <a:latin typeface="Times New Roman" panose="02020503050405090304" pitchFamily="18" charset="0"/>
              </a:rPr>
              <a:t>File→New→Model</a:t>
            </a:r>
            <a:r>
              <a:rPr lang="zh-CN" altLang="en-US" sz="4000" dirty="0">
                <a:latin typeface="Times New Roman" panose="02020503050405090304" pitchFamily="18" charset="0"/>
              </a:rPr>
              <a:t>菜单项实现。</a:t>
            </a:r>
            <a:endParaRPr lang="zh-CN" altLang="en-US" sz="4000" dirty="0">
              <a:latin typeface="Times New Roman" panose="02020503050405090304" pitchFamily="18" charset="0"/>
            </a:endParaRPr>
          </a:p>
          <a:p>
            <a:pPr eaLnBrk="1" hangingPunct="1">
              <a:lnSpc>
                <a:spcPct val="130000"/>
              </a:lnSpc>
            </a:pPr>
            <a:r>
              <a:rPr lang="en-US" altLang="zh-CN" sz="4000" dirty="0">
                <a:latin typeface="Times New Roman" panose="02020503050405090304" pitchFamily="18" charset="0"/>
              </a:rPr>
              <a:t>(2)</a:t>
            </a:r>
            <a:r>
              <a:rPr lang="zh-CN" altLang="en-US" sz="4000" dirty="0">
                <a:latin typeface="Times New Roman" panose="02020503050405090304" pitchFamily="18" charset="0"/>
              </a:rPr>
              <a:t>复制相关模块：双击所需子模块库图标，则可打开它，以鼠标左键选中所需的子模块，拖入模型编辑窗口。</a:t>
            </a:r>
            <a:endParaRPr lang="zh-CN" altLang="en-US" sz="4000" dirty="0">
              <a:latin typeface="Times New Roman" panose="02020503050405090304" pitchFamily="18" charset="0"/>
            </a:endParaRPr>
          </a:p>
          <a:p>
            <a:pPr>
              <a:lnSpc>
                <a:spcPct val="120000"/>
              </a:lnSpc>
            </a:pPr>
            <a:r>
              <a:rPr lang="zh-CN" altLang="en-US" sz="4000" dirty="0">
                <a:latin typeface="Times New Roman" panose="02020503050405090304" pitchFamily="18" charset="0"/>
              </a:rPr>
              <a:t>在本例中拖入模型编辑窗口的为：</a:t>
            </a:r>
            <a:endParaRPr lang="en-US" altLang="zh-CN" sz="4000" dirty="0">
              <a:latin typeface="Times New Roman" panose="02020503050405090304" pitchFamily="18" charset="0"/>
            </a:endParaRPr>
          </a:p>
          <a:p>
            <a:pPr>
              <a:lnSpc>
                <a:spcPct val="120000"/>
              </a:lnSpc>
            </a:pPr>
            <a:r>
              <a:rPr lang="zh-CN" altLang="en-US" sz="4200" dirty="0">
                <a:latin typeface="Times New Roman" panose="02020503050405090304" pitchFamily="18" charset="0"/>
              </a:rPr>
              <a:t>把</a:t>
            </a:r>
            <a:r>
              <a:rPr lang="en-US" sz="4200" dirty="0"/>
              <a:t>Source</a:t>
            </a:r>
            <a:r>
              <a:rPr lang="zh-CN" altLang="en-US" sz="4200" dirty="0"/>
              <a:t>组中的</a:t>
            </a:r>
            <a:r>
              <a:rPr lang="en-US" sz="4200" dirty="0"/>
              <a:t>Step</a:t>
            </a:r>
            <a:r>
              <a:rPr lang="zh-CN" altLang="en-US" sz="4200" dirty="0"/>
              <a:t>模块拖入模型编辑窗口；</a:t>
            </a:r>
            <a:endParaRPr lang="en-US" altLang="zh-CN" sz="4200" dirty="0"/>
          </a:p>
          <a:p>
            <a:pPr>
              <a:lnSpc>
                <a:spcPct val="120000"/>
              </a:lnSpc>
            </a:pPr>
            <a:r>
              <a:rPr lang="zh-CN" altLang="en-US" sz="4200" dirty="0"/>
              <a:t>把</a:t>
            </a:r>
            <a:r>
              <a:rPr lang="en-US" sz="4200" dirty="0"/>
              <a:t>Math Operations</a:t>
            </a:r>
            <a:r>
              <a:rPr lang="zh-CN" altLang="en-US" sz="4200" dirty="0"/>
              <a:t>组中的</a:t>
            </a:r>
            <a:r>
              <a:rPr lang="en-US" sz="4200" dirty="0"/>
              <a:t>Sum</a:t>
            </a:r>
            <a:r>
              <a:rPr lang="zh-CN" altLang="en-US" sz="4200" dirty="0"/>
              <a:t>模块和</a:t>
            </a:r>
            <a:r>
              <a:rPr lang="en-US" sz="4200" dirty="0"/>
              <a:t>Gain</a:t>
            </a:r>
            <a:r>
              <a:rPr lang="zh-CN" altLang="en-US" sz="4200" dirty="0"/>
              <a:t>模块分别拖入模型编辑窗口；</a:t>
            </a:r>
            <a:endParaRPr lang="en-US" altLang="zh-CN" sz="4200" dirty="0"/>
          </a:p>
          <a:p>
            <a:pPr>
              <a:lnSpc>
                <a:spcPct val="120000"/>
              </a:lnSpc>
            </a:pPr>
            <a:r>
              <a:rPr lang="zh-CN" altLang="en-US" sz="4200" dirty="0"/>
              <a:t>把</a:t>
            </a:r>
            <a:r>
              <a:rPr lang="en-US" sz="4200" dirty="0"/>
              <a:t>Continuous</a:t>
            </a:r>
            <a:r>
              <a:rPr lang="zh-CN" altLang="en-US" sz="4200" dirty="0"/>
              <a:t>组中的</a:t>
            </a:r>
            <a:r>
              <a:rPr lang="en-US" sz="4200" dirty="0"/>
              <a:t>Transfer </a:t>
            </a:r>
            <a:r>
              <a:rPr lang="en-US" sz="4200" dirty="0" err="1"/>
              <a:t>Fcn</a:t>
            </a:r>
            <a:r>
              <a:rPr lang="zh-CN" altLang="en-US" sz="4200" dirty="0"/>
              <a:t>模块和</a:t>
            </a:r>
            <a:r>
              <a:rPr lang="en-US" sz="4200" dirty="0"/>
              <a:t>Integrator</a:t>
            </a:r>
            <a:r>
              <a:rPr lang="zh-CN" altLang="en-US" sz="4200" dirty="0"/>
              <a:t>模块拖入模型编辑窗口；</a:t>
            </a:r>
            <a:endParaRPr lang="en-US" altLang="zh-CN" sz="4200" dirty="0"/>
          </a:p>
          <a:p>
            <a:pPr>
              <a:lnSpc>
                <a:spcPct val="120000"/>
              </a:lnSpc>
            </a:pPr>
            <a:r>
              <a:rPr lang="zh-CN" altLang="en-US" sz="4200" dirty="0"/>
              <a:t>把</a:t>
            </a:r>
            <a:r>
              <a:rPr lang="en-US" sz="4200" dirty="0"/>
              <a:t>Sinks</a:t>
            </a:r>
            <a:r>
              <a:rPr lang="zh-CN" altLang="en-US" sz="4200" dirty="0"/>
              <a:t>组中的</a:t>
            </a:r>
            <a:r>
              <a:rPr lang="en-US" sz="4200" dirty="0"/>
              <a:t>Scope</a:t>
            </a:r>
            <a:r>
              <a:rPr lang="zh-CN" altLang="en-US" sz="4200" dirty="0"/>
              <a:t>模块拖入模型编辑窗口；</a:t>
            </a:r>
            <a:endParaRPr lang="en-US" altLang="zh-CN" sz="4200" dirty="0"/>
          </a:p>
          <a:p>
            <a:pPr>
              <a:lnSpc>
                <a:spcPct val="120000"/>
              </a:lnSpc>
            </a:pPr>
            <a:r>
              <a:rPr lang="zh-CN" altLang="en-US" sz="4200" dirty="0"/>
              <a:t>把</a:t>
            </a:r>
            <a:r>
              <a:rPr lang="en-US" sz="4200" dirty="0"/>
              <a:t>discontinuous</a:t>
            </a:r>
            <a:r>
              <a:rPr lang="zh-CN" altLang="en-US" sz="4200" dirty="0"/>
              <a:t>组中的</a:t>
            </a:r>
            <a:r>
              <a:rPr lang="en-US" sz="4200" dirty="0"/>
              <a:t>relay</a:t>
            </a:r>
            <a:r>
              <a:rPr lang="zh-CN" altLang="en-US" sz="4200" dirty="0"/>
              <a:t>模块和</a:t>
            </a:r>
            <a:r>
              <a:rPr lang="en-US" sz="4200" dirty="0"/>
              <a:t>saturation</a:t>
            </a:r>
            <a:r>
              <a:rPr lang="zh-CN" altLang="en-US" sz="4200" dirty="0"/>
              <a:t>模块拖入编辑窗口；</a:t>
            </a:r>
            <a:endParaRPr lang="en-US" altLang="zh-CN" sz="4200" dirty="0"/>
          </a:p>
          <a:p>
            <a:pPr>
              <a:lnSpc>
                <a:spcPct val="120000"/>
              </a:lnSpc>
            </a:pPr>
            <a:r>
              <a:rPr lang="zh-CN" altLang="en-US" sz="4200" dirty="0"/>
              <a:t>把</a:t>
            </a:r>
            <a:r>
              <a:rPr lang="en-US" sz="4200" dirty="0"/>
              <a:t>source </a:t>
            </a:r>
            <a:r>
              <a:rPr lang="zh-CN" altLang="en-US" sz="4200" dirty="0"/>
              <a:t>组中的</a:t>
            </a:r>
            <a:r>
              <a:rPr lang="en-US" sz="4200" dirty="0"/>
              <a:t>repeating sequence</a:t>
            </a:r>
            <a:r>
              <a:rPr lang="zh-CN" altLang="en-US" sz="4200" dirty="0"/>
              <a:t>模块拖入编辑窗口；</a:t>
            </a:r>
            <a:endParaRPr lang="en-US" altLang="zh-CN" sz="4200" dirty="0"/>
          </a:p>
          <a:p>
            <a:pPr>
              <a:lnSpc>
                <a:spcPct val="120000"/>
              </a:lnSpc>
            </a:pPr>
            <a:r>
              <a:rPr lang="zh-CN" altLang="en-US" sz="4200" dirty="0"/>
              <a:t>把</a:t>
            </a:r>
            <a:r>
              <a:rPr lang="en-US" sz="4200" dirty="0"/>
              <a:t>Logic and bit Operations</a:t>
            </a:r>
            <a:r>
              <a:rPr lang="zh-CN" altLang="en-US" sz="4200" dirty="0"/>
              <a:t>中的</a:t>
            </a:r>
            <a:r>
              <a:rPr lang="en-US" sz="4200" dirty="0"/>
              <a:t>Logical Operator</a:t>
            </a:r>
            <a:r>
              <a:rPr lang="zh-CN" altLang="en-US" sz="4200" dirty="0"/>
              <a:t>模块拖入编辑窗口；</a:t>
            </a:r>
            <a:endParaRPr lang="en-US" altLang="zh-CN" sz="4200" dirty="0"/>
          </a:p>
          <a:p>
            <a:pPr>
              <a:lnSpc>
                <a:spcPct val="120000"/>
              </a:lnSpc>
            </a:pPr>
            <a:r>
              <a:rPr lang="zh-CN" altLang="en-US" sz="4200" dirty="0"/>
              <a:t>把</a:t>
            </a:r>
            <a:r>
              <a:rPr lang="en-US" sz="4200" dirty="0" err="1"/>
              <a:t>simulink</a:t>
            </a:r>
            <a:r>
              <a:rPr lang="en-US" sz="4200" dirty="0"/>
              <a:t> </a:t>
            </a:r>
            <a:r>
              <a:rPr lang="en-US" sz="4200" dirty="0" err="1"/>
              <a:t>Powersystem</a:t>
            </a:r>
            <a:r>
              <a:rPr lang="en-US" sz="4200" dirty="0"/>
              <a:t> </a:t>
            </a:r>
            <a:r>
              <a:rPr lang="zh-CN" altLang="en-US" sz="4200" dirty="0"/>
              <a:t>模块库中</a:t>
            </a:r>
            <a:r>
              <a:rPr lang="en-US" sz="4200" dirty="0"/>
              <a:t>universal bridge</a:t>
            </a:r>
            <a:r>
              <a:rPr lang="zh-CN" altLang="en-US" sz="4200" dirty="0"/>
              <a:t>拖入编辑窗口。</a:t>
            </a:r>
            <a:endParaRPr lang="zh-CN" altLang="en-US" sz="4200" dirty="0"/>
          </a:p>
          <a:p>
            <a:pPr>
              <a:lnSpc>
                <a:spcPct val="90000"/>
              </a:lnSpc>
            </a:pPr>
            <a:r>
              <a:rPr lang="zh-CN" altLang="en-US" sz="2800" dirty="0"/>
              <a:t>。</a:t>
            </a:r>
            <a:r>
              <a:rPr lang="zh-CN" altLang="en-US" sz="2800" dirty="0">
                <a:latin typeface="Times New Roman" panose="02020503050405090304" pitchFamily="18" charset="0"/>
              </a:rPr>
              <a:t> </a:t>
            </a:r>
            <a:endParaRPr lang="zh-CN" altLang="en-US" sz="2800" dirty="0">
              <a:latin typeface="Times New Roman" panose="02020503050405090304" pitchFamily="18" charset="0"/>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p:nvPr>
            <p:ph type="title"/>
          </p:nvPr>
        </p:nvSpPr>
        <p:spPr/>
        <p:txBody>
          <a:bodyPr/>
          <a:lstStyle/>
          <a:p>
            <a:pPr eaLnBrk="1" hangingPunct="1"/>
            <a:endParaRPr lang="zh-CN" altLang="zh-CN"/>
          </a:p>
        </p:txBody>
      </p:sp>
      <p:sp>
        <p:nvSpPr>
          <p:cNvPr id="240643" name="Rectangle 3"/>
          <p:cNvSpPr/>
          <p:nvPr>
            <p:ph idx="1"/>
          </p:nvPr>
        </p:nvSpPr>
        <p:spPr>
          <a:xfrm>
            <a:off x="912813" y="1905000"/>
            <a:ext cx="7475537" cy="4191000"/>
          </a:xfrm>
        </p:spPr>
        <p:txBody>
          <a:bodyPr/>
          <a:lstStyle/>
          <a:p>
            <a:pPr eaLnBrk="1" hangingPunct="1"/>
            <a:r>
              <a:rPr lang="en-US" altLang="zh-CN">
                <a:latin typeface="Times New Roman" panose="02020503050405090304" pitchFamily="18" charset="0"/>
              </a:rPr>
              <a:t> (3)</a:t>
            </a:r>
            <a:r>
              <a:rPr lang="zh-CN" altLang="en-US">
                <a:latin typeface="Times New Roman" panose="02020503050405090304" pitchFamily="18" charset="0"/>
              </a:rPr>
              <a:t>修改模块参数：</a:t>
            </a:r>
            <a:endParaRPr lang="zh-CN" altLang="en-US">
              <a:latin typeface="Times New Roman" panose="02020503050405090304" pitchFamily="18" charset="0"/>
            </a:endParaRPr>
          </a:p>
          <a:p>
            <a:pPr eaLnBrk="1" hangingPunct="1">
              <a:buFont typeface="Wingdings" panose="05000000000000000000" pitchFamily="2" charset="2"/>
              <a:buNone/>
            </a:pPr>
            <a:r>
              <a:rPr lang="zh-CN" altLang="en-US">
                <a:latin typeface="Times New Roman" panose="02020503050405090304" pitchFamily="18" charset="0"/>
              </a:rPr>
              <a:t>          双击模块图案，则出现关于该图案的对话框，</a:t>
            </a:r>
            <a:endParaRPr lang="zh-CN" altLang="en-US">
              <a:latin typeface="Times New Roman" panose="02020503050405090304" pitchFamily="18" charset="0"/>
            </a:endParaRPr>
          </a:p>
          <a:p>
            <a:pPr eaLnBrk="1" hangingPunct="1">
              <a:buFont typeface="Wingdings" panose="05000000000000000000" pitchFamily="2" charset="2"/>
              <a:buNone/>
            </a:pPr>
            <a:r>
              <a:rPr lang="zh-CN" altLang="en-US">
                <a:latin typeface="Times New Roman" panose="02020503050405090304" pitchFamily="18" charset="0"/>
              </a:rPr>
              <a:t>          通过修改对话框内容来设定模块的参数。</a:t>
            </a:r>
            <a:endParaRPr lang="zh-CN" altLang="en-US">
              <a:latin typeface="Times New Roman" panose="02020503050405090304" pitchFamily="18" charset="0"/>
            </a:endParaRP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AutoShape 5"/>
          <p:cNvSpPr/>
          <p:nvPr/>
        </p:nvSpPr>
        <p:spPr bwMode="auto">
          <a:xfrm>
            <a:off x="323850" y="2133600"/>
            <a:ext cx="2232025" cy="2951163"/>
          </a:xfrm>
          <a:prstGeom prst="wedgeRoundRectCallout">
            <a:avLst>
              <a:gd name="adj1" fmla="val -43750"/>
              <a:gd name="adj2" fmla="val 70000"/>
              <a:gd name="adj3" fmla="val 16667"/>
            </a:avLst>
          </a:prstGeom>
          <a:noFill/>
          <a:ln w="9525" algn="ctr">
            <a:noFill/>
            <a:miter lim="800000"/>
          </a:ln>
        </p:spPr>
        <p:txBody>
          <a:bodyPr/>
          <a:lstStyle/>
          <a:p>
            <a:endParaRPr lang="zh-CN" altLang="zh-CN" sz="3200" b="1">
              <a:latin typeface="Verdana" panose="020B0804030504040204" pitchFamily="34" charset="0"/>
            </a:endParaRPr>
          </a:p>
        </p:txBody>
      </p:sp>
      <p:sp>
        <p:nvSpPr>
          <p:cNvPr id="241667" name="Rectangle 9"/>
          <p:cNvSpPr/>
          <p:nvPr/>
        </p:nvSpPr>
        <p:spPr bwMode="auto">
          <a:xfrm>
            <a:off x="2700338" y="981075"/>
            <a:ext cx="2954655" cy="369332"/>
          </a:xfrm>
          <a:prstGeom prst="rect">
            <a:avLst/>
          </a:prstGeom>
          <a:noFill/>
          <a:ln w="9525">
            <a:noFill/>
            <a:miter lim="800000"/>
          </a:ln>
        </p:spPr>
        <p:txBody>
          <a:bodyPr wrap="none" anchor="ctr">
            <a:spAutoFit/>
          </a:bodyPr>
          <a:lstStyle/>
          <a:p>
            <a:r>
              <a:rPr lang="zh-CN" altLang="en-US" dirty="0">
                <a:solidFill>
                  <a:schemeClr val="tx1"/>
                </a:solidFill>
              </a:rPr>
              <a:t>图</a:t>
            </a:r>
            <a:r>
              <a:rPr lang="en-US" altLang="zh-CN" dirty="0">
                <a:solidFill>
                  <a:schemeClr val="tx1"/>
                </a:solidFill>
              </a:rPr>
              <a:t>3-23	</a:t>
            </a:r>
            <a:r>
              <a:rPr lang="zh-CN" altLang="en-US" dirty="0">
                <a:solidFill>
                  <a:schemeClr val="tx1"/>
                </a:solidFill>
              </a:rPr>
              <a:t>加法器模块对话框</a:t>
            </a:r>
            <a:endParaRPr lang="zh-CN" altLang="en-US" dirty="0">
              <a:solidFill>
                <a:schemeClr val="tx1"/>
              </a:solidFill>
            </a:endParaRPr>
          </a:p>
        </p:txBody>
      </p:sp>
      <p:pic>
        <p:nvPicPr>
          <p:cNvPr id="241668" name="Picture 12"/>
          <p:cNvPicPr>
            <a:picLocks noChangeAspect="1" noChangeArrowheads="1"/>
          </p:cNvPicPr>
          <p:nvPr/>
        </p:nvPicPr>
        <p:blipFill>
          <a:blip r:embed="rId1"/>
          <a:srcRect/>
          <a:stretch>
            <a:fillRect/>
          </a:stretch>
        </p:blipFill>
        <p:spPr bwMode="auto">
          <a:xfrm>
            <a:off x="2771775" y="2133600"/>
            <a:ext cx="5832475" cy="4473575"/>
          </a:xfrm>
          <a:prstGeom prst="rect">
            <a:avLst/>
          </a:prstGeom>
          <a:noFill/>
          <a:ln w="9525">
            <a:noFill/>
            <a:miter lim="800000"/>
            <a:headEnd/>
            <a:tailEnd/>
          </a:ln>
        </p:spPr>
      </p:pic>
      <p:sp>
        <p:nvSpPr>
          <p:cNvPr id="241669" name="AutoShape 6"/>
          <p:cNvSpPr/>
          <p:nvPr/>
        </p:nvSpPr>
        <p:spPr bwMode="auto">
          <a:xfrm>
            <a:off x="323850" y="1773238"/>
            <a:ext cx="2160588" cy="3311525"/>
          </a:xfrm>
          <a:prstGeom prst="wedgeRoundRectCallout">
            <a:avLst>
              <a:gd name="adj1" fmla="val 72630"/>
              <a:gd name="adj2" fmla="val 49713"/>
              <a:gd name="adj3" fmla="val 16667"/>
            </a:avLst>
          </a:prstGeom>
          <a:noFill/>
          <a:ln w="9525" algn="ctr">
            <a:solidFill>
              <a:schemeClr val="folHlink"/>
            </a:solidFill>
            <a:miter lim="800000"/>
          </a:ln>
        </p:spPr>
        <p:txBody>
          <a:bodyPr/>
          <a:lstStyle/>
          <a:p>
            <a:pPr algn="l"/>
            <a:r>
              <a:rPr lang="zh-CN" altLang="en-US" b="1" dirty="0">
                <a:latin typeface="宋体" pitchFamily="2" charset="-122"/>
              </a:rPr>
              <a:t>描述加法器三路输入的符号，</a:t>
            </a:r>
            <a:r>
              <a:rPr lang="en-US" altLang="zh-CN" b="1" dirty="0">
                <a:latin typeface="宋体" pitchFamily="2" charset="-122"/>
              </a:rPr>
              <a:t>|</a:t>
            </a:r>
            <a:r>
              <a:rPr lang="zh-CN" altLang="en-US" b="1" dirty="0">
                <a:latin typeface="宋体" pitchFamily="2" charset="-122"/>
              </a:rPr>
              <a:t>表示该路没有信号，用</a:t>
            </a:r>
            <a:r>
              <a:rPr lang="en-US" altLang="zh-CN" b="1" dirty="0">
                <a:latin typeface="宋体" pitchFamily="2" charset="-122"/>
              </a:rPr>
              <a:t>|+-</a:t>
            </a:r>
            <a:r>
              <a:rPr lang="zh-CN" altLang="en-US" b="1" dirty="0">
                <a:latin typeface="宋体" pitchFamily="2" charset="-122"/>
              </a:rPr>
              <a:t>取代原来的符号。得到减法器</a:t>
            </a:r>
            <a:r>
              <a:rPr lang="zh-CN" altLang="en-US" b="1" dirty="0">
                <a:solidFill>
                  <a:schemeClr val="folHlink"/>
                </a:solidFill>
                <a:latin typeface="宋体" pitchFamily="2" charset="-122"/>
              </a:rPr>
              <a:t>。  </a:t>
            </a:r>
            <a:endParaRPr lang="zh-CN" altLang="en-US" b="1" dirty="0">
              <a:solidFill>
                <a:schemeClr val="folHlink"/>
              </a:solidFill>
              <a:latin typeface="宋体" pitchFamily="2" charset="-122"/>
            </a:endParaRP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5"/>
          <p:cNvSpPr/>
          <p:nvPr/>
        </p:nvSpPr>
        <p:spPr bwMode="auto">
          <a:xfrm>
            <a:off x="4140200" y="692150"/>
            <a:ext cx="3185487" cy="369332"/>
          </a:xfrm>
          <a:prstGeom prst="rect">
            <a:avLst/>
          </a:prstGeom>
          <a:noFill/>
          <a:ln w="9525">
            <a:noFill/>
            <a:miter lim="800000"/>
          </a:ln>
        </p:spPr>
        <p:txBody>
          <a:bodyPr wrap="none" anchor="ctr">
            <a:spAutoFit/>
          </a:bodyPr>
          <a:lstStyle/>
          <a:p>
            <a:r>
              <a:rPr lang="zh-CN" altLang="en-US" dirty="0">
                <a:solidFill>
                  <a:schemeClr val="tx1"/>
                </a:solidFill>
              </a:rPr>
              <a:t>图</a:t>
            </a:r>
            <a:r>
              <a:rPr lang="en-US" altLang="zh-CN" dirty="0">
                <a:solidFill>
                  <a:schemeClr val="tx1"/>
                </a:solidFill>
              </a:rPr>
              <a:t>3-24	</a:t>
            </a:r>
            <a:r>
              <a:rPr lang="zh-CN" altLang="en-US" dirty="0">
                <a:solidFill>
                  <a:schemeClr val="tx1"/>
                </a:solidFill>
              </a:rPr>
              <a:t>传递函数模块对话框</a:t>
            </a:r>
            <a:endParaRPr lang="zh-CN" altLang="en-US" dirty="0">
              <a:solidFill>
                <a:schemeClr val="tx1"/>
              </a:solidFill>
            </a:endParaRPr>
          </a:p>
        </p:txBody>
      </p:sp>
      <p:sp>
        <p:nvSpPr>
          <p:cNvPr id="242691" name="Rectangle 8"/>
          <p:cNvSpPr/>
          <p:nvPr/>
        </p:nvSpPr>
        <p:spPr bwMode="auto">
          <a:xfrm>
            <a:off x="611188" y="4797425"/>
            <a:ext cx="2720975" cy="1187450"/>
          </a:xfrm>
          <a:prstGeom prst="rect">
            <a:avLst/>
          </a:prstGeom>
          <a:noFill/>
          <a:ln w="9525" algn="ctr">
            <a:noFill/>
            <a:miter lim="800000"/>
          </a:ln>
        </p:spPr>
        <p:txBody>
          <a:bodyPr anchor="ctr">
            <a:spAutoFit/>
          </a:bodyPr>
          <a:lstStyle/>
          <a:p>
            <a:pPr algn="l"/>
            <a:r>
              <a:rPr lang="zh-CN" altLang="en-US">
                <a:solidFill>
                  <a:schemeClr val="tx1"/>
                </a:solidFill>
              </a:rPr>
              <a:t>例如，</a:t>
            </a:r>
            <a:r>
              <a:rPr lang="en-US" altLang="zh-CN">
                <a:solidFill>
                  <a:schemeClr val="tx1"/>
                </a:solidFill>
              </a:rPr>
              <a:t>0.002s+1</a:t>
            </a:r>
            <a:r>
              <a:rPr lang="zh-CN" altLang="en-US">
                <a:solidFill>
                  <a:schemeClr val="tx1"/>
                </a:solidFill>
              </a:rPr>
              <a:t>是用向量</a:t>
            </a:r>
            <a:r>
              <a:rPr lang="en-US" altLang="zh-CN">
                <a:solidFill>
                  <a:schemeClr val="tx1"/>
                </a:solidFill>
              </a:rPr>
              <a:t>[0.002 1]</a:t>
            </a:r>
            <a:r>
              <a:rPr lang="zh-CN" altLang="en-US">
                <a:solidFill>
                  <a:schemeClr val="tx1"/>
                </a:solidFill>
              </a:rPr>
              <a:t>来表示的。 </a:t>
            </a:r>
            <a:endParaRPr lang="zh-CN" altLang="en-US">
              <a:solidFill>
                <a:schemeClr val="tx1"/>
              </a:solidFill>
            </a:endParaRPr>
          </a:p>
        </p:txBody>
      </p:sp>
      <p:pic>
        <p:nvPicPr>
          <p:cNvPr id="242692" name="Picture 11"/>
          <p:cNvPicPr>
            <a:picLocks noChangeAspect="1" noChangeArrowheads="1"/>
          </p:cNvPicPr>
          <p:nvPr/>
        </p:nvPicPr>
        <p:blipFill>
          <a:blip r:embed="rId1"/>
          <a:srcRect/>
          <a:stretch>
            <a:fillRect/>
          </a:stretch>
        </p:blipFill>
        <p:spPr bwMode="auto">
          <a:xfrm>
            <a:off x="3635375" y="1730375"/>
            <a:ext cx="5113338" cy="5011738"/>
          </a:xfrm>
          <a:prstGeom prst="rect">
            <a:avLst/>
          </a:prstGeom>
          <a:noFill/>
          <a:ln w="9525">
            <a:noFill/>
            <a:miter lim="800000"/>
            <a:headEnd/>
            <a:tailEnd/>
          </a:ln>
        </p:spPr>
      </p:pic>
      <p:sp>
        <p:nvSpPr>
          <p:cNvPr id="242693" name="AutoShape 6"/>
          <p:cNvSpPr/>
          <p:nvPr/>
        </p:nvSpPr>
        <p:spPr bwMode="auto">
          <a:xfrm>
            <a:off x="755650" y="1844675"/>
            <a:ext cx="2160588" cy="1008063"/>
          </a:xfrm>
          <a:prstGeom prst="wedgeRoundRectCallout">
            <a:avLst>
              <a:gd name="adj1" fmla="val 94157"/>
              <a:gd name="adj2" fmla="val 217560"/>
              <a:gd name="adj3" fmla="val 16667"/>
            </a:avLst>
          </a:prstGeom>
          <a:noFill/>
          <a:ln w="9525" algn="ctr">
            <a:solidFill>
              <a:schemeClr val="folHlink"/>
            </a:solidFill>
            <a:miter lim="800000"/>
          </a:ln>
        </p:spPr>
        <p:txBody>
          <a:bodyPr/>
          <a:lstStyle/>
          <a:p>
            <a:pPr algn="l"/>
            <a:r>
              <a:rPr lang="zh-CN" altLang="en-US" sz="2800" dirty="0">
                <a:latin typeface="Verdana" panose="020B0804030504040204" pitchFamily="34" charset="0"/>
              </a:rPr>
              <a:t>分子多项式系数 </a:t>
            </a:r>
            <a:endParaRPr lang="zh-CN" altLang="en-US" sz="2800" dirty="0">
              <a:latin typeface="Verdana" panose="020B0804030504040204" pitchFamily="34" charset="0"/>
            </a:endParaRPr>
          </a:p>
        </p:txBody>
      </p:sp>
      <p:sp>
        <p:nvSpPr>
          <p:cNvPr id="242694" name="AutoShape 7"/>
          <p:cNvSpPr/>
          <p:nvPr/>
        </p:nvSpPr>
        <p:spPr bwMode="auto">
          <a:xfrm>
            <a:off x="539750" y="3644900"/>
            <a:ext cx="2160588" cy="1008063"/>
          </a:xfrm>
          <a:prstGeom prst="wedgeRoundRectCallout">
            <a:avLst>
              <a:gd name="adj1" fmla="val 107162"/>
              <a:gd name="adj2" fmla="val 91731"/>
              <a:gd name="adj3" fmla="val 16667"/>
            </a:avLst>
          </a:prstGeom>
          <a:noFill/>
          <a:ln w="9525" algn="ctr">
            <a:solidFill>
              <a:schemeClr val="folHlink"/>
            </a:solidFill>
            <a:miter lim="800000"/>
          </a:ln>
        </p:spPr>
        <p:txBody>
          <a:bodyPr/>
          <a:lstStyle/>
          <a:p>
            <a:pPr algn="l"/>
            <a:r>
              <a:rPr lang="zh-CN" altLang="en-US" sz="2800" dirty="0">
                <a:latin typeface="Verdana" panose="020B0804030504040204" pitchFamily="34" charset="0"/>
              </a:rPr>
              <a:t>分母多项式系数 </a:t>
            </a:r>
            <a:endParaRPr lang="zh-CN" altLang="en-US" sz="2800" dirty="0">
              <a:latin typeface="Verdana" panose="020B0804030504040204" pitchFamily="34" charset="0"/>
            </a:endParaRP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5"/>
          <p:cNvSpPr/>
          <p:nvPr/>
        </p:nvSpPr>
        <p:spPr bwMode="auto">
          <a:xfrm>
            <a:off x="4787900" y="836613"/>
            <a:ext cx="3185487" cy="369332"/>
          </a:xfrm>
          <a:prstGeom prst="rect">
            <a:avLst/>
          </a:prstGeom>
          <a:noFill/>
          <a:ln w="9525">
            <a:noFill/>
            <a:miter lim="800000"/>
          </a:ln>
        </p:spPr>
        <p:txBody>
          <a:bodyPr wrap="none" anchor="ctr">
            <a:spAutoFit/>
          </a:bodyPr>
          <a:lstStyle/>
          <a:p>
            <a:r>
              <a:rPr lang="zh-CN" altLang="en-US" dirty="0">
                <a:solidFill>
                  <a:schemeClr val="tx1"/>
                </a:solidFill>
              </a:rPr>
              <a:t>图</a:t>
            </a:r>
            <a:r>
              <a:rPr lang="en-US" altLang="zh-CN" dirty="0">
                <a:solidFill>
                  <a:schemeClr val="tx1"/>
                </a:solidFill>
              </a:rPr>
              <a:t>3-25	</a:t>
            </a:r>
            <a:r>
              <a:rPr lang="zh-CN" altLang="en-US" dirty="0">
                <a:solidFill>
                  <a:schemeClr val="tx1"/>
                </a:solidFill>
              </a:rPr>
              <a:t>阶跃输入模块对话框</a:t>
            </a:r>
            <a:endParaRPr lang="zh-CN" altLang="en-US" dirty="0">
              <a:solidFill>
                <a:schemeClr val="tx1"/>
              </a:solidFill>
            </a:endParaRPr>
          </a:p>
        </p:txBody>
      </p:sp>
      <p:pic>
        <p:nvPicPr>
          <p:cNvPr id="243715" name="Picture 9"/>
          <p:cNvPicPr>
            <a:picLocks noChangeAspect="1" noChangeArrowheads="1"/>
          </p:cNvPicPr>
          <p:nvPr/>
        </p:nvPicPr>
        <p:blipFill>
          <a:blip r:embed="rId1"/>
          <a:srcRect/>
          <a:stretch>
            <a:fillRect/>
          </a:stretch>
        </p:blipFill>
        <p:spPr bwMode="auto">
          <a:xfrm>
            <a:off x="4500563" y="1773238"/>
            <a:ext cx="4567237" cy="4968875"/>
          </a:xfrm>
          <a:prstGeom prst="rect">
            <a:avLst/>
          </a:prstGeom>
          <a:noFill/>
          <a:ln w="9525">
            <a:noFill/>
            <a:miter lim="800000"/>
            <a:headEnd/>
            <a:tailEnd/>
          </a:ln>
        </p:spPr>
      </p:pic>
      <p:sp>
        <p:nvSpPr>
          <p:cNvPr id="243716" name="AutoShape 6"/>
          <p:cNvSpPr/>
          <p:nvPr/>
        </p:nvSpPr>
        <p:spPr bwMode="auto">
          <a:xfrm>
            <a:off x="827088" y="2205038"/>
            <a:ext cx="2232025" cy="1008062"/>
          </a:xfrm>
          <a:prstGeom prst="wedgeRoundRectCallout">
            <a:avLst>
              <a:gd name="adj1" fmla="val 128875"/>
              <a:gd name="adj2" fmla="val 87796"/>
              <a:gd name="adj3" fmla="val 16667"/>
            </a:avLst>
          </a:prstGeom>
          <a:noFill/>
          <a:ln w="9525" algn="ctr">
            <a:solidFill>
              <a:schemeClr val="folHlink"/>
            </a:solidFill>
            <a:miter lim="800000"/>
          </a:ln>
        </p:spPr>
        <p:txBody>
          <a:bodyPr/>
          <a:lstStyle/>
          <a:p>
            <a:pPr algn="l"/>
            <a:r>
              <a:rPr lang="zh-CN" altLang="en-US" sz="2800" dirty="0"/>
              <a:t>阶跃时刻，可改到</a:t>
            </a:r>
            <a:r>
              <a:rPr lang="en-US" altLang="zh-CN" sz="2800" dirty="0"/>
              <a:t>0  </a:t>
            </a:r>
            <a:r>
              <a:rPr lang="zh-CN" altLang="en-US" sz="2800" dirty="0"/>
              <a:t>。</a:t>
            </a:r>
            <a:endParaRPr lang="zh-CN" altLang="en-US" sz="2800" dirty="0"/>
          </a:p>
        </p:txBody>
      </p:sp>
      <p:sp>
        <p:nvSpPr>
          <p:cNvPr id="243717" name="AutoShape 7"/>
          <p:cNvSpPr/>
          <p:nvPr/>
        </p:nvSpPr>
        <p:spPr bwMode="auto">
          <a:xfrm>
            <a:off x="827088" y="3933825"/>
            <a:ext cx="2232025" cy="1008063"/>
          </a:xfrm>
          <a:prstGeom prst="wedgeRoundRectCallout">
            <a:avLst>
              <a:gd name="adj1" fmla="val 128093"/>
              <a:gd name="adj2" fmla="val 28583"/>
              <a:gd name="adj3" fmla="val 16667"/>
            </a:avLst>
          </a:prstGeom>
          <a:noFill/>
          <a:ln w="9525" algn="ctr">
            <a:solidFill>
              <a:schemeClr val="folHlink"/>
            </a:solidFill>
            <a:miter lim="800000"/>
          </a:ln>
        </p:spPr>
        <p:txBody>
          <a:bodyPr/>
          <a:lstStyle/>
          <a:p>
            <a:pPr algn="l"/>
            <a:r>
              <a:rPr lang="zh-CN" altLang="en-US" sz="2800" dirty="0"/>
              <a:t>阶跃值，可改到</a:t>
            </a:r>
            <a:r>
              <a:rPr lang="en-US" altLang="zh-CN" sz="2800" dirty="0"/>
              <a:t>10  </a:t>
            </a:r>
            <a:r>
              <a:rPr lang="zh-CN" altLang="en-US" sz="2800" dirty="0">
                <a:solidFill>
                  <a:schemeClr val="folHlink"/>
                </a:solidFill>
              </a:rPr>
              <a:t>。</a:t>
            </a:r>
            <a:endParaRPr lang="zh-CN" altLang="en-US" sz="2800" dirty="0">
              <a:solidFill>
                <a:schemeClr val="folHlink"/>
              </a:solidFill>
            </a:endParaRPr>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5"/>
          <p:cNvSpPr/>
          <p:nvPr/>
        </p:nvSpPr>
        <p:spPr bwMode="auto">
          <a:xfrm>
            <a:off x="3995738" y="981075"/>
            <a:ext cx="2723823" cy="369332"/>
          </a:xfrm>
          <a:prstGeom prst="rect">
            <a:avLst/>
          </a:prstGeom>
          <a:noFill/>
          <a:ln w="9525">
            <a:noFill/>
            <a:miter lim="800000"/>
          </a:ln>
        </p:spPr>
        <p:txBody>
          <a:bodyPr wrap="none" anchor="ctr">
            <a:spAutoFit/>
          </a:bodyPr>
          <a:lstStyle/>
          <a:p>
            <a:r>
              <a:rPr lang="zh-CN" altLang="en-US" dirty="0">
                <a:solidFill>
                  <a:schemeClr val="tx1"/>
                </a:solidFill>
              </a:rPr>
              <a:t>图</a:t>
            </a:r>
            <a:r>
              <a:rPr lang="en-US" altLang="zh-CN" dirty="0">
                <a:solidFill>
                  <a:schemeClr val="tx1"/>
                </a:solidFill>
              </a:rPr>
              <a:t>3-26	</a:t>
            </a:r>
            <a:r>
              <a:rPr lang="zh-CN" altLang="en-US" dirty="0">
                <a:solidFill>
                  <a:schemeClr val="tx1"/>
                </a:solidFill>
              </a:rPr>
              <a:t>增益模块对话框</a:t>
            </a:r>
            <a:endParaRPr lang="zh-CN" altLang="en-US" dirty="0">
              <a:solidFill>
                <a:schemeClr val="tx1"/>
              </a:solidFill>
            </a:endParaRPr>
          </a:p>
        </p:txBody>
      </p:sp>
      <p:sp>
        <p:nvSpPr>
          <p:cNvPr id="244739" name="Rectangle 7"/>
          <p:cNvSpPr/>
          <p:nvPr/>
        </p:nvSpPr>
        <p:spPr bwMode="auto">
          <a:xfrm>
            <a:off x="611188" y="2387600"/>
            <a:ext cx="1873250" cy="822325"/>
          </a:xfrm>
          <a:prstGeom prst="rect">
            <a:avLst/>
          </a:prstGeom>
          <a:noFill/>
          <a:ln w="9525">
            <a:noFill/>
            <a:miter lim="800000"/>
          </a:ln>
        </p:spPr>
        <p:txBody>
          <a:bodyPr anchor="ctr">
            <a:spAutoFit/>
          </a:bodyPr>
          <a:lstStyle/>
          <a:p>
            <a:pPr algn="l"/>
            <a:r>
              <a:rPr lang="zh-CN" altLang="en-US">
                <a:solidFill>
                  <a:schemeClr val="folHlink"/>
                </a:solidFill>
              </a:rPr>
              <a:t>填写所需要的放大系数 </a:t>
            </a:r>
            <a:endParaRPr lang="zh-CN" altLang="en-US">
              <a:solidFill>
                <a:schemeClr val="folHlink"/>
              </a:solidFill>
            </a:endParaRPr>
          </a:p>
        </p:txBody>
      </p:sp>
      <p:pic>
        <p:nvPicPr>
          <p:cNvPr id="244740" name="Picture 9"/>
          <p:cNvPicPr>
            <a:picLocks noChangeAspect="1" noChangeArrowheads="1"/>
          </p:cNvPicPr>
          <p:nvPr/>
        </p:nvPicPr>
        <p:blipFill>
          <a:blip r:embed="rId1"/>
          <a:srcRect/>
          <a:stretch>
            <a:fillRect/>
          </a:stretch>
        </p:blipFill>
        <p:spPr bwMode="auto">
          <a:xfrm>
            <a:off x="3276600" y="1971675"/>
            <a:ext cx="5867400" cy="4410075"/>
          </a:xfrm>
          <a:prstGeom prst="rect">
            <a:avLst/>
          </a:prstGeom>
          <a:noFill/>
          <a:ln w="9525">
            <a:noFill/>
            <a:miter lim="800000"/>
            <a:headEnd/>
            <a:tailEnd/>
          </a:ln>
        </p:spPr>
      </p:pic>
      <p:sp>
        <p:nvSpPr>
          <p:cNvPr id="244741" name="AutoShape 6"/>
          <p:cNvSpPr/>
          <p:nvPr/>
        </p:nvSpPr>
        <p:spPr bwMode="auto">
          <a:xfrm>
            <a:off x="395288" y="2349500"/>
            <a:ext cx="2087562" cy="935038"/>
          </a:xfrm>
          <a:prstGeom prst="wedgeRoundRectCallout">
            <a:avLst>
              <a:gd name="adj1" fmla="val 97528"/>
              <a:gd name="adj2" fmla="val 166639"/>
              <a:gd name="adj3" fmla="val 16667"/>
            </a:avLst>
          </a:prstGeom>
          <a:noFill/>
          <a:ln w="9525">
            <a:solidFill>
              <a:srgbClr val="B1664F"/>
            </a:solidFill>
            <a:miter lim="800000"/>
          </a:ln>
        </p:spPr>
        <p:txBody>
          <a:bodyPr anchor="ctr"/>
          <a:lstStyle/>
          <a:p>
            <a:endParaRPr lang="zh-CN" altLang="zh-CN">
              <a:solidFill>
                <a:schemeClr val="folHlink"/>
              </a:solidFill>
            </a:endParaRP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5"/>
          <p:cNvSpPr/>
          <p:nvPr/>
        </p:nvSpPr>
        <p:spPr bwMode="auto">
          <a:xfrm>
            <a:off x="3851275" y="333375"/>
            <a:ext cx="3199017" cy="369332"/>
          </a:xfrm>
          <a:prstGeom prst="rect">
            <a:avLst/>
          </a:prstGeom>
          <a:noFill/>
          <a:ln w="9525">
            <a:noFill/>
            <a:miter lim="800000"/>
          </a:ln>
        </p:spPr>
        <p:txBody>
          <a:bodyPr wrap="none" anchor="ctr">
            <a:spAutoFit/>
          </a:bodyPr>
          <a:lstStyle/>
          <a:p>
            <a:r>
              <a:rPr lang="zh-CN" altLang="en-US" dirty="0">
                <a:solidFill>
                  <a:schemeClr val="tx1"/>
                </a:solidFill>
              </a:rPr>
              <a:t>图</a:t>
            </a:r>
            <a:r>
              <a:rPr lang="en-US" altLang="zh-CN" dirty="0">
                <a:solidFill>
                  <a:schemeClr val="tx1"/>
                </a:solidFill>
              </a:rPr>
              <a:t>3-27 	Integrator</a:t>
            </a:r>
            <a:r>
              <a:rPr lang="zh-CN" altLang="en-US" dirty="0">
                <a:solidFill>
                  <a:schemeClr val="tx1"/>
                </a:solidFill>
              </a:rPr>
              <a:t>模块对话框</a:t>
            </a:r>
            <a:endParaRPr lang="zh-CN" altLang="en-US" dirty="0">
              <a:solidFill>
                <a:schemeClr val="tx1"/>
              </a:solidFill>
            </a:endParaRPr>
          </a:p>
        </p:txBody>
      </p:sp>
      <p:pic>
        <p:nvPicPr>
          <p:cNvPr id="245763" name="Picture 9"/>
          <p:cNvPicPr>
            <a:picLocks noChangeAspect="1" noChangeArrowheads="1"/>
          </p:cNvPicPr>
          <p:nvPr/>
        </p:nvPicPr>
        <p:blipFill>
          <a:blip r:embed="rId1"/>
          <a:srcRect/>
          <a:stretch>
            <a:fillRect/>
          </a:stretch>
        </p:blipFill>
        <p:spPr bwMode="auto">
          <a:xfrm>
            <a:off x="3925888" y="908050"/>
            <a:ext cx="5218112" cy="5949950"/>
          </a:xfrm>
          <a:prstGeom prst="rect">
            <a:avLst/>
          </a:prstGeom>
          <a:noFill/>
          <a:ln w="9525">
            <a:noFill/>
            <a:miter lim="800000"/>
            <a:headEnd/>
            <a:tailEnd/>
          </a:ln>
        </p:spPr>
      </p:pic>
      <p:sp>
        <p:nvSpPr>
          <p:cNvPr id="245764" name="AutoShape 6"/>
          <p:cNvSpPr/>
          <p:nvPr/>
        </p:nvSpPr>
        <p:spPr bwMode="auto">
          <a:xfrm>
            <a:off x="539750" y="2205038"/>
            <a:ext cx="2232025" cy="1008062"/>
          </a:xfrm>
          <a:prstGeom prst="wedgeRoundRectCallout">
            <a:avLst>
              <a:gd name="adj1" fmla="val 113657"/>
              <a:gd name="adj2" fmla="val 140866"/>
              <a:gd name="adj3" fmla="val 16667"/>
            </a:avLst>
          </a:prstGeom>
          <a:noFill/>
          <a:ln w="9525" algn="ctr">
            <a:solidFill>
              <a:schemeClr val="folHlink"/>
            </a:solidFill>
            <a:miter lim="800000"/>
          </a:ln>
        </p:spPr>
        <p:txBody>
          <a:bodyPr/>
          <a:lstStyle/>
          <a:p>
            <a:pPr algn="l"/>
            <a:r>
              <a:rPr lang="zh-CN" altLang="en-US" sz="2800" dirty="0"/>
              <a:t>积分饱和值</a:t>
            </a:r>
            <a:r>
              <a:rPr lang="en-US" altLang="zh-CN" sz="2800" dirty="0"/>
              <a:t>,</a:t>
            </a:r>
            <a:r>
              <a:rPr lang="zh-CN" altLang="en-US" sz="2800" dirty="0"/>
              <a:t>可改为</a:t>
            </a:r>
            <a:r>
              <a:rPr lang="en-US" altLang="zh-CN" sz="2800" dirty="0"/>
              <a:t>5</a:t>
            </a:r>
            <a:r>
              <a:rPr lang="zh-CN" altLang="en-US" sz="2800" dirty="0"/>
              <a:t>。</a:t>
            </a:r>
            <a:endParaRPr lang="zh-CN" altLang="en-US" sz="2800" dirty="0"/>
          </a:p>
        </p:txBody>
      </p:sp>
      <p:sp>
        <p:nvSpPr>
          <p:cNvPr id="245765" name="AutoShape 7"/>
          <p:cNvSpPr/>
          <p:nvPr/>
        </p:nvSpPr>
        <p:spPr bwMode="auto">
          <a:xfrm>
            <a:off x="539750" y="4724400"/>
            <a:ext cx="2232025" cy="1008063"/>
          </a:xfrm>
          <a:prstGeom prst="wedgeRoundRectCallout">
            <a:avLst>
              <a:gd name="adj1" fmla="val 113514"/>
              <a:gd name="adj2" fmla="val -44171"/>
              <a:gd name="adj3" fmla="val 16667"/>
            </a:avLst>
          </a:prstGeom>
          <a:noFill/>
          <a:ln w="9525" algn="ctr">
            <a:solidFill>
              <a:schemeClr val="folHlink"/>
            </a:solidFill>
            <a:miter lim="800000"/>
          </a:ln>
        </p:spPr>
        <p:txBody>
          <a:bodyPr/>
          <a:lstStyle/>
          <a:p>
            <a:pPr algn="l"/>
            <a:r>
              <a:rPr lang="zh-CN" altLang="en-US" dirty="0"/>
              <a:t>积分饱和值</a:t>
            </a:r>
            <a:r>
              <a:rPr lang="en-US" altLang="zh-CN" dirty="0"/>
              <a:t>,</a:t>
            </a:r>
            <a:r>
              <a:rPr lang="zh-CN" altLang="en-US" dirty="0"/>
              <a:t>可改为</a:t>
            </a:r>
            <a:r>
              <a:rPr lang="en-US" altLang="zh-CN" dirty="0"/>
              <a:t>-5</a:t>
            </a:r>
            <a:r>
              <a:rPr lang="zh-CN" altLang="en-US" dirty="0"/>
              <a:t>。</a:t>
            </a:r>
            <a:endParaRPr lang="zh-CN" altLang="en-US" dirty="0"/>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8" name="图片 8"/>
          <p:cNvPicPr>
            <a:picLocks noChangeAspect="1" noChangeArrowheads="1"/>
          </p:cNvPicPr>
          <p:nvPr/>
        </p:nvPicPr>
        <p:blipFill>
          <a:blip r:embed="rId1"/>
          <a:srcRect/>
          <a:stretch>
            <a:fillRect/>
          </a:stretch>
        </p:blipFill>
        <p:spPr bwMode="auto">
          <a:xfrm>
            <a:off x="3428992" y="1428736"/>
            <a:ext cx="3791884" cy="3429024"/>
          </a:xfrm>
          <a:prstGeom prst="rect">
            <a:avLst/>
          </a:prstGeom>
          <a:noFill/>
          <a:ln w="9525">
            <a:noFill/>
            <a:miter lim="800000"/>
            <a:headEnd/>
            <a:tailEnd/>
          </a:ln>
        </p:spPr>
      </p:pic>
      <p:sp>
        <p:nvSpPr>
          <p:cNvPr id="3" name="AutoShape 6"/>
          <p:cNvSpPr/>
          <p:nvPr/>
        </p:nvSpPr>
        <p:spPr bwMode="auto">
          <a:xfrm>
            <a:off x="285720" y="142852"/>
            <a:ext cx="3143272" cy="1793880"/>
          </a:xfrm>
          <a:prstGeom prst="wedgeRoundRectCallout">
            <a:avLst>
              <a:gd name="adj1" fmla="val 73960"/>
              <a:gd name="adj2" fmla="val 123098"/>
              <a:gd name="adj3" fmla="val 16667"/>
            </a:avLst>
          </a:prstGeom>
          <a:noFill/>
          <a:ln w="9525" algn="ctr">
            <a:solidFill>
              <a:schemeClr val="folHlink"/>
            </a:solidFill>
            <a:miter lim="800000"/>
          </a:ln>
        </p:spPr>
        <p:txBody>
          <a:bodyPr/>
          <a:lstStyle/>
          <a:p>
            <a:r>
              <a:rPr lang="zh-CN" altLang="en-US" sz="2400" dirty="0"/>
              <a:t>为了得到周期为</a:t>
            </a:r>
            <a:r>
              <a:rPr lang="en-US" sz="2400" dirty="0"/>
              <a:t>8KHz</a:t>
            </a:r>
            <a:r>
              <a:rPr lang="zh-CN" altLang="en-US" sz="2400" dirty="0"/>
              <a:t>的锯齿波</a:t>
            </a:r>
            <a:r>
              <a:rPr lang="en-US" sz="2400" dirty="0"/>
              <a:t>,</a:t>
            </a:r>
            <a:r>
              <a:rPr lang="zh-CN" altLang="en-US" sz="2400" dirty="0"/>
              <a:t>把</a:t>
            </a:r>
            <a:r>
              <a:rPr lang="en-US" sz="2400" dirty="0"/>
              <a:t>Time value</a:t>
            </a:r>
            <a:r>
              <a:rPr lang="zh-CN" altLang="en-US" sz="2400" dirty="0"/>
              <a:t>设置为</a:t>
            </a:r>
            <a:r>
              <a:rPr lang="en-US" sz="2400" dirty="0"/>
              <a:t>[0 0.125e-3]</a:t>
            </a:r>
            <a:endParaRPr lang="zh-CN" altLang="en-US" sz="2400" dirty="0">
              <a:solidFill>
                <a:schemeClr val="folHlink"/>
              </a:solidFill>
            </a:endParaRPr>
          </a:p>
        </p:txBody>
      </p:sp>
      <p:sp>
        <p:nvSpPr>
          <p:cNvPr id="4" name="AutoShape 7"/>
          <p:cNvSpPr/>
          <p:nvPr/>
        </p:nvSpPr>
        <p:spPr bwMode="auto">
          <a:xfrm>
            <a:off x="285720" y="3929066"/>
            <a:ext cx="2428892" cy="1008063"/>
          </a:xfrm>
          <a:prstGeom prst="wedgeRoundRectCallout">
            <a:avLst>
              <a:gd name="adj1" fmla="val 100573"/>
              <a:gd name="adj2" fmla="val -53620"/>
              <a:gd name="adj3" fmla="val 16667"/>
            </a:avLst>
          </a:prstGeom>
          <a:noFill/>
          <a:ln w="9525" algn="ctr">
            <a:solidFill>
              <a:schemeClr val="folHlink"/>
            </a:solidFill>
            <a:miter lim="800000"/>
          </a:ln>
        </p:spPr>
        <p:txBody>
          <a:bodyPr/>
          <a:lstStyle/>
          <a:p>
            <a:r>
              <a:rPr lang="zh-CN" altLang="en-US" sz="2400" dirty="0"/>
              <a:t>把</a:t>
            </a:r>
            <a:r>
              <a:rPr lang="en-US" sz="2400" dirty="0"/>
              <a:t>output values</a:t>
            </a:r>
            <a:r>
              <a:rPr lang="zh-CN" altLang="en-US" sz="2400" dirty="0"/>
              <a:t>设置为</a:t>
            </a:r>
            <a:r>
              <a:rPr lang="en-US" sz="2400" dirty="0"/>
              <a:t>[-5 5]</a:t>
            </a:r>
            <a:endParaRPr lang="zh-CN" altLang="en-US" sz="2400" dirty="0">
              <a:solidFill>
                <a:schemeClr val="folHlink"/>
              </a:solidFil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1074" name="Picture 2"/>
          <p:cNvPicPr>
            <a:picLocks noChangeAspect="1" noChangeArrowheads="1"/>
          </p:cNvPicPr>
          <p:nvPr/>
        </p:nvPicPr>
        <p:blipFill>
          <a:blip r:embed="rId1"/>
          <a:srcRect/>
          <a:stretch>
            <a:fillRect/>
          </a:stretch>
        </p:blipFill>
        <p:spPr bwMode="auto">
          <a:xfrm>
            <a:off x="3428992" y="1926054"/>
            <a:ext cx="4696108" cy="3431772"/>
          </a:xfrm>
          <a:prstGeom prst="rect">
            <a:avLst/>
          </a:prstGeom>
          <a:noFill/>
          <a:ln w="9525">
            <a:noFill/>
            <a:miter lim="800000"/>
            <a:headEnd/>
            <a:tailEnd/>
          </a:ln>
        </p:spPr>
      </p:pic>
      <p:sp>
        <p:nvSpPr>
          <p:cNvPr id="3" name="AutoShape 6"/>
          <p:cNvSpPr/>
          <p:nvPr/>
        </p:nvSpPr>
        <p:spPr bwMode="auto">
          <a:xfrm>
            <a:off x="285720" y="908720"/>
            <a:ext cx="2232025" cy="1584176"/>
          </a:xfrm>
          <a:prstGeom prst="wedgeRoundRectCallout">
            <a:avLst>
              <a:gd name="adj1" fmla="val 131888"/>
              <a:gd name="adj2" fmla="val 47508"/>
              <a:gd name="adj3" fmla="val 16667"/>
            </a:avLst>
          </a:prstGeom>
          <a:noFill/>
          <a:ln w="9525" algn="ctr">
            <a:solidFill>
              <a:schemeClr val="folHlink"/>
            </a:solidFill>
            <a:miter lim="800000"/>
          </a:ln>
        </p:spPr>
        <p:txBody>
          <a:bodyPr/>
          <a:lstStyle/>
          <a:p>
            <a:r>
              <a:rPr lang="zh-CN" altLang="en-US" sz="2400" dirty="0"/>
              <a:t>点击</a:t>
            </a:r>
            <a:r>
              <a:rPr lang="en-US" altLang="en-US" sz="2400" dirty="0"/>
              <a:t>history</a:t>
            </a:r>
            <a:r>
              <a:rPr lang="zh-CN" altLang="en-US" sz="2400" dirty="0"/>
              <a:t>按钮，取消对点数限制。</a:t>
            </a:r>
            <a:endParaRPr lang="zh-CN" altLang="en-US" sz="2400" dirty="0"/>
          </a:p>
        </p:txBody>
      </p:sp>
      <p:sp>
        <p:nvSpPr>
          <p:cNvPr id="4" name="AutoShape 7"/>
          <p:cNvSpPr/>
          <p:nvPr/>
        </p:nvSpPr>
        <p:spPr bwMode="auto">
          <a:xfrm>
            <a:off x="1142976" y="3071810"/>
            <a:ext cx="2232025" cy="1008063"/>
          </a:xfrm>
          <a:prstGeom prst="wedgeRoundRectCallout">
            <a:avLst>
              <a:gd name="adj1" fmla="val 113514"/>
              <a:gd name="adj2" fmla="val -44171"/>
              <a:gd name="adj3" fmla="val 16667"/>
            </a:avLst>
          </a:prstGeom>
          <a:noFill/>
          <a:ln w="9525" algn="ctr">
            <a:solidFill>
              <a:schemeClr val="folHlink"/>
            </a:solidFill>
            <a:miter lim="800000"/>
          </a:ln>
        </p:spPr>
        <p:txBody>
          <a:bodyPr/>
          <a:lstStyle/>
          <a:p>
            <a:pPr algn="l"/>
            <a:r>
              <a:rPr lang="zh-CN" altLang="en-US" sz="2400" dirty="0"/>
              <a:t>设置坐标轴数为</a:t>
            </a:r>
            <a:r>
              <a:rPr lang="en-US" altLang="zh-CN" sz="2400" dirty="0"/>
              <a:t>2</a:t>
            </a:r>
            <a:endParaRPr lang="zh-CN" altLang="en-US" sz="24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p:nvPr>
            <p:ph type="title"/>
          </p:nvPr>
        </p:nvSpPr>
        <p:spPr>
          <a:xfrm>
            <a:off x="683568" y="620688"/>
            <a:ext cx="8162925" cy="579438"/>
          </a:xfrm>
        </p:spPr>
        <p:txBody>
          <a:bodyPr/>
          <a:lstStyle/>
          <a:p>
            <a:pPr eaLnBrk="1" hangingPunct="1"/>
            <a:r>
              <a:rPr lang="en-US" altLang="zh-CN" sz="3200" b="1" dirty="0">
                <a:latin typeface="Times New Roman" panose="02020503050405090304" pitchFamily="18" charset="0"/>
              </a:rPr>
              <a:t>(4)</a:t>
            </a:r>
            <a:r>
              <a:rPr lang="zh-CN" altLang="en-US" sz="3200" b="1" dirty="0">
                <a:latin typeface="Times New Roman" panose="02020503050405090304" pitchFamily="18" charset="0"/>
              </a:rPr>
              <a:t>模块连接 </a:t>
            </a:r>
            <a:endParaRPr lang="zh-CN" altLang="en-US" sz="3200" b="1" dirty="0">
              <a:latin typeface="Times New Roman" panose="02020503050405090304" pitchFamily="18" charset="0"/>
            </a:endParaRPr>
          </a:p>
        </p:txBody>
      </p:sp>
      <p:sp>
        <p:nvSpPr>
          <p:cNvPr id="246787" name="Rectangle 3"/>
          <p:cNvSpPr/>
          <p:nvPr>
            <p:ph idx="1"/>
          </p:nvPr>
        </p:nvSpPr>
        <p:spPr/>
        <p:txBody>
          <a:bodyPr/>
          <a:lstStyle/>
          <a:p>
            <a:pPr eaLnBrk="1" hangingPunct="1"/>
            <a:r>
              <a:rPr lang="zh-CN" altLang="en-US" sz="2800">
                <a:latin typeface="Times New Roman" panose="02020503050405090304" pitchFamily="18" charset="0"/>
              </a:rPr>
              <a:t>以鼠标左键点击起点模块输出端，拖动鼠标至终点模块输入端处，则在两模块间产生“→”线。</a:t>
            </a:r>
            <a:endParaRPr lang="zh-CN" altLang="en-US" sz="2800">
              <a:latin typeface="Times New Roman" panose="02020503050405090304" pitchFamily="18" charset="0"/>
            </a:endParaRPr>
          </a:p>
          <a:p>
            <a:pPr eaLnBrk="1" hangingPunct="1"/>
            <a:r>
              <a:rPr lang="zh-CN" altLang="en-US" sz="2800">
                <a:latin typeface="Times New Roman" panose="02020503050405090304" pitchFamily="18" charset="0"/>
              </a:rPr>
              <a:t>单击某模块，选取</a:t>
            </a:r>
            <a:r>
              <a:rPr lang="en-US" altLang="zh-CN" sz="2800">
                <a:latin typeface="Times New Roman" panose="02020503050405090304" pitchFamily="18" charset="0"/>
              </a:rPr>
              <a:t>Format→Rotate Block</a:t>
            </a:r>
            <a:r>
              <a:rPr lang="zh-CN" altLang="en-US" sz="2800">
                <a:latin typeface="Times New Roman" panose="02020503050405090304" pitchFamily="18" charset="0"/>
              </a:rPr>
              <a:t>菜单项可使模块旋转</a:t>
            </a:r>
            <a:r>
              <a:rPr lang="en-US" altLang="zh-CN" sz="2800">
                <a:latin typeface="Times New Roman" panose="02020503050405090304" pitchFamily="18" charset="0"/>
              </a:rPr>
              <a:t>90°</a:t>
            </a:r>
            <a:r>
              <a:rPr lang="zh-CN" altLang="en-US" sz="2800">
                <a:latin typeface="Times New Roman" panose="02020503050405090304" pitchFamily="18" charset="0"/>
              </a:rPr>
              <a:t>；选取</a:t>
            </a:r>
            <a:r>
              <a:rPr lang="en-US" altLang="zh-CN" sz="2800">
                <a:latin typeface="Times New Roman" panose="02020503050405090304" pitchFamily="18" charset="0"/>
              </a:rPr>
              <a:t>Format→Flip Block</a:t>
            </a:r>
            <a:r>
              <a:rPr lang="zh-CN" altLang="en-US" sz="2800">
                <a:latin typeface="Times New Roman" panose="02020503050405090304" pitchFamily="18" charset="0"/>
              </a:rPr>
              <a:t>菜单项可使模块翻转。</a:t>
            </a:r>
            <a:endParaRPr lang="zh-CN" altLang="en-US" sz="2800">
              <a:latin typeface="Times New Roman" panose="02020503050405090304" pitchFamily="18" charset="0"/>
            </a:endParaRPr>
          </a:p>
          <a:p>
            <a:pPr eaLnBrk="1" hangingPunct="1"/>
            <a:r>
              <a:rPr lang="zh-CN" altLang="en-US" sz="2800">
                <a:latin typeface="Times New Roman" panose="02020503050405090304" pitchFamily="18" charset="0"/>
              </a:rPr>
              <a:t>把鼠标移到期望的分支线的起点处，按下鼠标的右键，看到光标变为十字后，拖动鼠标直至分支线的终点处，释放鼠标按钮，就完成了分支线的绘制。</a:t>
            </a:r>
            <a:endParaRPr lang="zh-CN" altLang="en-US" sz="2800">
              <a:latin typeface="Times New Roman" panose="02020503050405090304" pitchFamily="18" charset="0"/>
            </a:endParaRPr>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endParaRPr lang="zh-CN" altLang="en-US" dirty="0"/>
          </a:p>
        </p:txBody>
      </p:sp>
      <p:sp>
        <p:nvSpPr>
          <p:cNvPr id="3" name="内容占位符 2"/>
          <p:cNvSpPr/>
          <p:nvPr>
            <p:ph idx="1"/>
          </p:nvPr>
        </p:nvSpPr>
        <p:spPr/>
        <p:txBody>
          <a:bodyPr/>
          <a:lstStyle/>
          <a:p>
            <a:endParaRPr lang="zh-CN" altLang="en-US" dirty="0"/>
          </a:p>
        </p:txBody>
      </p:sp>
      <p:pic>
        <p:nvPicPr>
          <p:cNvPr id="4" name="Picture 2"/>
          <p:cNvPicPr>
            <a:picLocks noChangeAspect="1" noChangeArrowheads="1"/>
          </p:cNvPicPr>
          <p:nvPr/>
        </p:nvPicPr>
        <p:blipFill>
          <a:blip r:embed="rId1"/>
          <a:srcRect/>
          <a:stretch>
            <a:fillRect/>
          </a:stretch>
        </p:blipFill>
        <p:spPr bwMode="auto">
          <a:xfrm>
            <a:off x="928661" y="1643050"/>
            <a:ext cx="7608147" cy="4357718"/>
          </a:xfrm>
          <a:prstGeom prst="rect">
            <a:avLst/>
          </a:prstGeom>
          <a:noFill/>
          <a:ln w="9525">
            <a:noFill/>
            <a:miter lim="800000"/>
            <a:headEnd/>
            <a:tailEnd/>
          </a:ln>
        </p:spPr>
      </p:pic>
      <p:sp>
        <p:nvSpPr>
          <p:cNvPr id="5" name="AutoShape 6"/>
          <p:cNvSpPr/>
          <p:nvPr/>
        </p:nvSpPr>
        <p:spPr bwMode="auto">
          <a:xfrm>
            <a:off x="500034" y="2928934"/>
            <a:ext cx="2160588" cy="541337"/>
          </a:xfrm>
          <a:prstGeom prst="wedgeRoundRectCallout">
            <a:avLst>
              <a:gd name="adj1" fmla="val 66532"/>
              <a:gd name="adj2" fmla="val -202199"/>
              <a:gd name="adj3" fmla="val 16667"/>
            </a:avLst>
          </a:prstGeom>
          <a:noFill/>
          <a:ln w="9525" algn="ctr">
            <a:solidFill>
              <a:schemeClr val="folHlink"/>
            </a:solidFill>
            <a:miter lim="800000"/>
          </a:ln>
        </p:spPr>
        <p:txBody>
          <a:bodyPr rIns="0"/>
          <a:lstStyle/>
          <a:p>
            <a:pPr algn="l"/>
            <a:r>
              <a:rPr lang="zh-CN" altLang="en-US" dirty="0">
                <a:latin typeface="Verdana" panose="020B0804030504040204" pitchFamily="34" charset="0"/>
              </a:rPr>
              <a:t>仿真启动按钮</a:t>
            </a:r>
            <a:endParaRPr lang="zh-CN" altLang="en-US" dirty="0">
              <a:latin typeface="Verdana" panose="020B0804030504040204" pitchFamily="34" charset="0"/>
            </a:endParaRPr>
          </a:p>
        </p:txBody>
      </p:sp>
      <p:sp>
        <p:nvSpPr>
          <p:cNvPr id="6" name="矩形 5"/>
          <p:cNvSpPr/>
          <p:nvPr/>
        </p:nvSpPr>
        <p:spPr>
          <a:xfrm>
            <a:off x="1857356" y="6072206"/>
            <a:ext cx="6072230" cy="369332"/>
          </a:xfrm>
          <a:prstGeom prst="rect">
            <a:avLst/>
          </a:prstGeom>
        </p:spPr>
        <p:txBody>
          <a:bodyPr wrap="square">
            <a:spAutoFit/>
          </a:bodyPr>
          <a:lstStyle/>
          <a:p>
            <a:pPr lvl="0" indent="666750" fontAlgn="base">
              <a:spcBef>
                <a:spcPct val="0"/>
              </a:spcBef>
              <a:spcAft>
                <a:spcPct val="0"/>
              </a:spcAft>
            </a:pPr>
            <a:r>
              <a:rPr lang="zh-CN" altLang="en-US" dirty="0">
                <a:latin typeface="宋体" pitchFamily="2" charset="-122"/>
                <a:ea typeface="宋体" pitchFamily="2" charset="-122"/>
                <a:cs typeface="Times New Roman" panose="02020503050405090304" pitchFamily="18" charset="0"/>
              </a:rPr>
              <a:t>图</a:t>
            </a:r>
            <a:r>
              <a:rPr lang="en-US" altLang="zh-CN" dirty="0">
                <a:latin typeface="宋体" pitchFamily="2" charset="-122"/>
                <a:ea typeface="宋体" pitchFamily="2" charset="-122"/>
                <a:cs typeface="Times New Roman" panose="02020503050405090304" pitchFamily="18" charset="0"/>
              </a:rPr>
              <a:t>3-21  </a:t>
            </a:r>
            <a:r>
              <a:rPr lang="zh-CN" altLang="en-US" dirty="0">
                <a:latin typeface="宋体" pitchFamily="2" charset="-122"/>
                <a:ea typeface="宋体" pitchFamily="2" charset="-122"/>
                <a:cs typeface="Times New Roman" panose="02020503050405090304" pitchFamily="18" charset="0"/>
              </a:rPr>
              <a:t>比例积分控制的直流调速系统的仿真框图</a:t>
            </a:r>
            <a:endParaRPr lang="zh-CN" altLang="en-US" dirty="0">
              <a:latin typeface="Arial" panose="020B0604020202090204" pitchFamily="34" charset="0"/>
              <a:ea typeface="宋体" pitchFamily="2" charset="-122"/>
              <a:cs typeface="宋体" pitchFamily="2"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p:nvPr>
            <p:ph type="title"/>
          </p:nvPr>
        </p:nvSpPr>
        <p:spPr>
          <a:xfrm>
            <a:off x="467544" y="548680"/>
            <a:ext cx="8162925" cy="701675"/>
          </a:xfrm>
        </p:spPr>
        <p:txBody>
          <a:bodyPr/>
          <a:lstStyle/>
          <a:p>
            <a:pPr marL="838200" indent="-838200" eaLnBrk="1" hangingPunct="1"/>
            <a:r>
              <a:rPr lang="en-US" altLang="zh-CN" sz="4000" b="1" dirty="0">
                <a:latin typeface="Times New Roman" panose="02020503050405090304" pitchFamily="18" charset="0"/>
              </a:rPr>
              <a:t>3.4.3  </a:t>
            </a:r>
            <a:r>
              <a:rPr lang="zh-CN" altLang="en-US" sz="4000" b="1" dirty="0">
                <a:latin typeface="Times New Roman" panose="02020503050405090304" pitchFamily="18" charset="0"/>
              </a:rPr>
              <a:t>仿真模型的运行</a:t>
            </a:r>
            <a:endParaRPr lang="zh-CN" altLang="en-US" sz="4000" b="1" dirty="0">
              <a:latin typeface="Times New Roman" panose="02020503050405090304" pitchFamily="18" charset="0"/>
            </a:endParaRPr>
          </a:p>
        </p:txBody>
      </p:sp>
      <p:sp>
        <p:nvSpPr>
          <p:cNvPr id="248835" name="Rectangle 3"/>
          <p:cNvSpPr/>
          <p:nvPr>
            <p:ph idx="1"/>
          </p:nvPr>
        </p:nvSpPr>
        <p:spPr/>
        <p:txBody>
          <a:bodyPr/>
          <a:lstStyle/>
          <a:p>
            <a:pPr eaLnBrk="1" hangingPunct="1">
              <a:lnSpc>
                <a:spcPct val="90000"/>
              </a:lnSpc>
            </a:pPr>
            <a:r>
              <a:rPr lang="en-US" altLang="zh-CN" sz="2800" dirty="0">
                <a:latin typeface="Times New Roman" panose="02020503050405090304" pitchFamily="18" charset="0"/>
              </a:rPr>
              <a:t>(1)</a:t>
            </a:r>
            <a:r>
              <a:rPr lang="zh-CN" altLang="en-US" sz="2800" dirty="0">
                <a:latin typeface="Times New Roman" panose="02020503050405090304" pitchFamily="18" charset="0"/>
              </a:rPr>
              <a:t>仿真过程的启动：单击启动仿真工具条的按钮   或选择</a:t>
            </a:r>
            <a:r>
              <a:rPr lang="en-US" altLang="zh-CN" sz="2800" dirty="0" err="1">
                <a:latin typeface="Times New Roman" panose="02020503050405090304" pitchFamily="18" charset="0"/>
              </a:rPr>
              <a:t>Simulation→Start</a:t>
            </a:r>
            <a:r>
              <a:rPr lang="zh-CN" altLang="en-US" sz="2800" dirty="0">
                <a:latin typeface="Times New Roman" panose="02020503050405090304" pitchFamily="18" charset="0"/>
              </a:rPr>
              <a:t>菜单项，再双击示波器模块就可以显示仿真结果。</a:t>
            </a:r>
            <a:endParaRPr lang="zh-CN" altLang="en-US" sz="2800" dirty="0">
              <a:latin typeface="Times New Roman" panose="02020503050405090304" pitchFamily="18" charset="0"/>
            </a:endParaRPr>
          </a:p>
          <a:p>
            <a:pPr eaLnBrk="1" hangingPunct="1">
              <a:lnSpc>
                <a:spcPct val="90000"/>
              </a:lnSpc>
            </a:pPr>
            <a:r>
              <a:rPr lang="en-US" altLang="zh-CN" sz="2800" dirty="0">
                <a:latin typeface="Times New Roman" panose="02020503050405090304" pitchFamily="18" charset="0"/>
              </a:rPr>
              <a:t>(2)</a:t>
            </a:r>
            <a:r>
              <a:rPr lang="zh-CN" altLang="en-US" sz="2800" dirty="0">
                <a:latin typeface="Times New Roman" panose="02020503050405090304" pitchFamily="18" charset="0"/>
              </a:rPr>
              <a:t>仿真参数的设置：为了清晰地观测仿真结果，需要对示波器显示格式作一个修改，对示波器的默认值逐一改动。改动的方法有多种，其中一种方法是选中</a:t>
            </a:r>
            <a:r>
              <a:rPr lang="en-US" altLang="zh-CN" sz="2800" dirty="0">
                <a:latin typeface="Times New Roman" panose="02020503050405090304" pitchFamily="18" charset="0"/>
              </a:rPr>
              <a:t>SIMULINK</a:t>
            </a:r>
            <a:r>
              <a:rPr lang="zh-CN" altLang="en-US" sz="2800" dirty="0">
                <a:latin typeface="Times New Roman" panose="02020503050405090304" pitchFamily="18" charset="0"/>
              </a:rPr>
              <a:t>模型窗口的</a:t>
            </a:r>
            <a:r>
              <a:rPr lang="en-US" altLang="zh-CN" sz="2800" dirty="0" err="1">
                <a:latin typeface="Times New Roman" panose="02020503050405090304" pitchFamily="18" charset="0"/>
              </a:rPr>
              <a:t>Simulation→Configuration</a:t>
            </a:r>
            <a:r>
              <a:rPr lang="en-US" altLang="zh-CN" sz="2800" dirty="0">
                <a:latin typeface="Times New Roman" panose="02020503050405090304" pitchFamily="18" charset="0"/>
              </a:rPr>
              <a:t> Parameters</a:t>
            </a:r>
            <a:r>
              <a:rPr lang="zh-CN" altLang="en-US" sz="2800" dirty="0">
                <a:latin typeface="Times New Roman" panose="02020503050405090304" pitchFamily="18" charset="0"/>
              </a:rPr>
              <a:t>菜单项，打开仿真控制参数对话框，对仿真控制参数进行设置。 </a:t>
            </a:r>
            <a:endParaRPr lang="zh-CN" altLang="en-US" sz="2800" dirty="0">
              <a:latin typeface="Times New Roman" panose="02020503050405090304" pitchFamily="18" charset="0"/>
            </a:endParaRPr>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147" name="Picture 3"/>
          <p:cNvPicPr>
            <a:picLocks noChangeAspect="1" noChangeArrowheads="1"/>
          </p:cNvPicPr>
          <p:nvPr/>
        </p:nvPicPr>
        <p:blipFill>
          <a:blip r:embed="rId1"/>
          <a:srcRect/>
          <a:stretch>
            <a:fillRect/>
          </a:stretch>
        </p:blipFill>
        <p:spPr bwMode="auto">
          <a:xfrm>
            <a:off x="1676546" y="1658682"/>
            <a:ext cx="5530702" cy="3290893"/>
          </a:xfrm>
          <a:prstGeom prst="rect">
            <a:avLst/>
          </a:prstGeom>
          <a:noFill/>
          <a:ln w="9525">
            <a:noFill/>
            <a:miter lim="800000"/>
            <a:headEnd/>
            <a:tailEnd/>
          </a:ln>
        </p:spPr>
      </p:pic>
      <p:sp>
        <p:nvSpPr>
          <p:cNvPr id="134148" name="Rectangle 4"/>
          <p:cNvSpPr/>
          <p:nvPr/>
        </p:nvSpPr>
        <p:spPr bwMode="auto">
          <a:xfrm>
            <a:off x="1500166" y="5357826"/>
            <a:ext cx="5609228" cy="461665"/>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342900" algn="ctr" defTabSz="914400" rtl="0" eaLnBrk="1" fontAlgn="base" latinLnBrk="0" hangingPunct="1">
              <a:lnSpc>
                <a:spcPct val="100000"/>
              </a:lnSpc>
              <a:spcBef>
                <a:spcPct val="0"/>
              </a:spcBef>
              <a:spcAft>
                <a:spcPct val="0"/>
              </a:spcAft>
              <a:buClrTx/>
              <a:buSzTx/>
              <a:buFontTx/>
              <a:buNone/>
            </a:pPr>
            <a:r>
              <a:rPr kumimoji="0" lang="zh-CN" sz="2400" b="0" i="0" u="none" strike="noStrike" cap="none" normalizeH="0" baseline="0" dirty="0">
                <a:ln>
                  <a:noFill/>
                </a:ln>
                <a:solidFill>
                  <a:schemeClr val="tx1"/>
                </a:solidFill>
                <a:effectLst/>
                <a:latin typeface="宋体" pitchFamily="2" charset="-122"/>
                <a:ea typeface="宋体" pitchFamily="2" charset="-122"/>
                <a:cs typeface="Times New Roman" panose="02020503050405090304" pitchFamily="18" charset="0"/>
              </a:rPr>
              <a:t>图</a:t>
            </a:r>
            <a:r>
              <a:rPr kumimoji="0" lang="en-US" altLang="zh-CN" sz="2400" b="0" i="0" u="none" strike="noStrike" cap="none" normalizeH="0" baseline="0" dirty="0">
                <a:ln>
                  <a:noFill/>
                </a:ln>
                <a:solidFill>
                  <a:schemeClr val="tx1"/>
                </a:solidFill>
                <a:effectLst/>
                <a:latin typeface="宋体" pitchFamily="2" charset="-122"/>
                <a:ea typeface="宋体" pitchFamily="2" charset="-122"/>
                <a:cs typeface="Times New Roman" panose="02020503050405090304" pitchFamily="18" charset="0"/>
              </a:rPr>
              <a:t>3-30 SIMULINK</a:t>
            </a:r>
            <a:r>
              <a:rPr kumimoji="0" lang="zh-CN" altLang="en-US" sz="2400" b="0" i="0" u="none" strike="noStrike" cap="none" normalizeH="0" baseline="0" dirty="0">
                <a:ln>
                  <a:noFill/>
                </a:ln>
                <a:solidFill>
                  <a:schemeClr val="tx1"/>
                </a:solidFill>
                <a:effectLst/>
                <a:latin typeface="宋体" pitchFamily="2" charset="-122"/>
                <a:ea typeface="宋体" pitchFamily="2" charset="-122"/>
                <a:cs typeface="Times New Roman" panose="02020503050405090304" pitchFamily="18" charset="0"/>
              </a:rPr>
              <a:t>仿真控制参数对话框</a:t>
            </a:r>
            <a:endParaRPr kumimoji="0" lang="zh-CN" altLang="en-US" sz="2400" b="0" i="0" u="none" strike="noStrike" cap="none" normalizeH="0" baseline="0" dirty="0">
              <a:ln>
                <a:noFill/>
              </a:ln>
              <a:solidFill>
                <a:schemeClr val="tx1"/>
              </a:solidFill>
              <a:effectLst/>
              <a:latin typeface="Arial" panose="020B0604020202090204" pitchFamily="34" charset="0"/>
              <a:ea typeface="宋体" pitchFamily="2" charset="-122"/>
              <a:cs typeface="宋体" pitchFamily="2" charset="-122"/>
            </a:endParaRPr>
          </a:p>
        </p:txBody>
      </p:sp>
      <p:sp>
        <p:nvSpPr>
          <p:cNvPr id="7" name="AutoShape 6"/>
          <p:cNvSpPr/>
          <p:nvPr/>
        </p:nvSpPr>
        <p:spPr bwMode="auto">
          <a:xfrm>
            <a:off x="1763688" y="501055"/>
            <a:ext cx="1584325" cy="650897"/>
          </a:xfrm>
          <a:prstGeom prst="wedgeRoundRectCallout">
            <a:avLst>
              <a:gd name="adj1" fmla="val 58397"/>
              <a:gd name="adj2" fmla="val 191155"/>
              <a:gd name="adj3" fmla="val 16667"/>
            </a:avLst>
          </a:prstGeom>
          <a:noFill/>
          <a:ln w="9525" algn="ctr">
            <a:solidFill>
              <a:schemeClr val="folHlink"/>
            </a:solidFill>
            <a:miter lim="800000"/>
          </a:ln>
        </p:spPr>
        <p:txBody>
          <a:bodyPr/>
          <a:lstStyle/>
          <a:p>
            <a:r>
              <a:rPr lang="zh-CN" altLang="en-US" b="1" dirty="0">
                <a:latin typeface="Verdana" panose="020B0804030504040204" pitchFamily="34" charset="0"/>
              </a:rPr>
              <a:t>仿真的起始时间 </a:t>
            </a:r>
            <a:endParaRPr lang="zh-CN" altLang="en-US" b="1" dirty="0">
              <a:latin typeface="Verdana" panose="020B0804030504040204" pitchFamily="34" charset="0"/>
            </a:endParaRPr>
          </a:p>
        </p:txBody>
      </p:sp>
      <p:sp>
        <p:nvSpPr>
          <p:cNvPr id="8" name="AutoShape 7"/>
          <p:cNvSpPr/>
          <p:nvPr/>
        </p:nvSpPr>
        <p:spPr bwMode="auto">
          <a:xfrm>
            <a:off x="3632258" y="720152"/>
            <a:ext cx="2087562" cy="863600"/>
          </a:xfrm>
          <a:prstGeom prst="wedgeRoundRectCallout">
            <a:avLst>
              <a:gd name="adj1" fmla="val 36267"/>
              <a:gd name="adj2" fmla="val 95962"/>
              <a:gd name="adj3" fmla="val 16667"/>
            </a:avLst>
          </a:prstGeom>
          <a:noFill/>
          <a:ln w="9525" algn="ctr">
            <a:solidFill>
              <a:schemeClr val="folHlink"/>
            </a:solidFill>
            <a:miter lim="800000"/>
          </a:ln>
        </p:spPr>
        <p:txBody>
          <a:bodyPr/>
          <a:lstStyle/>
          <a:p>
            <a:r>
              <a:rPr lang="zh-CN" altLang="en-US" b="1" dirty="0"/>
              <a:t>结束时间修改为</a:t>
            </a:r>
            <a:r>
              <a:rPr lang="en-US" altLang="zh-CN" b="1" dirty="0"/>
              <a:t>0.6</a:t>
            </a:r>
            <a:r>
              <a:rPr lang="zh-CN" altLang="en-US" b="1" dirty="0"/>
              <a:t>秒  </a:t>
            </a:r>
            <a:endParaRPr lang="zh-CN" altLang="en-US" b="1" dirty="0"/>
          </a:p>
        </p:txBody>
      </p:sp>
      <p:sp>
        <p:nvSpPr>
          <p:cNvPr id="10" name="AutoShape 6"/>
          <p:cNvSpPr/>
          <p:nvPr/>
        </p:nvSpPr>
        <p:spPr bwMode="auto">
          <a:xfrm>
            <a:off x="0" y="1571612"/>
            <a:ext cx="1584325" cy="650897"/>
          </a:xfrm>
          <a:prstGeom prst="wedgeRoundRectCallout">
            <a:avLst>
              <a:gd name="adj1" fmla="val 184168"/>
              <a:gd name="adj2" fmla="val 101187"/>
              <a:gd name="adj3" fmla="val 16667"/>
            </a:avLst>
          </a:prstGeom>
          <a:noFill/>
          <a:ln w="9525" algn="ctr">
            <a:solidFill>
              <a:schemeClr val="folHlink"/>
            </a:solidFill>
            <a:miter lim="800000"/>
          </a:ln>
        </p:spPr>
        <p:txBody>
          <a:bodyPr/>
          <a:lstStyle/>
          <a:p>
            <a:r>
              <a:rPr lang="zh-CN" altLang="en-US" b="1" dirty="0">
                <a:latin typeface="Verdana" panose="020B0804030504040204" pitchFamily="34" charset="0"/>
              </a:rPr>
              <a:t>最大仿真步长设为</a:t>
            </a:r>
            <a:r>
              <a:rPr lang="en-US" altLang="en-US" b="1" dirty="0">
                <a:latin typeface="Verdana" panose="020B0804030504040204" pitchFamily="34" charset="0"/>
              </a:rPr>
              <a:t>1e-5s</a:t>
            </a:r>
            <a:endParaRPr lang="zh-CN" altLang="en-US" b="1" dirty="0">
              <a:latin typeface="Verdana" panose="020B0804030504040204" pitchFamily="34"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3"/>
          <p:cNvSpPr/>
          <p:nvPr/>
        </p:nvSpPr>
        <p:spPr bwMode="auto">
          <a:xfrm>
            <a:off x="539552" y="3695228"/>
            <a:ext cx="1317804" cy="1477328"/>
          </a:xfrm>
          <a:prstGeom prst="rect">
            <a:avLst/>
          </a:prstGeom>
          <a:noFill/>
          <a:ln w="9525">
            <a:noFill/>
            <a:miter lim="800000"/>
          </a:ln>
        </p:spPr>
        <p:txBody>
          <a:bodyPr wrap="square" anchor="ctr">
            <a:spAutoFit/>
          </a:bodyPr>
          <a:lstStyle/>
          <a:p>
            <a:r>
              <a:rPr lang="zh-CN" altLang="en-US" dirty="0">
                <a:solidFill>
                  <a:schemeClr val="tx1"/>
                </a:solidFill>
              </a:rPr>
              <a:t>图</a:t>
            </a:r>
            <a:r>
              <a:rPr lang="en-US" altLang="zh-CN" dirty="0">
                <a:solidFill>
                  <a:schemeClr val="tx1"/>
                </a:solidFill>
              </a:rPr>
              <a:t>2-55 	</a:t>
            </a:r>
            <a:r>
              <a:rPr lang="zh-CN" altLang="en-US" dirty="0">
                <a:solidFill>
                  <a:schemeClr val="tx1"/>
                </a:solidFill>
              </a:rPr>
              <a:t>修改控制参数后的仿真结果</a:t>
            </a:r>
            <a:endParaRPr lang="zh-CN" altLang="en-US" dirty="0">
              <a:solidFill>
                <a:schemeClr val="tx1"/>
              </a:solidFill>
            </a:endParaRPr>
          </a:p>
        </p:txBody>
      </p:sp>
      <p:sp>
        <p:nvSpPr>
          <p:cNvPr id="250883" name="Text Box 5"/>
          <p:cNvSpPr txBox="1"/>
          <p:nvPr/>
        </p:nvSpPr>
        <p:spPr bwMode="auto">
          <a:xfrm>
            <a:off x="3873481" y="620688"/>
            <a:ext cx="5256212" cy="1735138"/>
          </a:xfrm>
          <a:prstGeom prst="rect">
            <a:avLst/>
          </a:prstGeom>
          <a:noFill/>
          <a:ln w="9525">
            <a:noFill/>
            <a:miter lim="800000"/>
          </a:ln>
        </p:spPr>
        <p:txBody>
          <a:bodyPr>
            <a:spAutoFit/>
          </a:bodyPr>
          <a:lstStyle/>
          <a:p>
            <a:pPr algn="l"/>
            <a:r>
              <a:rPr lang="zh-CN" altLang="en-US" dirty="0">
                <a:solidFill>
                  <a:schemeClr val="tx1"/>
                </a:solidFill>
              </a:rPr>
              <a:t>启动</a:t>
            </a:r>
            <a:r>
              <a:rPr lang="en-US" altLang="zh-CN" dirty="0">
                <a:solidFill>
                  <a:schemeClr val="tx1"/>
                </a:solidFill>
              </a:rPr>
              <a:t>Scope</a:t>
            </a:r>
            <a:r>
              <a:rPr lang="zh-CN" altLang="en-US" dirty="0">
                <a:solidFill>
                  <a:schemeClr val="tx1"/>
                </a:solidFill>
              </a:rPr>
              <a:t>工具条中的“自动刻度”按钮。把当前窗中信号的最大最小值为纵坐标的上下限，得到清晰的图形。 </a:t>
            </a:r>
            <a:endParaRPr lang="zh-CN" altLang="en-US" dirty="0">
              <a:solidFill>
                <a:schemeClr val="tx1"/>
              </a:solidFill>
            </a:endParaRPr>
          </a:p>
          <a:p>
            <a:pPr algn="l">
              <a:spcBef>
                <a:spcPct val="50000"/>
              </a:spcBef>
            </a:pPr>
            <a:endParaRPr lang="en-US" altLang="zh-CN" dirty="0">
              <a:solidFill>
                <a:schemeClr val="tx1"/>
              </a:solidFill>
            </a:endParaRPr>
          </a:p>
        </p:txBody>
      </p:sp>
      <p:sp>
        <p:nvSpPr>
          <p:cNvPr id="250885" name="AutoShape 4"/>
          <p:cNvSpPr/>
          <p:nvPr/>
        </p:nvSpPr>
        <p:spPr bwMode="auto">
          <a:xfrm>
            <a:off x="1857356" y="714356"/>
            <a:ext cx="2016125" cy="576263"/>
          </a:xfrm>
          <a:prstGeom prst="wedgeRoundRectCallout">
            <a:avLst>
              <a:gd name="adj1" fmla="val 21417"/>
              <a:gd name="adj2" fmla="val 209778"/>
              <a:gd name="adj3" fmla="val 16667"/>
            </a:avLst>
          </a:prstGeom>
          <a:noFill/>
          <a:ln w="9525" algn="ctr">
            <a:solidFill>
              <a:schemeClr val="folHlink"/>
            </a:solidFill>
            <a:miter lim="800000"/>
          </a:ln>
        </p:spPr>
        <p:txBody>
          <a:bodyPr/>
          <a:lstStyle/>
          <a:p>
            <a:r>
              <a:rPr lang="zh-CN" altLang="en-US" sz="2800" dirty="0">
                <a:latin typeface="Verdana" panose="020B0804030504040204" pitchFamily="34" charset="0"/>
              </a:rPr>
              <a:t>自动刻度</a:t>
            </a:r>
            <a:endParaRPr lang="zh-CN" altLang="en-US" sz="2800" dirty="0">
              <a:latin typeface="Verdana" panose="020B0804030504040204" pitchFamily="34" charset="0"/>
            </a:endParaRPr>
          </a:p>
        </p:txBody>
      </p:sp>
      <p:pic>
        <p:nvPicPr>
          <p:cNvPr id="107521" name="Picture 1"/>
          <p:cNvPicPr>
            <a:picLocks noChangeAspect="1" noChangeArrowheads="1"/>
          </p:cNvPicPr>
          <p:nvPr/>
        </p:nvPicPr>
        <p:blipFill>
          <a:blip r:embed="rId1"/>
          <a:srcRect/>
          <a:stretch>
            <a:fillRect/>
          </a:stretch>
        </p:blipFill>
        <p:spPr bwMode="auto">
          <a:xfrm>
            <a:off x="2500298" y="1928802"/>
            <a:ext cx="6143668" cy="4631094"/>
          </a:xfrm>
          <a:prstGeom prst="rect">
            <a:avLst/>
          </a:prstGeom>
          <a:noFill/>
          <a:ln w="9525">
            <a:noFill/>
            <a:miter lim="800000"/>
            <a:headEnd/>
            <a:tailEnd/>
          </a:ln>
        </p:spPr>
      </p:pic>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0" name="Rectangle 2"/>
          <p:cNvSpPr/>
          <p:nvPr>
            <p:ph type="title"/>
          </p:nvPr>
        </p:nvSpPr>
        <p:spPr>
          <a:xfrm>
            <a:off x="871538" y="922338"/>
            <a:ext cx="8162925" cy="701675"/>
          </a:xfrm>
        </p:spPr>
        <p:txBody>
          <a:bodyPr/>
          <a:lstStyle/>
          <a:p>
            <a:pPr marL="838200" indent="-838200" eaLnBrk="1" hangingPunct="1"/>
            <a:r>
              <a:rPr lang="en-US" altLang="zh-CN" sz="4000">
                <a:latin typeface="Times New Roman" panose="02020503050405090304" pitchFamily="18" charset="0"/>
              </a:rPr>
              <a:t>2.6.4  </a:t>
            </a:r>
            <a:r>
              <a:rPr lang="zh-CN" altLang="en-US" sz="4000">
                <a:latin typeface="Times New Roman" panose="02020503050405090304" pitchFamily="18" charset="0"/>
              </a:rPr>
              <a:t>调节器参数的调整</a:t>
            </a:r>
            <a:endParaRPr lang="zh-CN" altLang="en-US" sz="4000">
              <a:latin typeface="Times New Roman" panose="02020503050405090304" pitchFamily="18" charset="0"/>
            </a:endParaRPr>
          </a:p>
        </p:txBody>
      </p:sp>
      <p:sp>
        <p:nvSpPr>
          <p:cNvPr id="96261" name="Rectangle 5"/>
          <p:cNvSpPr/>
          <p:nvPr/>
        </p:nvSpPr>
        <p:spPr bwMode="auto">
          <a:xfrm>
            <a:off x="4716463" y="5876925"/>
            <a:ext cx="3981450" cy="457200"/>
          </a:xfrm>
          <a:prstGeom prst="rect">
            <a:avLst/>
          </a:prstGeom>
          <a:noFill/>
          <a:ln w="9525">
            <a:noFill/>
            <a:miter lim="800000"/>
          </a:ln>
        </p:spPr>
        <p:txBody>
          <a:bodyPr wrap="none" anchor="ctr">
            <a:spAutoFit/>
          </a:bodyPr>
          <a:lstStyle/>
          <a:p>
            <a:r>
              <a:rPr lang="zh-CN" altLang="en-US">
                <a:solidFill>
                  <a:schemeClr val="tx1"/>
                </a:solidFill>
              </a:rPr>
              <a:t>图</a:t>
            </a:r>
            <a:r>
              <a:rPr lang="en-US" altLang="zh-CN">
                <a:solidFill>
                  <a:schemeClr val="tx1"/>
                </a:solidFill>
              </a:rPr>
              <a:t>2-56  </a:t>
            </a:r>
            <a:r>
              <a:rPr lang="zh-CN" altLang="en-US">
                <a:solidFill>
                  <a:schemeClr val="tx1"/>
                </a:solidFill>
              </a:rPr>
              <a:t>无超调的仿真结果</a:t>
            </a:r>
            <a:endParaRPr lang="zh-CN" altLang="en-US">
              <a:solidFill>
                <a:schemeClr val="tx1"/>
              </a:solidFill>
            </a:endParaRPr>
          </a:p>
        </p:txBody>
      </p:sp>
      <p:sp>
        <p:nvSpPr>
          <p:cNvPr id="96262" name="Rectangle 7"/>
          <p:cNvSpPr/>
          <p:nvPr/>
        </p:nvSpPr>
        <p:spPr bwMode="auto">
          <a:xfrm>
            <a:off x="0" y="3309938"/>
            <a:ext cx="9144000" cy="0"/>
          </a:xfrm>
          <a:prstGeom prst="rect">
            <a:avLst/>
          </a:prstGeom>
          <a:noFill/>
          <a:ln w="9525">
            <a:noFill/>
            <a:miter lim="800000"/>
          </a:ln>
        </p:spPr>
        <p:txBody>
          <a:bodyPr wrap="none" anchor="ctr">
            <a:spAutoFit/>
          </a:bodyPr>
          <a:lstStyle/>
          <a:p>
            <a:endParaRPr lang="zh-CN" altLang="en-US"/>
          </a:p>
        </p:txBody>
      </p:sp>
      <p:graphicFrame>
        <p:nvGraphicFramePr>
          <p:cNvPr id="96258" name="Object 6"/>
          <p:cNvGraphicFramePr>
            <a:graphicFrameLocks noChangeAspect="1"/>
          </p:cNvGraphicFramePr>
          <p:nvPr/>
        </p:nvGraphicFramePr>
        <p:xfrm>
          <a:off x="684213" y="2133600"/>
          <a:ext cx="1584325" cy="557213"/>
        </p:xfrm>
        <a:graphic>
          <a:graphicData uri="http://schemas.openxmlformats.org/presentationml/2006/ole">
            <mc:AlternateContent xmlns:mc="http://schemas.openxmlformats.org/markup-compatibility/2006">
              <mc:Choice xmlns:v="urn:schemas-microsoft-com:vml" Requires="v">
                <p:oleObj spid="_x0000_s38404" name="公式" r:id="rId1" imgW="673100" imgH="241300" progId="Equation.3">
                  <p:embed/>
                </p:oleObj>
              </mc:Choice>
              <mc:Fallback>
                <p:oleObj name="公式" r:id="rId1" imgW="673100" imgH="2413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2133600"/>
                        <a:ext cx="1584325" cy="557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6263" name="Rectangle 9"/>
          <p:cNvSpPr/>
          <p:nvPr/>
        </p:nvSpPr>
        <p:spPr bwMode="auto">
          <a:xfrm>
            <a:off x="0" y="3233738"/>
            <a:ext cx="9144000" cy="0"/>
          </a:xfrm>
          <a:prstGeom prst="rect">
            <a:avLst/>
          </a:prstGeom>
          <a:noFill/>
          <a:ln w="9525">
            <a:noFill/>
            <a:miter lim="800000"/>
          </a:ln>
        </p:spPr>
        <p:txBody>
          <a:bodyPr wrap="none" anchor="ctr">
            <a:spAutoFit/>
          </a:bodyPr>
          <a:lstStyle/>
          <a:p>
            <a:endParaRPr lang="zh-CN" altLang="en-US"/>
          </a:p>
        </p:txBody>
      </p:sp>
      <p:graphicFrame>
        <p:nvGraphicFramePr>
          <p:cNvPr id="96259" name="Object 8"/>
          <p:cNvGraphicFramePr>
            <a:graphicFrameLocks noChangeAspect="1"/>
          </p:cNvGraphicFramePr>
          <p:nvPr/>
        </p:nvGraphicFramePr>
        <p:xfrm>
          <a:off x="755650" y="2781300"/>
          <a:ext cx="912813" cy="936625"/>
        </p:xfrm>
        <a:graphic>
          <a:graphicData uri="http://schemas.openxmlformats.org/presentationml/2006/ole">
            <mc:AlternateContent xmlns:mc="http://schemas.openxmlformats.org/markup-compatibility/2006">
              <mc:Choice xmlns:v="urn:schemas-microsoft-com:vml" Requires="v">
                <p:oleObj spid="_x0000_s2" name="公式" r:id="rId3" imgW="381000" imgH="393700" progId="Equation.3">
                  <p:embed/>
                </p:oleObj>
              </mc:Choice>
              <mc:Fallback>
                <p:oleObj name="公式" r:id="rId3" imgW="381000" imgH="3937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2781300"/>
                        <a:ext cx="912813" cy="936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6264" name="Text Box 10"/>
          <p:cNvSpPr txBox="1"/>
          <p:nvPr/>
        </p:nvSpPr>
        <p:spPr bwMode="auto">
          <a:xfrm>
            <a:off x="755650" y="4283075"/>
            <a:ext cx="2736850" cy="1187450"/>
          </a:xfrm>
          <a:prstGeom prst="rect">
            <a:avLst/>
          </a:prstGeom>
          <a:noFill/>
          <a:ln w="9525">
            <a:noFill/>
            <a:miter lim="800000"/>
          </a:ln>
        </p:spPr>
        <p:txBody>
          <a:bodyPr>
            <a:spAutoFit/>
          </a:bodyPr>
          <a:lstStyle/>
          <a:p>
            <a:pPr algn="l">
              <a:spcBef>
                <a:spcPct val="50000"/>
              </a:spcBef>
            </a:pPr>
            <a:r>
              <a:rPr lang="zh-CN" altLang="en-US">
                <a:solidFill>
                  <a:schemeClr val="tx1"/>
                </a:solidFill>
              </a:rPr>
              <a:t>系统转速的响应是无超调、但调节时间很长； </a:t>
            </a:r>
            <a:endParaRPr lang="zh-CN" altLang="en-US">
              <a:solidFill>
                <a:schemeClr val="tx1"/>
              </a:solidFill>
            </a:endParaRPr>
          </a:p>
        </p:txBody>
      </p:sp>
      <p:pic>
        <p:nvPicPr>
          <p:cNvPr id="96265" name="Picture 12"/>
          <p:cNvPicPr>
            <a:picLocks noChangeAspect="1" noChangeArrowheads="1"/>
          </p:cNvPicPr>
          <p:nvPr/>
        </p:nvPicPr>
        <p:blipFill>
          <a:blip r:embed="rId5"/>
          <a:srcRect/>
          <a:stretch>
            <a:fillRect/>
          </a:stretch>
        </p:blipFill>
        <p:spPr bwMode="auto">
          <a:xfrm>
            <a:off x="4284663" y="1887538"/>
            <a:ext cx="4716462" cy="3917950"/>
          </a:xfrm>
          <a:prstGeom prst="rect">
            <a:avLst/>
          </a:prstGeom>
          <a:noFill/>
          <a:ln w="9525">
            <a:noFill/>
            <a:miter lim="800000"/>
            <a:headEnd/>
            <a:tailEnd/>
          </a:ln>
        </p:spPr>
      </p:pic>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5"/>
          <p:cNvSpPr/>
          <p:nvPr/>
        </p:nvSpPr>
        <p:spPr bwMode="auto">
          <a:xfrm>
            <a:off x="3851275" y="6092825"/>
            <a:ext cx="4591050" cy="457200"/>
          </a:xfrm>
          <a:prstGeom prst="rect">
            <a:avLst/>
          </a:prstGeom>
          <a:noFill/>
          <a:ln w="9525">
            <a:noFill/>
            <a:miter lim="800000"/>
          </a:ln>
        </p:spPr>
        <p:txBody>
          <a:bodyPr wrap="none" anchor="ctr">
            <a:spAutoFit/>
          </a:bodyPr>
          <a:lstStyle/>
          <a:p>
            <a:r>
              <a:rPr lang="zh-CN" altLang="en-US">
                <a:solidFill>
                  <a:schemeClr val="tx1"/>
                </a:solidFill>
              </a:rPr>
              <a:t>图</a:t>
            </a:r>
            <a:r>
              <a:rPr lang="en-US" altLang="zh-CN">
                <a:solidFill>
                  <a:schemeClr val="tx1"/>
                </a:solidFill>
              </a:rPr>
              <a:t>2-57  </a:t>
            </a:r>
            <a:r>
              <a:rPr lang="zh-CN" altLang="en-US">
                <a:solidFill>
                  <a:schemeClr val="tx1"/>
                </a:solidFill>
              </a:rPr>
              <a:t>超调量较大的仿真结果</a:t>
            </a:r>
            <a:endParaRPr lang="zh-CN" altLang="en-US">
              <a:solidFill>
                <a:schemeClr val="tx1"/>
              </a:solidFill>
            </a:endParaRPr>
          </a:p>
        </p:txBody>
      </p:sp>
      <p:sp>
        <p:nvSpPr>
          <p:cNvPr id="97285" name="Rectangle 7"/>
          <p:cNvSpPr/>
          <p:nvPr/>
        </p:nvSpPr>
        <p:spPr bwMode="auto">
          <a:xfrm>
            <a:off x="0" y="3309938"/>
            <a:ext cx="9144000" cy="0"/>
          </a:xfrm>
          <a:prstGeom prst="rect">
            <a:avLst/>
          </a:prstGeom>
          <a:noFill/>
          <a:ln w="9525">
            <a:noFill/>
            <a:miter lim="800000"/>
          </a:ln>
        </p:spPr>
        <p:txBody>
          <a:bodyPr wrap="none" anchor="ctr">
            <a:spAutoFit/>
          </a:bodyPr>
          <a:lstStyle/>
          <a:p>
            <a:endParaRPr lang="zh-CN" altLang="en-US"/>
          </a:p>
        </p:txBody>
      </p:sp>
      <p:graphicFrame>
        <p:nvGraphicFramePr>
          <p:cNvPr id="97282" name="Object 6"/>
          <p:cNvGraphicFramePr>
            <a:graphicFrameLocks noChangeAspect="1"/>
          </p:cNvGraphicFramePr>
          <p:nvPr/>
        </p:nvGraphicFramePr>
        <p:xfrm>
          <a:off x="755650" y="1916113"/>
          <a:ext cx="1295400" cy="539750"/>
        </p:xfrm>
        <a:graphic>
          <a:graphicData uri="http://schemas.openxmlformats.org/presentationml/2006/ole">
            <mc:AlternateContent xmlns:mc="http://schemas.openxmlformats.org/markup-compatibility/2006">
              <mc:Choice xmlns:v="urn:schemas-microsoft-com:vml" Requires="v">
                <p:oleObj spid="_x0000_s38404" name="公式" r:id="rId1" imgW="571500" imgH="241300" progId="Equation.3">
                  <p:embed/>
                </p:oleObj>
              </mc:Choice>
              <mc:Fallback>
                <p:oleObj name="公式" r:id="rId1" imgW="571500" imgH="2413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1916113"/>
                        <a:ext cx="1295400"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7286" name="Rectangle 9"/>
          <p:cNvSpPr/>
          <p:nvPr/>
        </p:nvSpPr>
        <p:spPr bwMode="auto">
          <a:xfrm>
            <a:off x="0" y="3233738"/>
            <a:ext cx="9144000" cy="0"/>
          </a:xfrm>
          <a:prstGeom prst="rect">
            <a:avLst/>
          </a:prstGeom>
          <a:noFill/>
          <a:ln w="9525">
            <a:noFill/>
            <a:miter lim="800000"/>
          </a:ln>
        </p:spPr>
        <p:txBody>
          <a:bodyPr wrap="none" anchor="ctr">
            <a:spAutoFit/>
          </a:bodyPr>
          <a:lstStyle/>
          <a:p>
            <a:endParaRPr lang="zh-CN" altLang="en-US"/>
          </a:p>
        </p:txBody>
      </p:sp>
      <p:graphicFrame>
        <p:nvGraphicFramePr>
          <p:cNvPr id="97283" name="Object 8"/>
          <p:cNvGraphicFramePr>
            <a:graphicFrameLocks noChangeAspect="1"/>
          </p:cNvGraphicFramePr>
          <p:nvPr/>
        </p:nvGraphicFramePr>
        <p:xfrm>
          <a:off x="755650" y="2492375"/>
          <a:ext cx="1152525" cy="1049338"/>
        </p:xfrm>
        <a:graphic>
          <a:graphicData uri="http://schemas.openxmlformats.org/presentationml/2006/ole">
            <mc:AlternateContent xmlns:mc="http://schemas.openxmlformats.org/markup-compatibility/2006">
              <mc:Choice xmlns:v="urn:schemas-microsoft-com:vml" Requires="v">
                <p:oleObj spid="_x0000_s2" name="公式" r:id="rId3" imgW="431800" imgH="393700" progId="Equation.3">
                  <p:embed/>
                </p:oleObj>
              </mc:Choice>
              <mc:Fallback>
                <p:oleObj name="公式" r:id="rId3" imgW="431800" imgH="3937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2492375"/>
                        <a:ext cx="1152525" cy="1049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7287" name="Text Box 10"/>
          <p:cNvSpPr txBox="1"/>
          <p:nvPr/>
        </p:nvSpPr>
        <p:spPr bwMode="auto">
          <a:xfrm>
            <a:off x="468313" y="4581525"/>
            <a:ext cx="2447925" cy="1187450"/>
          </a:xfrm>
          <a:prstGeom prst="rect">
            <a:avLst/>
          </a:prstGeom>
          <a:noFill/>
          <a:ln w="9525">
            <a:noFill/>
            <a:miter lim="800000"/>
          </a:ln>
        </p:spPr>
        <p:txBody>
          <a:bodyPr>
            <a:spAutoFit/>
          </a:bodyPr>
          <a:lstStyle/>
          <a:p>
            <a:pPr algn="l">
              <a:spcBef>
                <a:spcPct val="50000"/>
              </a:spcBef>
            </a:pPr>
            <a:r>
              <a:rPr lang="zh-CN" altLang="en-US">
                <a:solidFill>
                  <a:schemeClr val="tx1"/>
                </a:solidFill>
              </a:rPr>
              <a:t>系统转速的响应的超调较大、但快速性较好。 </a:t>
            </a:r>
            <a:endParaRPr lang="zh-CN" altLang="en-US">
              <a:solidFill>
                <a:schemeClr val="tx1"/>
              </a:solidFill>
            </a:endParaRPr>
          </a:p>
        </p:txBody>
      </p:sp>
      <p:pic>
        <p:nvPicPr>
          <p:cNvPr id="97288" name="Picture 12"/>
          <p:cNvPicPr>
            <a:picLocks noChangeAspect="1" noChangeArrowheads="1"/>
          </p:cNvPicPr>
          <p:nvPr/>
        </p:nvPicPr>
        <p:blipFill>
          <a:blip r:embed="rId5"/>
          <a:srcRect/>
          <a:stretch>
            <a:fillRect/>
          </a:stretch>
        </p:blipFill>
        <p:spPr bwMode="auto">
          <a:xfrm>
            <a:off x="3348038" y="1125538"/>
            <a:ext cx="5651500" cy="4672012"/>
          </a:xfrm>
          <a:prstGeom prst="rect">
            <a:avLst/>
          </a:prstGeom>
          <a:noFill/>
          <a:ln w="9525">
            <a:noFill/>
            <a:miter lim="800000"/>
            <a:headEnd/>
            <a:tailEnd/>
          </a:ln>
        </p:spPr>
      </p:pic>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p:nvPr>
            <p:ph type="title"/>
          </p:nvPr>
        </p:nvSpPr>
        <p:spPr/>
        <p:txBody>
          <a:bodyPr/>
          <a:lstStyle/>
          <a:p>
            <a:pPr eaLnBrk="1" hangingPunct="1"/>
            <a:endParaRPr lang="zh-CN" altLang="zh-CN"/>
          </a:p>
        </p:txBody>
      </p:sp>
      <p:sp>
        <p:nvSpPr>
          <p:cNvPr id="251907" name="Rectangle 3"/>
          <p:cNvSpPr/>
          <p:nvPr>
            <p:ph idx="1"/>
          </p:nvPr>
        </p:nvSpPr>
        <p:spPr/>
        <p:txBody>
          <a:bodyPr/>
          <a:lstStyle/>
          <a:p>
            <a:pPr eaLnBrk="1" hangingPunct="1"/>
            <a:r>
              <a:rPr lang="en-US" altLang="zh-CN" dirty="0">
                <a:latin typeface="Times New Roman" panose="02020503050405090304" pitchFamily="18" charset="0"/>
              </a:rPr>
              <a:t>SIMULINK</a:t>
            </a:r>
            <a:r>
              <a:rPr lang="zh-CN" altLang="en-US" dirty="0">
                <a:latin typeface="Times New Roman" panose="02020503050405090304" pitchFamily="18" charset="0"/>
              </a:rPr>
              <a:t>软件的仿真方法为系统设计提供了仿真平台，可以选择合适的</a:t>
            </a:r>
            <a:r>
              <a:rPr lang="en-US" altLang="zh-CN" dirty="0">
                <a:latin typeface="Times New Roman" panose="02020503050405090304" pitchFamily="18" charset="0"/>
              </a:rPr>
              <a:t>PI</a:t>
            </a:r>
            <a:r>
              <a:rPr lang="zh-CN" altLang="en-US" dirty="0">
                <a:latin typeface="Times New Roman" panose="02020503050405090304" pitchFamily="18" charset="0"/>
              </a:rPr>
              <a:t>参数，满足系统的跟随性能指标。</a:t>
            </a:r>
            <a:endParaRPr lang="zh-CN" altLang="en-US" dirty="0">
              <a:latin typeface="Times New Roman" panose="02020503050405090304" pitchFamily="18" charset="0"/>
            </a:endParaRPr>
          </a:p>
          <a:p>
            <a:pPr eaLnBrk="1" hangingPunct="1"/>
            <a:r>
              <a:rPr lang="zh-CN" altLang="en-US" dirty="0">
                <a:latin typeface="Times New Roman" panose="02020503050405090304" pitchFamily="18" charset="0"/>
              </a:rPr>
              <a:t>在</a:t>
            </a:r>
            <a:r>
              <a:rPr lang="en-US" altLang="zh-CN" dirty="0">
                <a:latin typeface="Times New Roman" panose="02020503050405090304" pitchFamily="18" charset="0"/>
              </a:rPr>
              <a:t>《</a:t>
            </a:r>
            <a:r>
              <a:rPr lang="zh-CN" altLang="en-US" dirty="0">
                <a:latin typeface="Times New Roman" panose="02020503050405090304" pitchFamily="18" charset="0"/>
              </a:rPr>
              <a:t>自动控制理论</a:t>
            </a:r>
            <a:r>
              <a:rPr lang="en-US" altLang="zh-CN" dirty="0">
                <a:latin typeface="Times New Roman" panose="02020503050405090304" pitchFamily="18" charset="0"/>
              </a:rPr>
              <a:t>》</a:t>
            </a:r>
            <a:r>
              <a:rPr lang="zh-CN" altLang="en-US" dirty="0">
                <a:latin typeface="Times New Roman" panose="02020503050405090304" pitchFamily="18" charset="0"/>
              </a:rPr>
              <a:t>课程中讨论了多种</a:t>
            </a:r>
            <a:r>
              <a:rPr lang="en-US" altLang="zh-CN" dirty="0">
                <a:latin typeface="Times New Roman" panose="02020503050405090304" pitchFamily="18" charset="0"/>
              </a:rPr>
              <a:t>PI</a:t>
            </a:r>
            <a:r>
              <a:rPr lang="zh-CN" altLang="en-US" dirty="0">
                <a:latin typeface="Times New Roman" panose="02020503050405090304" pitchFamily="18" charset="0"/>
              </a:rPr>
              <a:t>调节器的设计方法，</a:t>
            </a:r>
            <a:r>
              <a:rPr lang="en-US" altLang="zh-CN" dirty="0">
                <a:latin typeface="Times New Roman" panose="02020503050405090304" pitchFamily="18" charset="0"/>
              </a:rPr>
              <a:t>MATLAB</a:t>
            </a:r>
            <a:r>
              <a:rPr lang="zh-CN" altLang="en-US" dirty="0">
                <a:latin typeface="Times New Roman" panose="02020503050405090304" pitchFamily="18" charset="0"/>
              </a:rPr>
              <a:t>也为它们的实现提供了模块。</a:t>
            </a:r>
            <a:endParaRPr lang="zh-CN" altLang="en-US" dirty="0">
              <a:latin typeface="Times New Roman" panose="02020503050405090304" pitchFamily="18" charset="0"/>
            </a:endParaRPr>
          </a:p>
        </p:txBody>
      </p:sp>
    </p:spTree>
  </p:cSld>
  <p:clrMapOvr>
    <a:masterClrMapping/>
  </p:clrMapOvr>
  <p:transition/>
</p:sld>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90204" pitchFamily="34" charset="0"/>
          <a:buNone/>
          <a:defRPr kumimoji="0" lang="zh-CN" altLang="zh-CN" sz="2000" b="0" i="0" u="none" strike="noStrike" cap="none" normalizeH="0" baseline="0" smtClean="0">
            <a:ln>
              <a:noFill/>
            </a:ln>
            <a:solidFill>
              <a:schemeClr val="tx1"/>
            </a:solidFill>
            <a:effectLst/>
            <a:latin typeface="Arial" panose="020B060402020209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90204" pitchFamily="34" charset="0"/>
          <a:buNone/>
          <a:defRPr kumimoji="0" lang="zh-CN" altLang="zh-CN" sz="2000" b="0" i="0" u="none" strike="noStrike" cap="none" normalizeH="0" baseline="0" smtClean="0">
            <a:ln>
              <a:noFill/>
            </a:ln>
            <a:solidFill>
              <a:schemeClr val="tx1"/>
            </a:solidFill>
            <a:effectLst/>
            <a:latin typeface="Arial" panose="020B0604020202090204" pitchFamily="34" charset="0"/>
            <a:ea typeface="宋体" pitchFamily="2" charset="-122"/>
          </a:defRPr>
        </a:defPPr>
      </a:lstStyle>
    </a:ln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默认设计模板">
  <a:themeElements>
    <a:clrScheme name="2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90204" pitchFamily="34" charset="0"/>
          <a:buNone/>
          <a:defRPr kumimoji="0" lang="zh-CN" altLang="zh-CN" sz="2000" b="0" i="0" u="none" strike="noStrike" cap="none" normalizeH="0" baseline="0" smtClean="0">
            <a:ln>
              <a:noFill/>
            </a:ln>
            <a:solidFill>
              <a:schemeClr val="tx1"/>
            </a:solidFill>
            <a:effectLst/>
            <a:latin typeface="Arial" panose="020B060402020209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90204" pitchFamily="34" charset="0"/>
          <a:buNone/>
          <a:defRPr kumimoji="0" lang="zh-CN" altLang="zh-CN" sz="2000" b="0" i="0" u="none" strike="noStrike" cap="none" normalizeH="0" baseline="0" smtClean="0">
            <a:ln>
              <a:noFill/>
            </a:ln>
            <a:solidFill>
              <a:schemeClr val="tx1"/>
            </a:solidFill>
            <a:effectLst/>
            <a:latin typeface="Arial" panose="020B0604020202090204" pitchFamily="34" charset="0"/>
            <a:ea typeface="宋体" pitchFamily="2" charset="-122"/>
          </a:defRPr>
        </a:defPPr>
      </a:lstStyle>
    </a:lnDef>
  </a:objectDefaults>
  <a:extraClrSchemeLst>
    <a:extraClrScheme>
      <a:clrScheme name="2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Edgex">
  <a:themeElements>
    <a:clrScheme name="Edgex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fontScheme name="Edgex">
      <a:majorFont>
        <a:latin typeface="Bookman Old Style"/>
        <a:ea typeface="宋体"/>
        <a:cs typeface=""/>
      </a:majorFont>
      <a:minorFont>
        <a:latin typeface="Palatino Linotype"/>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Edgex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x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x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x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x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x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x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x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x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基于转速微分负反馈的伺服系统扭振抑制研究-2016.1023-电工技术学会会议 (1)</Template>
  <TotalTime>0</TotalTime>
  <Words>9828</Words>
  <Application>WPS 演示</Application>
  <PresentationFormat>全屏显示(4:3)</PresentationFormat>
  <Paragraphs>654</Paragraphs>
  <Slides>98</Slides>
  <Notes>1</Notes>
  <HiddenSlides>0</HiddenSlides>
  <MMClips>0</MMClips>
  <ScaleCrop>false</ScaleCrop>
  <HeadingPairs>
    <vt:vector size="8" baseType="variant">
      <vt:variant>
        <vt:lpstr>已用的字体</vt:lpstr>
      </vt:variant>
      <vt:variant>
        <vt:i4>28</vt:i4>
      </vt:variant>
      <vt:variant>
        <vt:lpstr>主题</vt:lpstr>
      </vt:variant>
      <vt:variant>
        <vt:i4>3</vt:i4>
      </vt:variant>
      <vt:variant>
        <vt:lpstr>嵌入 OLE 服务器</vt:lpstr>
      </vt:variant>
      <vt:variant>
        <vt:i4>107</vt:i4>
      </vt:variant>
      <vt:variant>
        <vt:lpstr>幻灯片标题</vt:lpstr>
      </vt:variant>
      <vt:variant>
        <vt:i4>98</vt:i4>
      </vt:variant>
    </vt:vector>
  </HeadingPairs>
  <TitlesOfParts>
    <vt:vector size="236" baseType="lpstr">
      <vt:lpstr>Arial</vt:lpstr>
      <vt:lpstr>宋体</vt:lpstr>
      <vt:lpstr>Wingdings</vt:lpstr>
      <vt:lpstr>汉仪书宋二KW</vt:lpstr>
      <vt:lpstr>Palatino Linotype</vt:lpstr>
      <vt:lpstr>苹方-简</vt:lpstr>
      <vt:lpstr>Bookman Old Style</vt:lpstr>
      <vt:lpstr>Impact</vt:lpstr>
      <vt:lpstr>华文隶书</vt:lpstr>
      <vt:lpstr>报隶-简</vt:lpstr>
      <vt:lpstr>黑体</vt:lpstr>
      <vt:lpstr>汉仪中黑KW</vt:lpstr>
      <vt:lpstr>微软雅黑</vt:lpstr>
      <vt:lpstr>汉仪旗黑</vt:lpstr>
      <vt:lpstr>宋体</vt:lpstr>
      <vt:lpstr>Arial Unicode MS</vt:lpstr>
      <vt:lpstr>等线</vt:lpstr>
      <vt:lpstr>汉仪中等线KW</vt:lpstr>
      <vt:lpstr>Times New Roman</vt:lpstr>
      <vt:lpstr>Symbol</vt:lpstr>
      <vt:lpstr>Kingsoft Sign</vt:lpstr>
      <vt:lpstr>Verdana</vt:lpstr>
      <vt:lpstr>Calibri</vt:lpstr>
      <vt:lpstr>Helvetica Neue</vt:lpstr>
      <vt:lpstr>Symbol</vt:lpstr>
      <vt:lpstr>Wingdings</vt:lpstr>
      <vt:lpstr>华文隶书</vt:lpstr>
      <vt:lpstr>黑体</vt:lpstr>
      <vt:lpstr>1_默认设计模板</vt:lpstr>
      <vt:lpstr>2_默认设计模板</vt:lpstr>
      <vt:lpstr>Edgex</vt:lpstr>
      <vt:lpstr>Equation.DSMT4</vt:lpstr>
      <vt:lpstr>Equation.3</vt:lpstr>
      <vt:lpstr>Equation.3</vt:lpstr>
      <vt:lpstr>Equation.DSMT4</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Visio.Drawing.11</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Visio.Drawing.11</vt:lpstr>
      <vt:lpstr>Equation.3</vt:lpstr>
      <vt:lpstr>Equation.3</vt:lpstr>
      <vt:lpstr>Equation.3</vt:lpstr>
      <vt:lpstr>Equation.3</vt:lpstr>
      <vt:lpstr>Equation.3</vt:lpstr>
      <vt:lpstr>Equation.3</vt:lpstr>
      <vt:lpstr>Equation.DSMT4</vt:lpstr>
      <vt:lpstr>Equation.3</vt:lpstr>
      <vt:lpstr>Equation.DSMT4</vt:lpstr>
      <vt:lpstr>Equation.DSMT4</vt:lpstr>
      <vt:lpstr>Equation.DSMT4</vt:lpstr>
      <vt:lpstr>Equation.3</vt:lpstr>
      <vt:lpstr>Equation.3</vt:lpstr>
      <vt:lpstr>Equation.3</vt:lpstr>
      <vt:lpstr>Equation.3</vt:lpstr>
      <vt:lpstr>Equation.3</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Equation.3</vt:lpstr>
      <vt:lpstr>Equation.3</vt:lpstr>
      <vt:lpstr>Visio.Drawing.11</vt:lpstr>
      <vt:lpstr>Equation.3</vt:lpstr>
      <vt:lpstr>Equation.3</vt:lpstr>
      <vt:lpstr>Equation.DSMT4</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Equation.DSMT4</vt:lpstr>
      <vt:lpstr>Equation.3</vt:lpstr>
      <vt:lpstr>Equation.3</vt:lpstr>
      <vt:lpstr>Equation.3</vt:lpstr>
      <vt:lpstr>Equation.3</vt:lpstr>
      <vt:lpstr>Equation.3</vt:lpstr>
      <vt:lpstr>第3章 转速闭环控制的直流调速系统 </vt:lpstr>
      <vt:lpstr>第3章 目录</vt:lpstr>
      <vt:lpstr>3.1.1  比例控制转速闭环直流调速系统的结构与静特性  </vt:lpstr>
      <vt:lpstr>3.1.1  比例控制转速闭环直流调速系统的结构与静特性  </vt:lpstr>
      <vt:lpstr>PowerPoint 演示文稿</vt:lpstr>
      <vt:lpstr>PowerPoint 演示文稿</vt:lpstr>
      <vt:lpstr>PowerPoint 演示文稿</vt:lpstr>
      <vt:lpstr>PowerPoint 演示文稿</vt:lpstr>
      <vt:lpstr>PowerPoint 演示文稿</vt:lpstr>
      <vt:lpstr>PowerPoint 演示文稿</vt:lpstr>
      <vt:lpstr>静特性分析</vt:lpstr>
      <vt:lpstr>PowerPoint 演示文稿</vt:lpstr>
      <vt:lpstr>PowerPoint 演示文稿</vt:lpstr>
      <vt:lpstr>PowerPoint 演示文稿</vt:lpstr>
      <vt:lpstr>PowerPoint 演示文稿</vt:lpstr>
      <vt:lpstr>PowerPoint 演示文稿</vt:lpstr>
      <vt:lpstr>静特性对比</vt:lpstr>
      <vt:lpstr>静特性对比</vt:lpstr>
      <vt:lpstr>静特性对比</vt:lpstr>
      <vt:lpstr>静特性对比</vt:lpstr>
      <vt:lpstr>PowerPoint 演示文稿</vt:lpstr>
      <vt:lpstr>PowerPoint 演示文稿</vt:lpstr>
      <vt:lpstr>PowerPoint 演示文稿</vt:lpstr>
      <vt:lpstr>例题3-1</vt:lpstr>
      <vt:lpstr>解: </vt:lpstr>
      <vt:lpstr>反馈控制规律 </vt:lpstr>
      <vt:lpstr>反馈控制规律 </vt:lpstr>
      <vt:lpstr>PowerPoint 演示文稿</vt:lpstr>
      <vt:lpstr>反馈控制规律 </vt:lpstr>
      <vt:lpstr>3.1.4 比例控制转速闭环系统的稳定性</vt:lpstr>
      <vt:lpstr>2．转速反馈控制直流调速系统的动态数学模型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转速反馈控制的直流调速系统的开环传递函数 </vt:lpstr>
      <vt:lpstr>转速反馈控制直流调速系统的闭环传递函数 </vt:lpstr>
      <vt:lpstr>比例控制闭环直流调速系统的动态稳定性</vt:lpstr>
      <vt:lpstr>例题 3-2 </vt:lpstr>
      <vt:lpstr>解 ：</vt:lpstr>
      <vt:lpstr>例题3-3 </vt:lpstr>
      <vt:lpstr>解 ：</vt:lpstr>
      <vt:lpstr>PowerPoint 演示文稿</vt:lpstr>
      <vt:lpstr>PowerPoint 演示文稿</vt:lpstr>
      <vt:lpstr>3.2 无静差的转速闭环直流调速系统</vt:lpstr>
      <vt:lpstr>图3-9有静差调速系统突加负载时的动态过程 </vt:lpstr>
      <vt:lpstr>3.2.1 积分调节器和积分控制规律</vt:lpstr>
      <vt:lpstr>PowerPoint 演示文稿</vt:lpstr>
      <vt:lpstr>PowerPoint 演示文稿</vt:lpstr>
      <vt:lpstr>PowerPoint 演示文稿</vt:lpstr>
      <vt:lpstr>积分控制规律和比例控制规律的根本区别：</vt:lpstr>
      <vt:lpstr>3.2.2  比例积分控制规律</vt:lpstr>
      <vt:lpstr>3.2.2  比例积分控制规律</vt:lpstr>
      <vt:lpstr>3.2.2  比例积分控制规律</vt:lpstr>
      <vt:lpstr>3.2.2  比例积分控制规律</vt:lpstr>
      <vt:lpstr>3.2.2  比例积分控制规律</vt:lpstr>
      <vt:lpstr>3.2.2  比例积分控制规律</vt:lpstr>
      <vt:lpstr>无静差的转速单闭环直流调速系统稳态参数设计</vt:lpstr>
      <vt:lpstr>3.3  转速反馈控制直流调速系统的        限流保护</vt:lpstr>
      <vt:lpstr>PowerPoint 演示文稿</vt:lpstr>
      <vt:lpstr>3.3.2 带电流截止负反馈环节的直流调速系统</vt:lpstr>
      <vt:lpstr>1．电流截止负反馈环节</vt:lpstr>
      <vt:lpstr>1．电流截止负反馈环节特性</vt:lpstr>
      <vt:lpstr>PowerPoint 演示文稿</vt:lpstr>
      <vt:lpstr>2．带电流截止负反馈比例控制闭环直流调速系统的静特性</vt:lpstr>
      <vt:lpstr>PowerPoint 演示文稿</vt:lpstr>
      <vt:lpstr>PowerPoint 演示文稿</vt:lpstr>
      <vt:lpstr>电流截止负反馈系统参数计算</vt:lpstr>
      <vt:lpstr>3．带电流截止的无静差直流调速系统原理图</vt:lpstr>
      <vt:lpstr>PowerPoint 演示文稿</vt:lpstr>
      <vt:lpstr>3.4 转速反馈控制直流调速系统的仿真</vt:lpstr>
      <vt:lpstr>3.4.1 转速闭环直流调速系统仿真平台</vt:lpstr>
      <vt:lpstr>PowerPoint 演示文稿</vt:lpstr>
      <vt:lpstr>3.4.2  仿真模型的建立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(4)模块连接 </vt:lpstr>
      <vt:lpstr>PowerPoint 演示文稿</vt:lpstr>
      <vt:lpstr>3.4.3  仿真模型的运行</vt:lpstr>
      <vt:lpstr>PowerPoint 演示文稿</vt:lpstr>
      <vt:lpstr>PowerPoint 演示文稿</vt:lpstr>
      <vt:lpstr>2.6.4  调节器参数的调整</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 转速闭环</dc:title>
  <dc:creator>dell</dc:creator>
  <cp:lastModifiedBy>王永</cp:lastModifiedBy>
  <cp:revision>148</cp:revision>
  <dcterms:created xsi:type="dcterms:W3CDTF">2025-12-29T02:33:59Z</dcterms:created>
  <dcterms:modified xsi:type="dcterms:W3CDTF">2025-12-29T02:33:59Z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8ACCCBD57603031DC13ED6688F0647E4_32</vt:lpwstr>
  </property>
  <property fmtid="{D5CDD505-2E9C-101B-9397-08002B2CF9AE}" pid="3" name="KSOProductBuildVer">
    <vt:lpwstr>2052-7.4.1.8983</vt:lpwstr>
  </property>
</Properties>
</file>